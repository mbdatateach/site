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2" r:id="rId7"/>
    <p:sldId id="260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8A237-20F3-48BB-BD96-204F7F23F7DD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392DB-CC85-4F31-A3F9-74F5DAF27E7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ck.ru/3SngmS" TargetMode="External"/><Relationship Id="rId2" Type="http://schemas.openxmlformats.org/officeDocument/2006/relationships/hyperlink" Target="https://sky.pro/wiki/analytics/bolshie-dannye-kak-sdelat-effektnuyu-prezentatsiyu-dlya-biznesa/?ysclid=mn97i84lmg413978089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haslides.com/ru/blog/10-methods-of-data-presentatio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yandex.ru/i/jclJih_lGwhclg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Презентация результатов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14488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Большие данные: как сделать эффектную презентацию 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бизнеса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https://sky.pro/wiki/analytics/bolshie-dannye-kak-sdelat-effektnuyu-prezentatsiyu-dlya-biznesa/?ysclid=mn97i84lmg413978089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Техника презентации проекта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https://clck.ru/3SngmS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10 методов представления данных, которые действительно работают в 2025 году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https://ahaslides.com/ru/blog/10-methods-of-data-presentation/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Архитектура эффективной презентации больших данных должна учитывать как технические нюансы, так и психологию восприятия аудитории. Безусловно, структура меняется в зависимости от темы и задачи, но существует проверенный каркас, работающий в 89%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бизнес-ситуаций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Контекстный вход (1-2 слайда): бизнес-ситуация, мотивировка анализа, ключевой вопрос исследования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Методология (1 слайд): источники данных, объем информации, методы обработки (без технических деталей)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Ключевой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инсайт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(1 слайд): главное открытие анализа, привязанное к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бизнес-метрикам</a:t>
            </a:r>
            <a:endParaRPr lang="ru-RU" sz="17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Аргументация (3-5 слайдов): доказательная база, подтверждающая ключевой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инсайт</a:t>
            </a:r>
            <a:endParaRPr lang="ru-RU" sz="17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Бизнес-импликации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(2-3 слайда): что означают полученные данные для бизнеса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Рекомендации и сценарии (1-2 слайда): конкретные шаги и их потенциальное влияние</a:t>
            </a:r>
          </a:p>
        </p:txBody>
      </p:sp>
      <p:pic>
        <p:nvPicPr>
          <p:cNvPr id="3" name="Picture 2" descr="https://avatars.mds.yandex.net/i?id=93d33170d720e250c8a9e68308ea0e21_l-5185762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57562"/>
            <a:ext cx="4643390" cy="3482544"/>
          </a:xfrm>
          <a:prstGeom prst="rect">
            <a:avLst/>
          </a:prstGeom>
          <a:noFill/>
        </p:spPr>
      </p:pic>
      <p:pic>
        <p:nvPicPr>
          <p:cNvPr id="4" name="Picture 4" descr="https://avatars.mds.yandex.net/i?id=484cb912644cd6f944f9fd04c429bf6f_l-4080206-images-thumbs&amp;n=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3357562"/>
            <a:ext cx="4643438" cy="34825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-1" y="0"/>
          <a:ext cx="9144001" cy="6858000"/>
        </p:xfrm>
        <a:graphic>
          <a:graphicData uri="http://schemas.openxmlformats.org/drawingml/2006/table">
            <a:tbl>
              <a:tblPr/>
              <a:tblGrid>
                <a:gridCol w="1680962"/>
                <a:gridCol w="1777940"/>
                <a:gridCol w="1922331"/>
                <a:gridCol w="1881384"/>
                <a:gridCol w="1881384"/>
              </a:tblGrid>
              <a:tr h="57149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Категория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Примеры инструментов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Преимущества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Ограничения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Идеально для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Классические презентации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PowerPoint, Keynote, Google Slides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Высокая степень контроля над дизайном, знакомый интерфейс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Ограниченные возможности работы с данными, статичность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Формальных презентаций с предопределенным сюжетом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Бизнес-аналитика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Tableau, Power BI, Looker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Интерактивность, глубокая интеграция с данными, </a:t>
                      </a:r>
                      <a:r>
                        <a:rPr lang="ru-RU" sz="1600" b="0" i="0" u="none" strike="noStrik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дашборды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Требуют навыков настройки, сложнее для транспортировки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Интерактивных сессий с возможностью ответов на вопросы в реальном времени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Data storytelling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Flourish, Datawrapper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Фокус на повествовании, легкость использования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Меньше возможностей для сложной аналитики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Построения понятных историй на основе данных для широкой аудитории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Программные библиотеки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D3.js, Plotly, Matplotlib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Максимальная гибкость, уникальные визуализации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Требуют навыков программирования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Создания уникальных, высокоспециализированных визуализаций</a:t>
                      </a:r>
                    </a:p>
                  </a:txBody>
                  <a:tcPr marL="38819" marR="4313" marT="43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3"/>
            <a:ext cx="9144002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138" y="147638"/>
            <a:ext cx="7705725" cy="656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Презентация инвесторам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42918"/>
            <a:ext cx="9144000" cy="48936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Грамотно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составленная презентация помогает: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Объективно оценить проект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выявить сильные и слабые стороны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Привлечь финансирование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убедить инвесторов в перспективности проекта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Сформировать команду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привлечь квалифицированных специалистов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Контролировать реализацию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отслеживать выполнение намеченных планов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 презентации инвесторам для предпринимательской деятельности одной компании, которая занимается извлечением максимальной прибыли из проекта за счет удовлетворения пользовательских потребностей, связанных с получением информации о необходимых лекарствах для поддержания здоровья и показателях собственного здоровья, приведены по ссылке</a:t>
            </a:r>
          </a:p>
          <a:p>
            <a:pPr algn="ctr"/>
            <a:endParaRPr lang="ru-RU" sz="28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://disk.yandex.ru/i/jclJih_lGwhclg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350</Words>
  <Application>Microsoft Office PowerPoint</Application>
  <PresentationFormat>Экран (4:3)</PresentationFormat>
  <Paragraphs>52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Презентация результатов</vt:lpstr>
      <vt:lpstr>Дополнительные материалы</vt:lpstr>
      <vt:lpstr>Слайд 3</vt:lpstr>
      <vt:lpstr>Слайд 4</vt:lpstr>
      <vt:lpstr>Слайд 5</vt:lpstr>
      <vt:lpstr>Слайд 6</vt:lpstr>
      <vt:lpstr>Презентация инвесторам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2026-03-27T18:00:28Z</dcterms:created>
  <dcterms:modified xsi:type="dcterms:W3CDTF">2026-03-27T18:13:09Z</dcterms:modified>
</cp:coreProperties>
</file>
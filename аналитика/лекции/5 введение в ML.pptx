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64" r:id="rId6"/>
    <p:sldId id="257" r:id="rId7"/>
    <p:sldId id="265" r:id="rId8"/>
    <p:sldId id="263" r:id="rId9"/>
    <p:sldId id="266" r:id="rId10"/>
    <p:sldId id="259" r:id="rId11"/>
    <p:sldId id="267" r:id="rId12"/>
    <p:sldId id="258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348" y="-9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A45E9-7D2D-4227-B8A8-01E720A167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56AC8-B2EE-4CEA-BE9E-FC19637B608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netologyru/articles/911216/" TargetMode="External"/><Relationship Id="rId2" Type="http://schemas.openxmlformats.org/officeDocument/2006/relationships/hyperlink" Target="https://yandex.cloud/ru/blog/machine-learning-guide?ysclid=mmuqs9ezze968560000&amp;utm_referrer=https://ya.ru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habr.com/ru/articles/820499/" TargetMode="External"/><Relationship Id="rId4" Type="http://schemas.openxmlformats.org/officeDocument/2006/relationships/hyperlink" Target="https://sklearn.org/stable/index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d/yuxCEPRQzVGBL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</a:t>
            </a:r>
            <a:r>
              <a:rPr lang="en-US" dirty="0" smtClean="0"/>
              <a:t>ML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14298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Основы машинного обучения: задачи, методы, этапы и инструменты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https://yandex.cloud/ru/blog/machine-learning-guide?ysclid=mmuqs9ezze968560000&amp;utm_referrer=https%3A%2F%2Fya.ru%2F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Гайд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Scikit-learn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2025: собираем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пайплайн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который не сломается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https://habr.com/ru/companies/netologyru/articles/911216/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https://sklearn.org/stable/index.html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Простыми словами про метрики в ИИ. Регрессия. MSE, RMSE, MAE, R-квадрат, MAPE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https://habr.com/ru/articles/820499/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71481"/>
            <a:ext cx="914400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125" y="214291"/>
            <a:ext cx="8739752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72193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7589" y="785794"/>
            <a:ext cx="3636411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7356" y="4000504"/>
            <a:ext cx="5927903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512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-6720"/>
            <a:ext cx="8786842" cy="6864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3714744" cy="4324351"/>
          </a:xfrm>
          <a:prstGeom prst="rect">
            <a:avLst/>
          </a:prstGeom>
          <a:noFill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2551" y="2786058"/>
            <a:ext cx="617144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103674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интерпретировать результаты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MSE = 28 000 — средняя квадратичная ошибка. Большое значение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возведения в квадрат.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MAE = 160 — в среднем модель ошибается на 160 тыс. руб. Это проще понять, чем MSE.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R² = 0.9844 — модель объясняет ~98.4% вариации данных. Очень хороший результат (близко к 1).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14290"/>
            <a:ext cx="6429420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14282" y="928670"/>
            <a:ext cx="8964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TP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873715" y="4286256"/>
            <a:ext cx="9845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TN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858148" y="857232"/>
            <a:ext cx="8707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FP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5720" y="4286256"/>
            <a:ext cx="9589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FN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571876"/>
            <a:ext cx="5572132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572132" cy="3560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5357818" y="928670"/>
            <a:ext cx="378618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Как интерпретировать результаты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= 0.70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в целом модель правильно классифицирует 70 % писем. Но это не говорит, хорошо ли она ловит спам.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Precision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= 0.60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когда модель говорит «это спам», она права лишь в 60 % случаев. Значит, 40 % «спама» — на самом деле нормальные письма (FP).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Recall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= 0.75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модель находит 75 % всего спама. 25 % спама проскальзывает (FN).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069" y="642919"/>
            <a:ext cx="8317864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Задания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144000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Скачайте по ссылке задание по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базовому прогнозированию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disk.360.yandex.ru/d/yuxCEPRQzVGBLg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файле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находятся непосредственно сами задания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файле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pptx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дополнительные теоретические материалы по выполнению.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Ваша задача, ознакомиться,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можно предсказывать значения переменных.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120</Words>
  <Application>Microsoft Office PowerPoint</Application>
  <PresentationFormat>Экран (4:3)</PresentationFormat>
  <Paragraphs>31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Введение в ML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16</cp:revision>
  <dcterms:created xsi:type="dcterms:W3CDTF">2026-03-14T09:10:30Z</dcterms:created>
  <dcterms:modified xsi:type="dcterms:W3CDTF">2026-03-19T17:48:24Z</dcterms:modified>
</cp:coreProperties>
</file>
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75" d="100"/>
          <a:sy n="75" d="100"/>
        </p:scale>
        <p:origin x="-2580" y="-7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AC021-E236-4367-86F6-84DCA5731B4D}" type="datetimeFigureOut">
              <a:rPr lang="ru-RU" smtClean="0"/>
              <a:pPr/>
              <a:t>26.03.2026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3A217-C6A3-46C8-8B2D-74990427567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AC021-E236-4367-86F6-84DCA5731B4D}" type="datetimeFigureOut">
              <a:rPr lang="ru-RU" smtClean="0"/>
              <a:pPr/>
              <a:t>26.03.2026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3A217-C6A3-46C8-8B2D-74990427567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AC021-E236-4367-86F6-84DCA5731B4D}" type="datetimeFigureOut">
              <a:rPr lang="ru-RU" smtClean="0"/>
              <a:pPr/>
              <a:t>26.03.2026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3A217-C6A3-46C8-8B2D-74990427567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AC021-E236-4367-86F6-84DCA5731B4D}" type="datetimeFigureOut">
              <a:rPr lang="ru-RU" smtClean="0"/>
              <a:pPr/>
              <a:t>26.03.2026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3A217-C6A3-46C8-8B2D-74990427567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AC021-E236-4367-86F6-84DCA5731B4D}" type="datetimeFigureOut">
              <a:rPr lang="ru-RU" smtClean="0"/>
              <a:pPr/>
              <a:t>26.03.2026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3A217-C6A3-46C8-8B2D-74990427567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AC021-E236-4367-86F6-84DCA5731B4D}" type="datetimeFigureOut">
              <a:rPr lang="ru-RU" smtClean="0"/>
              <a:pPr/>
              <a:t>26.03.2026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3A217-C6A3-46C8-8B2D-74990427567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AC021-E236-4367-86F6-84DCA5731B4D}" type="datetimeFigureOut">
              <a:rPr lang="ru-RU" smtClean="0"/>
              <a:pPr/>
              <a:t>26.03.2026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3A217-C6A3-46C8-8B2D-74990427567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AC021-E236-4367-86F6-84DCA5731B4D}" type="datetimeFigureOut">
              <a:rPr lang="ru-RU" smtClean="0"/>
              <a:pPr/>
              <a:t>26.03.2026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3A217-C6A3-46C8-8B2D-74990427567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AC021-E236-4367-86F6-84DCA5731B4D}" type="datetimeFigureOut">
              <a:rPr lang="ru-RU" smtClean="0"/>
              <a:pPr/>
              <a:t>26.03.2026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3A217-C6A3-46C8-8B2D-74990427567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AC021-E236-4367-86F6-84DCA5731B4D}" type="datetimeFigureOut">
              <a:rPr lang="ru-RU" smtClean="0"/>
              <a:pPr/>
              <a:t>26.03.2026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3A217-C6A3-46C8-8B2D-74990427567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AC021-E236-4367-86F6-84DCA5731B4D}" type="datetimeFigureOut">
              <a:rPr lang="ru-RU" smtClean="0"/>
              <a:pPr/>
              <a:t>26.03.2026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3A217-C6A3-46C8-8B2D-74990427567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1AC021-E236-4367-86F6-84DCA5731B4D}" type="datetimeFigureOut">
              <a:rPr lang="ru-RU" smtClean="0"/>
              <a:pPr/>
              <a:t>26.03.2026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53A217-C6A3-46C8-8B2D-749904275673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xgboost.readthedocs.io/en/stable/parameter.html" TargetMode="External"/><Relationship Id="rId2" Type="http://schemas.openxmlformats.org/officeDocument/2006/relationships/hyperlink" Target="https://machinelearningprojects.net/train-your-first-xgboost-model/" TargetMode="Externa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sky.pro/wiki/analytics/sklearn-feature-importance--metod-otsenki-znachimosti-priznakov/?ysclid=mn7szqj2hc962929033" TargetMode="External"/><Relationship Id="rId4" Type="http://schemas.openxmlformats.org/officeDocument/2006/relationships/hyperlink" Target="https://sky.pro/wiki/analytics/tipy-mashinnogo-obucheniya-ansamblevye-metody-i-ih-preimushchestva/?ysclid=mn7t1x1iof57338546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competitions/titanic/code" TargetMode="External"/><Relationship Id="rId2" Type="http://schemas.openxmlformats.org/officeDocument/2006/relationships/hyperlink" Target="https://www.annytab.com/decision-tree-classification-in-python/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kaggle.com/code/atasaygin/titanic-randomforestclassifier-and-visualizatio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Продвинутые методы анализа и моделирование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ru-RU" dirty="0" smtClean="0"/>
              <a:t>Дополнительные материалы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1214422"/>
            <a:ext cx="91440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XGBoost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https://machinelearningprojects.net/train-your-first-xgboost-model/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  <a:hlinkClick r:id="rId3"/>
              </a:rPr>
              <a:t>https://xgboost.readthedocs.io/en/stable/parameter.html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Как смешать несколько моделей в одну.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Стекинг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бэггинг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случайные леса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  <a:hlinkClick r:id="rId4"/>
              </a:rPr>
              <a:t>https://sky.pro/wiki/analytics/tipy-mashinnogo-obucheniya-ansamblevye-metody-i-ih-preimushchestva/?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  <a:hlinkClick r:id="rId4"/>
              </a:rPr>
              <a:t>ysclid=mn7t1x1iof57338546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Sklearn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Feature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Importance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– метод оценки значимости признаков</a:t>
            </a: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  <a:hlinkClick r:id="rId5"/>
              </a:rPr>
              <a:t>https://sky.pro/wiki/analytics/sklearn-feature-importance--metod-otsenki-znachimosti-priznakov/?ysclid=mn7szqj2hc962929033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29058" y="2937941"/>
            <a:ext cx="5214942" cy="39200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6848475" cy="275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14282" y="2928934"/>
            <a:ext cx="4181475" cy="195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Заголовок 1"/>
          <p:cNvSpPr txBox="1">
            <a:spLocks/>
          </p:cNvSpPr>
          <p:nvPr/>
        </p:nvSpPr>
        <p:spPr>
          <a:xfrm>
            <a:off x="0" y="5214950"/>
            <a:ext cx="4286248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RandomForest</a:t>
            </a:r>
            <a:endParaRPr kumimoji="0" lang="ru-RU" sz="4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4638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86314" y="3521111"/>
            <a:ext cx="4357686" cy="33368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Заголовок 1"/>
          <p:cNvSpPr txBox="1">
            <a:spLocks/>
          </p:cNvSpPr>
          <p:nvPr/>
        </p:nvSpPr>
        <p:spPr>
          <a:xfrm>
            <a:off x="0" y="5214950"/>
            <a:ext cx="4286248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K-means</a:t>
            </a:r>
            <a:endParaRPr kumimoji="0" lang="ru-RU" sz="4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428868"/>
            <a:ext cx="3743325" cy="2314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67482" y="1000108"/>
            <a:ext cx="5876518" cy="58578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Заголовок 1"/>
          <p:cNvSpPr txBox="1">
            <a:spLocks/>
          </p:cNvSpPr>
          <p:nvPr/>
        </p:nvSpPr>
        <p:spPr>
          <a:xfrm>
            <a:off x="457200" y="-24"/>
            <a:ext cx="8229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PCA</a:t>
            </a:r>
            <a:endParaRPr kumimoji="0" lang="ru-RU" sz="4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444592"/>
            <a:ext cx="9144000" cy="54134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Заголовок 1"/>
          <p:cNvSpPr txBox="1">
            <a:spLocks/>
          </p:cNvSpPr>
          <p:nvPr/>
        </p:nvSpPr>
        <p:spPr>
          <a:xfrm>
            <a:off x="457200" y="-24"/>
            <a:ext cx="8229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SearchCV</a:t>
            </a:r>
            <a:endParaRPr kumimoji="0" lang="ru-RU" sz="4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357298"/>
            <a:ext cx="5534025" cy="49149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29190" y="1505364"/>
            <a:ext cx="4214810" cy="38605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Заголовок 1"/>
          <p:cNvSpPr txBox="1">
            <a:spLocks/>
          </p:cNvSpPr>
          <p:nvPr/>
        </p:nvSpPr>
        <p:spPr>
          <a:xfrm>
            <a:off x="457200" y="-24"/>
            <a:ext cx="8229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Важность признаков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785794"/>
            <a:ext cx="9144000" cy="4893647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Ознакомьтесь с некоторыми способами прогнозирования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датасета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Титаник:</a:t>
            </a:r>
          </a:p>
          <a:p>
            <a:pPr marL="457200" indent="-457200" algn="ctr">
              <a:buAutoNum type="arabicParenR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Посмотрите на визуализацию модели с деревьями по этой ссылке:</a:t>
            </a:r>
          </a:p>
          <a:p>
            <a:pPr marL="457200" indent="-457200" algn="ctr"/>
            <a:r>
              <a:rPr lang="en-US" sz="2400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  <a:hlinkClick r:id="rId2"/>
              </a:rPr>
              <a:t>://www.annytab.com/decision-tree-classification-in-python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  <a:hlinkClick r:id="rId2"/>
              </a:rPr>
              <a:t>/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ctr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2) Поищите на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Kaggle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интересные примеры решения/прогнозирования или интересной визуализации: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  <a:hlinkClick r:id="rId3"/>
              </a:rPr>
              <a:t>https://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  <a:hlinkClick r:id="rId3"/>
              </a:rPr>
              <a:t>www.kaggle.com/competitions/titanic/code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Например,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2400" dirty="0" smtClean="0">
                <a:latin typeface="Times New Roman" pitchFamily="18" charset="0"/>
                <a:cs typeface="Times New Roman" pitchFamily="18" charset="0"/>
                <a:hlinkClick r:id="rId4"/>
              </a:rPr>
              <a:t>https://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  <a:hlinkClick r:id="rId4"/>
              </a:rPr>
              <a:t>www.kaggle.com/code/atasaygin/titanic-randomforestclassifier-and-visualization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68</Words>
  <Application>Microsoft Office PowerPoint</Application>
  <PresentationFormat>Экран (4:3)</PresentationFormat>
  <Paragraphs>23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Тема Office</vt:lpstr>
      <vt:lpstr>Продвинутые методы анализа и моделирование</vt:lpstr>
      <vt:lpstr>Дополнительные материалы</vt:lpstr>
      <vt:lpstr>Слайд 3</vt:lpstr>
      <vt:lpstr>Слайд 4</vt:lpstr>
      <vt:lpstr>Слайд 5</vt:lpstr>
      <vt:lpstr>Слайд 6</vt:lpstr>
      <vt:lpstr>Слайд 7</vt:lpstr>
      <vt:lpstr>Слайд 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7</cp:revision>
  <dcterms:created xsi:type="dcterms:W3CDTF">2026-03-20T19:15:44Z</dcterms:created>
  <dcterms:modified xsi:type="dcterms:W3CDTF">2026-03-26T18:41:30Z</dcterms:modified>
</cp:coreProperties>
</file>
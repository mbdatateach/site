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  <p:sldId id="269" r:id="rId12"/>
    <p:sldId id="266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E11B8-3BAF-47CB-BD29-2C6350B84229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14733-5215-407D-9F0B-B2EA8745B88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zen.ru/a/aM3q9jaY2R6oPzk9?ysclid=mltj91tjbc504159756" TargetMode="External"/><Relationship Id="rId2" Type="http://schemas.openxmlformats.org/officeDocument/2006/relationships/hyperlink" Target="https://sky.pro/wiki/python/predobrabotka-dannyh-ochistka-i-normalizaciya/?ysclid=mltiwinmz4726727339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python/tutorial/8.1.php?ysclid=mltjo2qza3137811473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d/MX1QoFVv6R0JX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Предварительная обработка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Искусство предобработки данных: от сырых чисел к качественным моделям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https://sky.pro/wiki/python/predobrabotka-dannyh-ochistka-i-normalizaciya/?ysclid=mltiwinmz4726727339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Пошаговое руководство по обработке данных на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 от хаоса к порядку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https://dzen.ru/a/aM3q9jaY2R6oPzk9?ysclid=mltj91tjbc504159756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7"/>
            <a:ext cx="5476875" cy="650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857488" y="0"/>
            <a:ext cx="38082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Работа с пропусками (</a:t>
            </a:r>
            <a:r>
              <a:rPr lang="en-US" sz="2400" b="1" dirty="0" err="1"/>
              <a:t>NaN</a:t>
            </a:r>
            <a:r>
              <a:rPr lang="en-US" sz="2400" b="1" dirty="0"/>
              <a:t>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928670"/>
            <a:ext cx="3643306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071802" y="0"/>
            <a:ext cx="30862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Удаление дубликатов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70961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2077798"/>
            <a:ext cx="3214678" cy="4313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14678" y="0"/>
            <a:ext cx="3102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Работа с аномалиями</a:t>
            </a:r>
            <a:endParaRPr lang="ru-RU" sz="2400" b="1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6486525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3259990"/>
            <a:ext cx="4214810" cy="359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14678" y="0"/>
            <a:ext cx="3102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Работа с аномалиями</a:t>
            </a:r>
            <a:endParaRPr lang="ru-RU" sz="2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57166"/>
            <a:ext cx="7743829" cy="157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928802"/>
            <a:ext cx="685362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4295775"/>
            <a:ext cx="59912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4929190" cy="1800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357430"/>
            <a:ext cx="4350574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3064" y="1000108"/>
            <a:ext cx="4020936" cy="19288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5" name="Рисунок 4" descr="pic03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143380"/>
            <a:ext cx="5072066" cy="253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0" y="6572272"/>
            <a:ext cx="4201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Кодирование существующих признаков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57488" y="0"/>
            <a:ext cx="3872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Создание новых признаков</a:t>
            </a:r>
            <a:endParaRPr lang="ru-RU" sz="24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286380" y="5857892"/>
            <a:ext cx="385762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['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['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str.replace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руб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.', '').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str.replace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 ', '').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(float)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000760" y="6488668"/>
            <a:ext cx="2504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Преобразование типов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86380" y="3786190"/>
            <a:ext cx="385762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7166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Булева маска — это серия значений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«накладывается» на таблицу. Строки, для которых стоит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попадают в результат; где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отсекаются.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работает: вы задаёте условие (например, «возраст &gt; 30»),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сравнивает каждую строку и создаёт маску. Потом вы применяете эту маску 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остаются только подходящие строки.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14744" y="0"/>
            <a:ext cx="2070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Булевы маски</a:t>
            </a:r>
            <a:endParaRPr lang="ru-RU" sz="2400" b="1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857364"/>
            <a:ext cx="595312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716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удобный способ фильтровать данные с помощью строкового выражения (как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SQL‑запрос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Особенно полезен, когда условий много или они сложные.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работает: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 передаёте строку с условием,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интерпретирует её и возвращает отфильтрованный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00496" y="0"/>
            <a:ext cx="926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query</a:t>
            </a:r>
            <a:endParaRPr lang="ru-RU" sz="2400" b="1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857364"/>
            <a:ext cx="588645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91049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Работа с датами и временем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важная часть анализа данных. Часто исходные данные содержат даты в виде строк или неструктурированного текста, а для расчётов, фильтрации и визуализации нужен специальный формат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7429552" cy="3575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5238746"/>
            <a:ext cx="7713537" cy="161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https://metanit.com/python/tutorial/8.1.php?ysclid=mltjo2qza3137811473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value_counts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функция библиотеки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которая подсчитывает количество уникальных значений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Series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в определённом столбце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Результатом работы метода является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Series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где индексами служат уникальные значения, а значениями — частота их появления, по умолчанию отсортированная по убыванию.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pandas as pd</a:t>
            </a:r>
          </a:p>
          <a:p>
            <a:pPr algn="just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Создаём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Series 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с данными о фруктах</a:t>
            </a:r>
          </a:p>
          <a:p>
            <a:pPr algn="just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fruits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pd.Series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(['apple', 'banana', 'apple', 'orange', 'apple', 'banana', 'kiwi'])</a:t>
            </a:r>
          </a:p>
          <a:p>
            <a:pPr algn="just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Применяем метод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value_counts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algn="just"/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fruit_counts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fruits.value_counts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algn="just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fruit_counts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/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Результат:</a:t>
            </a:r>
          </a:p>
          <a:p>
            <a:pPr algn="just"/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apple 3</a:t>
            </a:r>
          </a:p>
          <a:p>
            <a:pPr algn="just"/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# banana 2</a:t>
            </a:r>
          </a:p>
          <a:p>
            <a:pPr algn="just"/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# orange 1</a:t>
            </a:r>
          </a:p>
          <a:p>
            <a:pPr algn="just"/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# kiwi 1</a:t>
            </a:r>
          </a:p>
          <a:p>
            <a:pPr algn="just"/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: int64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28910"/>
            <a:ext cx="4143404" cy="3118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000744"/>
            <a:ext cx="5000628" cy="35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27786" y="2786034"/>
            <a:ext cx="4816214" cy="2105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43570" y="5072050"/>
            <a:ext cx="331676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3143240" y="0"/>
            <a:ext cx="2883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Сохранение данных</a:t>
            </a:r>
            <a:endParaRPr lang="ru-RU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библиотеке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данные можно сохранять в разных форматах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CSV,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JSON. Для этого используются встроенные методы, которые позволяют экспортировать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нужный формат.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714752"/>
            <a:ext cx="91440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Скачайте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датасет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о героях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игры «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Dota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 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dota_hero_stats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Скажите, сколько в таблице героев с 2-мя или 6-ю ногами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Выберите колонки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attack_type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primary_attr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выберите самый распространённый набор характеристик.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1429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https://disk.360.yandex.ru/d/MX1QoFVv6R0JXg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именем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my_stat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_1.csv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сохранены данные с 4 колонками: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session_value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n_users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переменной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session_value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замените все пропущенные значения на нули.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переменной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n_users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замените все отрицательные значения на медианное значение переменной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n_users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(без учета отрицательных значений, разумеется).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429264"/>
            <a:ext cx="9144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Скачайте данные о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Титанике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из предыдущей лекции. Выведите количество пропусков в каждом столбце. Подумайте, как бы Вы хотели их обработать?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453</Words>
  <Application>Microsoft Office PowerPoint</Application>
  <PresentationFormat>Экран (4:3)</PresentationFormat>
  <Paragraphs>47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Предварительная обработка данных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24</cp:revision>
  <dcterms:created xsi:type="dcterms:W3CDTF">2026-02-10T19:33:42Z</dcterms:created>
  <dcterms:modified xsi:type="dcterms:W3CDTF">2026-03-01T11:39:34Z</dcterms:modified>
</cp:coreProperties>
</file>
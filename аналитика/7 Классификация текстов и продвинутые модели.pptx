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6" r:id="rId4"/>
    <p:sldId id="270" r:id="rId5"/>
    <p:sldId id="269" r:id="rId6"/>
    <p:sldId id="271" r:id="rId7"/>
    <p:sldId id="276" r:id="rId8"/>
    <p:sldId id="277" r:id="rId9"/>
    <p:sldId id="278" r:id="rId10"/>
    <p:sldId id="272" r:id="rId11"/>
    <p:sldId id="273" r:id="rId12"/>
    <p:sldId id="274" r:id="rId13"/>
    <p:sldId id="275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17.04.2026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ky.pro/wiki/python/analiz-i-klassifikaciya-teksta-na-python/" TargetMode="External"/><Relationship Id="rId2" Type="http://schemas.openxmlformats.org/officeDocument/2006/relationships/hyperlink" Target="https://scikit-learn.org/stable/modules/ensemble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ky.pro/wiki/python/klassifikaciya-dannyh-s-ispolzovaniem-metoda-k-blizhajshih-sosedej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Классификация текстов и продвинутые модели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7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Cambria" pitchFamily="18" charset="0"/>
              </a:rPr>
              <a:t>Ensembles: Gradient boosting, random forests, bagging, voting, stacking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https://scikit-learn.org/stable/modules/ensemble.html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Анализ и классификация текста на </a:t>
            </a:r>
            <a:r>
              <a:rPr lang="ru-RU" sz="2400" i="1" dirty="0" err="1" smtClean="0">
                <a:latin typeface="Cambria" pitchFamily="18" charset="0"/>
              </a:rPr>
              <a:t>Python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https://sky.pro/wiki/python/analiz-i-klassifikaciya-teksta-na-python/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Классификация данных с использованием метода K ближайших соседей</a:t>
            </a:r>
          </a:p>
          <a:p>
            <a:pPr fontAlgn="base"/>
            <a:r>
              <a:rPr lang="en-US" sz="2400" b="1" dirty="0" smtClean="0">
                <a:latin typeface="Cambria" pitchFamily="18" charset="0"/>
                <a:hlinkClick r:id="rId4"/>
              </a:rPr>
              <a:t>https://sky.pro/wiki/python/klassifikaciya-dannyh-s-ispolzovaniem-metoda-k-blizhajshih-sosedej/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40" y="714356"/>
            <a:ext cx="290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Удаление выбросов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91440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71744"/>
            <a:ext cx="488632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429132"/>
            <a:ext cx="475297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000628" y="2500306"/>
            <a:ext cx="4143372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OrdinalEncoder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подходит для кодирования порядковых категориальных признаков, где важен порядок, например, категории температуры (холод, тепло, жарко).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929190" y="4286256"/>
            <a:ext cx="4214810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LabelEncoder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обычно используется для кодирования номинальных категориальных признаков, где нет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inherent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order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например, категории цвета (красный, синий, зелёный).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786" y="500042"/>
            <a:ext cx="2367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Очистка текста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5429256" cy="3416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import re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clean_text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(text):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prom = re.sub(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r'http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\S+', '', text)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for x in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prom.split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():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  if(x[0]=='@' or x[0]=='#'):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    prom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prom.replace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(x, '')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prom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prom.strip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for p in '!"#$%&amp;\'()*+,-./:;&lt;=&gt;?@[\\]^_`{|}~':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    if p in prom: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        prom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prom.replace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(p, '')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 return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prom.strip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0450" y="4295775"/>
            <a:ext cx="554355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1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494347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0025" y="4214818"/>
            <a:ext cx="51339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Соединительная линия уступом 9"/>
          <p:cNvCxnSpPr>
            <a:stCxn id="3074" idx="2"/>
            <a:endCxn id="3076" idx="0"/>
          </p:cNvCxnSpPr>
          <p:nvPr/>
        </p:nvCxnSpPr>
        <p:spPr>
          <a:xfrm rot="16200000" flipH="1">
            <a:off x="3943340" y="1581144"/>
            <a:ext cx="1162071" cy="410527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1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751344"/>
            <a:ext cx="9144000" cy="2862322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CountVectorizer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TfidfVectorizer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инструменты для векторизации текстовых данных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CountVectorizer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преобразует коллекцию текстовых документов в матрицу, где строки — документы, а столбцы —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(слова или n-граммы). Он подсчитывает, сколько раз слово появляется в документе.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CountVectorizer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учитывает важность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он просто подсчитывает их количество.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TfidfVectorizer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(частота слова — обратная частота документа)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учитывает не только, сколько раз слово появляется в документе, но и насколько оно важно для всего корпуса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Для этого снижается вес слов, которые часто встречаются в документах, а более высокий вес придаётся редким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корпусе.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000504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CountVectorizer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stop_words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='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english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').fit(text)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X_train_vectorized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vect.transform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(text)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5072074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vectorizer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TfidfVectorizer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stop_words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='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english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').fit(text)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X_train_vectorized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vectorizer.transform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(text)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3143240" y="714356"/>
            <a:ext cx="290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Удаление выбросов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1714488"/>
            <a:ext cx="8480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df_train.boxplot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 #</a:t>
            </a:r>
            <a:r>
              <a:rPr lang="ru-RU" sz="2400" dirty="0" smtClean="0">
                <a:latin typeface="Courier New" pitchFamily="49" charset="0"/>
                <a:cs typeface="Courier New" pitchFamily="49" charset="0"/>
              </a:rPr>
              <a:t>для визуализации выбросов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771775"/>
            <a:ext cx="91440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0" y="4214818"/>
            <a:ext cx="9144000" cy="2031325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Очистка выбросов по квантилям* на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метод, при котором для определения выбросов устанавливаются пороговые значения, и удаляются строки, значения которых находятся за пределами этих порогов. Хорошей практикой считается удаление данных лежащих ниже 25% квартиля и 75% квартиля + полтора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межквартильных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размаха.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Квантиль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значение, ниже которого находится определённая доля данных.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медиана — это 0.5 квантиль, то есть 50 % данных находятся ниже.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428728" y="1000108"/>
            <a:ext cx="5920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Классическая визуализация корреляции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500174"/>
            <a:ext cx="52959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1071538" y="3357562"/>
            <a:ext cx="678661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corr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[((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corr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&gt;= …) |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corr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&lt;= -…)) &amp;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corr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!= 1)]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158" y="2786058"/>
            <a:ext cx="8384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Условие отбора, которое можно поместить в визуализацию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457200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для конвертации данных можно использовать метод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replace.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143240" y="1643050"/>
            <a:ext cx="2791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Генерация данных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642918"/>
            <a:ext cx="9144000" cy="2585323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классификации нового объекта алгоритм находит K объектов в обучающем наборе данных, которые находятся ближе всего к новому объекту. Затем новый объект классифицируется в тот класс, который является наиболее распространённым среди этих K соседей.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Принцип работы: сначала вычисляется расстояние между тестовым и всеми обучающими образцами. Далее из них выбирается k-ближайших образцов (соседей), где число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задаётся заранее. Итоговое прогнозом среди выбранных k-ближайших образцов будет мода в случае классификации и среднее арифметическое в случае регрессии. Предыдущие шаги повторяются для всех тестовых образцов.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571876"/>
            <a:ext cx="5839396" cy="2228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14422"/>
            <a:ext cx="701992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46101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" y="4643446"/>
            <a:ext cx="90868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Соединительная линия уступом 5"/>
          <p:cNvCxnSpPr>
            <a:stCxn id="2050" idx="2"/>
            <a:endCxn id="2051" idx="0"/>
          </p:cNvCxnSpPr>
          <p:nvPr/>
        </p:nvCxnSpPr>
        <p:spPr>
          <a:xfrm rot="16200000" flipH="1">
            <a:off x="2269320" y="2312190"/>
            <a:ext cx="2366985" cy="229552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8794" y="5286388"/>
            <a:ext cx="5173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Код для </a:t>
            </a:r>
            <a:r>
              <a:rPr lang="ru-RU" sz="2400" b="1" u="sng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 важности </a:t>
            </a:r>
            <a:r>
              <a:rPr lang="ru-RU" sz="2400" b="1" u="sng" dirty="0" err="1" smtClean="0">
                <a:latin typeface="Times New Roman" pitchFamily="18" charset="0"/>
                <a:cs typeface="Times New Roman" pitchFamily="18" charset="0"/>
              </a:rPr>
              <a:t>фичей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37856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Bagging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Bootstrap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Aggregating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— это техника, основанная на создании множества моделей с использованием случайных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подвыборок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данных. Суть в том, чтобы объединить их предсказания, тем самым, снижая разброс и увеличивая общую точность.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Boosting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метод, который обучает модели последовательно, каждая из которых фокусируется на ошибках предыдущих. Это помогает создавать мощные предсказательные модели, которые могут значительно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outperform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обычных моделей.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857232"/>
            <a:ext cx="542925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2530516"/>
            <a:ext cx="4572000" cy="39703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MSE (средняя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квадратическая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ошибка)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оценка среднего значения квадрата ошибок, различие между предсказанием и фактическим значением. Эту метрику удобно использовать для выявления аномалий.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MAE (средняя абсолютная ошибка)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оценка того, насколько близки предсказания к фактическим значениями. Эта метрика менее чувствительна к выбросам и может дать общее представление о качестве модели.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7325" y="4214818"/>
            <a:ext cx="76866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319</Words>
  <Application>Microsoft Office PowerPoint</Application>
  <PresentationFormat>Экран (4:3)</PresentationFormat>
  <Paragraphs>65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Классификация текстов и продвинутые модели </vt:lpstr>
      <vt:lpstr>Дополнительные материалы</vt:lpstr>
      <vt:lpstr>Задание 1</vt:lpstr>
      <vt:lpstr>Задание 1</vt:lpstr>
      <vt:lpstr>Задание 1</vt:lpstr>
      <vt:lpstr>Задание 1</vt:lpstr>
      <vt:lpstr>Задание 2</vt:lpstr>
      <vt:lpstr>Задание 2</vt:lpstr>
      <vt:lpstr>Задание 2</vt:lpstr>
      <vt:lpstr>Задание 3</vt:lpstr>
      <vt:lpstr>Задание 3</vt:lpstr>
      <vt:lpstr>Задание 3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72</cp:revision>
  <dcterms:created xsi:type="dcterms:W3CDTF">2024-02-01T09:49:19Z</dcterms:created>
  <dcterms:modified xsi:type="dcterms:W3CDTF">2026-04-17T20:20:22Z</dcterms:modified>
</cp:coreProperties>
</file>
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8" r:id="rId5"/>
    <p:sldId id="269" r:id="rId6"/>
    <p:sldId id="270" r:id="rId7"/>
    <p:sldId id="27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8CF"/>
    <a:srgbClr val="EBDECF"/>
    <a:srgbClr val="EFE4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c.ru/services/264162-kakoi-konstruktor-vizitok-vybrat-moi-reiting-prilozhenii-i-onlain-servisov-dlya-sozdaniya-bumazhnyh-i-elektronnyh-vizitok" TargetMode="External"/><Relationship Id="rId2" Type="http://schemas.openxmlformats.org/officeDocument/2006/relationships/hyperlink" Target="https://pechatnik.moscow/klientam/vizitki-listovki-i-buklety-zachem-nuzhny-i-dlya-kakih-czelej-luchshe-ispolzovat/?ysclid=m0zfrjfbjq23657322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Роль полиграфии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59966"/>
            <a:ext cx="9144000" cy="415498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Визитки, листовки и буклеты – зачем нужны и для каких целей лучше использовать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https://pechatnik.moscow/klientam/vizitki-listovki-i-buklety-zachem-nuzhny-i-dlya-kakih-czelej-luchshe-ispolzovat/?ysclid=m0zfrjfbjq23657322</a:t>
            </a:r>
          </a:p>
          <a:p>
            <a:pPr algn="just"/>
            <a:endParaRPr lang="en-US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Какой конструктор визиток выбрать?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https://vc.ru/services/264162-kakoi-konstruktor-vizitok-vybrat-moi-reiting-prilozhenii-i-onlain-servisov-dlya-sozdaniya-bumazhnyh-i-elektronnyh-vizitok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Дизайн полиграфической продукции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785926"/>
            <a:ext cx="9144000" cy="4091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300" b="1" dirty="0" smtClean="0">
                <a:latin typeface="Times New Roman" pitchFamily="18" charset="0"/>
                <a:cs typeface="Times New Roman" pitchFamily="18" charset="0"/>
              </a:rPr>
              <a:t>Дизайн полиграфической продукции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 —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разновидность графического дизайна, в задачи которого входит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разработка материалов под печатную продукцию. Чаще всего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готовым продуктом является бумажный носитель. Под разработкой дизайна в полиграфии понимается графическое оформление макета согласно пожеланиям заказчика и в соответствии техническим требованиям для реализации данной продукции. </a:t>
            </a:r>
          </a:p>
          <a:p>
            <a:pPr algn="just"/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3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3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Бурное развитие цифровых технологий в настоящее время привело к тому, что верстальщики для работы стали использовать компьютеры и работать в специальных верстальных программах.</a:t>
            </a:r>
            <a:endParaRPr lang="ru-RU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2844" y="4684675"/>
            <a:ext cx="4857784" cy="164352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Листо́вка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 — вид печатной полиграфической продукции, одностраничный лист бумаги с текстом и иллюстрациями. </a:t>
            </a:r>
            <a:endParaRPr lang="ru-RU" sz="2800" dirty="0" err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4282" y="612709"/>
            <a:ext cx="4572000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Буклет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это двухсторонняя листовка, сложенная для удобства в 2-3 раза ( 2-3 фальца).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429124" y="2898725"/>
            <a:ext cx="4572000" cy="95410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/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Флаер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- маленькая листовка формата А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или А6.</a:t>
            </a:r>
          </a:p>
        </p:txBody>
      </p:sp>
      <p:pic>
        <p:nvPicPr>
          <p:cNvPr id="5" name="Picture 5" descr="37179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500042"/>
            <a:ext cx="2714644" cy="2057056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2285984" y="0"/>
            <a:ext cx="42603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К полиграфии относят:</a:t>
            </a:r>
            <a:endParaRPr lang="ru-RU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4068621"/>
            <a:ext cx="3929058" cy="2789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Picture backgroun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85918" y="2714620"/>
            <a:ext cx="2362734" cy="17720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71462"/>
            <a:ext cx="914400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r>
              <a:rPr lang="ru-RU" sz="3000" b="1" dirty="0" smtClean="0">
                <a:latin typeface="Times New Roman" pitchFamily="18" charset="0"/>
                <a:cs typeface="Times New Roman" pitchFamily="18" charset="0"/>
              </a:rPr>
              <a:t>Для удобства прочтения полиграфии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b="1" dirty="0" smtClean="0">
                <a:latin typeface="Times New Roman" pitchFamily="18" charset="0"/>
                <a:cs typeface="Times New Roman" pitchFamily="18" charset="0"/>
              </a:rPr>
              <a:t>необходимо:</a:t>
            </a:r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None/>
            </a:pPr>
            <a:endParaRPr lang="ru-RU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Выделение главной рекламной цели (или задачи)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Ранжирование информации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Разработка и вычленение заголовка, подзаголовка и основного текста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ru-RU" sz="3000" dirty="0" err="1" smtClean="0">
                <a:latin typeface="Times New Roman" pitchFamily="18" charset="0"/>
                <a:cs typeface="Times New Roman" pitchFamily="18" charset="0"/>
              </a:rPr>
              <a:t>слогана</a:t>
            </a:r>
            <a:endParaRPr lang="ru-RU" sz="3000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Выбор и композиционно верное расположение иллюстрации</a:t>
            </a:r>
            <a:endParaRPr lang="ru-RU" sz="3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http://www.azconsult.ru/wp-content/uploads/2014/04/%D0%A1%D0%BD%D0%B8%D0%BC%D0%BE%D0%BA-%D1%8D%D0%BA%D1%80%D0%B0%D0%BD%D0%B0-2014-04-29-%D0%B2-11.16.41.png"/>
          <p:cNvPicPr>
            <a:picLocks noChangeAspect="1" noChangeArrowheads="1"/>
          </p:cNvPicPr>
          <p:nvPr/>
        </p:nvPicPr>
        <p:blipFill>
          <a:blip r:embed="rId2"/>
          <a:srcRect t="3391" b="3391"/>
          <a:stretch>
            <a:fillRect/>
          </a:stretch>
        </p:blipFill>
        <p:spPr bwMode="auto">
          <a:xfrm>
            <a:off x="1850904" y="4143380"/>
            <a:ext cx="5184877" cy="2643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5357818" y="4143380"/>
            <a:ext cx="1643074" cy="14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1500174"/>
            <a:ext cx="9144000" cy="1714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3357562"/>
            <a:ext cx="9144000" cy="1714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214950"/>
            <a:ext cx="9144000" cy="14287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Интернет-технологии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создания рекламной полиграфии включают использование программ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онлайн-сервисов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создания и редактирования макетов буклетов, листовок, визиток и другой рекламной продукции. Вот некоторые из них: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Wilda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онлайн-сервис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создания полиграфической продукции с возможностью использования собственных изображений и текста.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Wilda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создавать различные документы, такие как коммерческие предложения, буклеты, визитки, презентации, баннеры и другие, используя готовые тематические образцы и шаблоны.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Printomat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 это современный высококлассный сервис по изготовлению и печати визиток, листовок, созданных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онлайн-конструктор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 использует библиотеку шаблонов, меняет их дизайн, содержание, размер и расположение элементов. Также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Printomat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позволяет создавать дизайн для бланков,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флаеров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пригласительных,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постеров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календарей и этикеток.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Fotor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конструктор визиток, который предлагает готовые шаблоны и дружелюбный редактор для изменения базового дизайна или создания нового.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Fotor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управлять шрифтами, добавлять фирменные элементы, настраивать текст и фон.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Интернет-технологии</a:t>
            </a:r>
            <a:r>
              <a:rPr lang="ru-RU" dirty="0" smtClean="0"/>
              <a:t> для создания рекламной полиграфии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62489"/>
            <a:ext cx="4552953" cy="43669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1214422"/>
            <a:ext cx="6353191" cy="2843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35024" y="3071810"/>
            <a:ext cx="356613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182</Words>
  <Application>Microsoft Office PowerPoint</Application>
  <PresentationFormat>Экран (4:3)</PresentationFormat>
  <Paragraphs>29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Роль полиграфии </vt:lpstr>
      <vt:lpstr>Дополнительные материалы</vt:lpstr>
      <vt:lpstr>Дизайн полиграфической продукции</vt:lpstr>
      <vt:lpstr>Слайд 4</vt:lpstr>
      <vt:lpstr>Слайд 5</vt:lpstr>
      <vt:lpstr>Слайд 6</vt:lpstr>
      <vt:lpstr>Интернет-технологии для создания рекламной полиграфии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Роль полиграфии в государственном управлении</dc:title>
  <dc:creator>user</dc:creator>
  <cp:lastModifiedBy>user</cp:lastModifiedBy>
  <cp:revision>55</cp:revision>
  <dcterms:created xsi:type="dcterms:W3CDTF">2024-02-01T09:49:19Z</dcterms:created>
  <dcterms:modified xsi:type="dcterms:W3CDTF">2025-11-26T19:04:19Z</dcterms:modified>
</cp:coreProperties>
</file>
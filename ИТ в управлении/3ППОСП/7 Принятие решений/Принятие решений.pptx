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30.08.2025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Принятие решений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2714620"/>
            <a:ext cx="5535684" cy="3783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>
            <a:off x="2214546" y="3071810"/>
            <a:ext cx="4214842" cy="20214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28992" y="6488668"/>
            <a:ext cx="196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Создание проекта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859"/>
            <a:ext cx="9144000" cy="2585323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Программа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Expert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Decide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является программной системой поддержки принятия решений группой экспертов, реализующей метод анализа иерархий Т.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Саати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Она может быть применена для решения следующих задач: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принятие решений о выпуске новой продукции;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проведение исследований и выбора проектного решения;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квалификации персонала;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 при найме на работу;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оценки контрактов и портфелей ценных бумаг;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· выбора средств и метода рекламы;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142852"/>
            <a:ext cx="4929222" cy="2662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>
            <a:stCxn id="10" idx="0"/>
          </p:cNvCxnSpPr>
          <p:nvPr/>
        </p:nvCxnSpPr>
        <p:spPr>
          <a:xfrm rot="5400000" flipH="1" flipV="1">
            <a:off x="1017977" y="803672"/>
            <a:ext cx="1928823" cy="189307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2571736" y="571480"/>
            <a:ext cx="642942" cy="2143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0" y="2714620"/>
            <a:ext cx="20717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Добавление и перемещение новых прямоугольников. Удаление в программе не работает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 rot="10800000">
            <a:off x="4429124" y="1643050"/>
            <a:ext cx="1857388" cy="15002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57818" y="3071810"/>
            <a:ext cx="29289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Щелчок правой кнопкой мыши по прямоугольнику – изменить название</a:t>
            </a:r>
            <a:endParaRPr lang="ru-RU" dirty="0"/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 flipH="1" flipV="1">
            <a:off x="2250265" y="2035959"/>
            <a:ext cx="3143272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5984" y="3786190"/>
            <a:ext cx="2928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Кнопка «заполнить таблицы». Нажимается после создания иерархии (размещения всех прямоугольников и связей между ними)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1857356" y="5429264"/>
            <a:ext cx="3643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Для создания связей протяните курсор с зажатой левой кнопкой мыши от одного прямоугольника к другому</a:t>
            </a:r>
            <a:endParaRPr lang="ru-RU" b="1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 flipV="1">
            <a:off x="4071934" y="714356"/>
            <a:ext cx="2786082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16" y="285728"/>
            <a:ext cx="19288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Результат расчетов. Кнопка нажимается после заполнения всех таблиц из вкладки «Окна»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 rot="10800000">
            <a:off x="2500298" y="428604"/>
            <a:ext cx="435771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500042"/>
            <a:ext cx="9429784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SMART – это метод постановки целей и задач. Согласно ему, цели нужно формулировать так, чтобы они были конкретными, измеримыми, достижимыми, значимыми и ограниченными во времени. Технику используют везде – от проектного менеджмента до управлений собственными планами.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Чтобы поставить цель по SMART, нужно последовательно описать её в соответствии с названными критериями – так, чтобы её нельзя было понять неправильно; подобрать показатель, по которому можно отследить достижение цели; понять, достижима ли она и важна ли для достижения глобальной цели; установить срок, к которому нужно её достичь.</a:t>
            </a:r>
            <a:endParaRPr kumimoji="0" lang="ru-RU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4067822"/>
            <a:ext cx="6368418" cy="2790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SMART: </a:t>
            </a:r>
            <a:r>
              <a:rPr lang="ru-RU" dirty="0" smtClean="0"/>
              <a:t>план работы с критерием</a:t>
            </a:r>
            <a:endParaRPr lang="ru-RU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285784" y="662962"/>
            <a:ext cx="9429784" cy="5909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7056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1. Определите проблему или область для улучшения. Например, одна из проблем может заключаться в том, что срок обработки запросов от клиентов слишком велик.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2. Сформулируйте цели согласно критериям SMART: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(Конкретика)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Вместо расплывчатой цели вроде "улучшить работу с клиентами", укажите конкретную цель: "сократить среднее время обработки заявок до 7 рабочих часов". Здесь важно точно определить, какой именно аспект вы хотите изменить.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Measurable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(Измеримость)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Цель должна иметь четкий количественный индикатор успеха. Например, "уменьшение среднего времени обработки заявки на 30%".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Achievable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(Достижимость)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Убедитесь, что поставленная цель реалистична. Например, желание сократить всю работу с документацией до 10 минут будет чрезмерной задачей. Важно учитывать ресурсы и возможности команды.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Relevant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(Актуальность)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Поставленные цели должны соответствовать приоритетам учреждения и стратегии развития. Например, снижение сроков обработки запросов напрямую связано с повышением удовлетворенности граждан услугами государственного органа.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Time-bound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(Ограничение по времени) 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Определите конкретные сроки достижения цели. Например, "снизить среднее время обработки запросов до 10 рабочих дней к концу второго квартала текущего года".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352</Words>
  <PresentationFormat>Экран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Принятие решений</vt:lpstr>
      <vt:lpstr>Слайд 2</vt:lpstr>
      <vt:lpstr>Слайд 3</vt:lpstr>
      <vt:lpstr>SMART</vt:lpstr>
      <vt:lpstr>SMART: план работы с критерием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реализации управленческих решений</dc:title>
  <dc:creator>user</dc:creator>
  <cp:lastModifiedBy>user</cp:lastModifiedBy>
  <cp:revision>14</cp:revision>
  <dcterms:created xsi:type="dcterms:W3CDTF">2025-03-09T10:19:56Z</dcterms:created>
  <dcterms:modified xsi:type="dcterms:W3CDTF">2025-08-30T12:41:57Z</dcterms:modified>
</cp:coreProperties>
</file>
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F7684-AF35-4CB9-86B4-0EE510FBBFBE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СУБД MS Access (1 </a:t>
            </a:r>
            <a:r>
              <a:rPr lang="en-US" dirty="0" err="1" smtClean="0"/>
              <a:t>часть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Базы данных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559578"/>
            <a:ext cx="7358050" cy="391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>
            <a:off x="2428860" y="4131214"/>
            <a:ext cx="1857388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4286248" y="5345660"/>
            <a:ext cx="250033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71736" y="6488668"/>
            <a:ext cx="402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Программа </a:t>
            </a:r>
            <a:r>
              <a:rPr lang="en-US" dirty="0" smtClean="0"/>
              <a:t>Access </a:t>
            </a:r>
            <a:r>
              <a:rPr lang="ru-RU" dirty="0" smtClean="0"/>
              <a:t>из папки </a:t>
            </a:r>
            <a:r>
              <a:rPr lang="en-US" dirty="0" smtClean="0"/>
              <a:t>Office2007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857232"/>
            <a:ext cx="9144000" cy="163121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это средство для создания баз данных, для хранения, обработки и быстрого доступа к нужной информации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Проще говоря, это программа, которая позволяет хранить данные в виде таблиц, связанных между собой с помощью ключевых полей, и на её основе создавать отчёты, формировать выборки и получать к ним доступ.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4572000" y="857232"/>
            <a:ext cx="4572000" cy="30718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Создание таблицы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2386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3071810"/>
            <a:ext cx="4214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itchFamily="18" charset="0"/>
                <a:cs typeface="Times New Roman" pitchFamily="18" charset="0"/>
              </a:rPr>
              <a:t>Режим конструктора таблиц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позволяет создавать таблицы путём задания имён полей, их типов и свойств.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00425" y="4772025"/>
            <a:ext cx="57435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4786322"/>
            <a:ext cx="33575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Ключевое поле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это поле, которое содержит уникальные (неповторяющиеся) для каждой записи данные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1" name="Прямая со стрелкой 10"/>
          <p:cNvCxnSpPr>
            <a:stCxn id="10" idx="3"/>
          </p:cNvCxnSpPr>
          <p:nvPr/>
        </p:nvCxnSpPr>
        <p:spPr>
          <a:xfrm>
            <a:off x="3357554" y="5524986"/>
            <a:ext cx="2143140" cy="11859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572000" y="857232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 состоит из строк и столбцов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Каждый столбец имеет имя, не повторяющееся в этой таблице. Строки следуют в произвольном порядке и не имеют номеров. Поиск строк производится не по номерам, а по идентификаторам (ключам).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Заполнение таблицы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321468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заполнения таблицы своими данными переключитесь в режим «Таблицы»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(Главная→Режим→Конструктор)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928670"/>
            <a:ext cx="66198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4014809"/>
            <a:ext cx="46196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648869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еще одной таблицы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Схема данных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571612"/>
            <a:ext cx="9144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 flipV="1">
            <a:off x="4857752" y="5514974"/>
            <a:ext cx="2643206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endCxn id="8" idx="2"/>
          </p:cNvCxnSpPr>
          <p:nvPr/>
        </p:nvCxnSpPr>
        <p:spPr>
          <a:xfrm rot="16200000" flipV="1">
            <a:off x="1868080" y="3453995"/>
            <a:ext cx="3586172" cy="239317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0" y="637223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Добавление таблиц для просмотра осуществляется вручную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7148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Схема данных графически отображается в отдельном окне и показывает логическую структуру базы данных. Таблицы представлены списками полей, а связи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 их наличии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линиями между полями разных таблиц.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143108" y="2143116"/>
            <a:ext cx="642942" cy="714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286232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Запросы в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— это средство выбора необходимой информации из базы данных. Они используются для просмотра, анализа и изменения данных в одной или нескольких таблицах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Некоторые функции запросов: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фильтровать и сортировать данные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производить расчёты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группировать записи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вносить изменения сразу в несколько записей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создавать таблицы как результат запроса.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029095"/>
            <a:ext cx="91440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369331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существуют следующие виды запросов: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на выборку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Задает вопросы о данных, хранящихся в таблицах, и представляет полученный динамический набор в режиме формы или таблицы без изменения данных.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с параметрами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При запуске такого запроса открывается диалоговое окно, в которое должны быть внесены определённые сведения, критерии отбора данных.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Перекрёстный запрос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Позволяет отобразить в таблице некоторые статистические расчёты. Это способ упорядочить информацию из базы данных по двум или более параметрам и сделать таблицу более компактной и наглядной.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на изменение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Используется для внесения изменений в несколько записей таблицы. Возможны запросы на изменение таблицы, на удаление записей, на добавление или обновление записей.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SQL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Запросы, которые могут быть созданы только с помощью специального языка (инструкций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714884"/>
            <a:ext cx="9144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Запросы: алгоритм создания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385762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3357554" y="2500306"/>
            <a:ext cx="1214446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4572000" y="2285992"/>
            <a:ext cx="4000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Выбрать необходимые для вывода поля таблицы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 flipV="1">
            <a:off x="2214546" y="4286256"/>
            <a:ext cx="2571768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4572000" y="3929066"/>
            <a:ext cx="3143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Заполнить условия отбора (например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Иванов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4175" y="5476875"/>
            <a:ext cx="62198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5400000">
            <a:off x="3357554" y="4929198"/>
            <a:ext cx="1214446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4214810" y="4714884"/>
            <a:ext cx="4000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Нажать кнопку «Выполнить»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23" idx="1"/>
          </p:cNvCxnSpPr>
          <p:nvPr/>
        </p:nvCxnSpPr>
        <p:spPr>
          <a:xfrm rot="10800000" flipV="1">
            <a:off x="1643042" y="3390598"/>
            <a:ext cx="3071834" cy="18243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23" idx="1"/>
          </p:cNvCxnSpPr>
          <p:nvPr/>
        </p:nvCxnSpPr>
        <p:spPr>
          <a:xfrm rot="10800000" flipV="1">
            <a:off x="1857356" y="3390598"/>
            <a:ext cx="2857520" cy="225297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4714876" y="2928934"/>
            <a:ext cx="40005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 необходимости можно стереть случайно добавленные столбцы или отключить их отображение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2428860" y="2285992"/>
            <a:ext cx="1000132" cy="1143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Запросы: алгоритм создания</a:t>
            </a:r>
            <a:endParaRPr lang="ru-R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047875"/>
            <a:ext cx="62198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5400000">
            <a:off x="3964777" y="1726404"/>
            <a:ext cx="714380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2071670" y="2405065"/>
            <a:ext cx="3786214" cy="7143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786182" y="1000108"/>
            <a:ext cx="53578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Кроме запросов на сортировку и фильтрацию данных можно создать и другие запросы, изменяющие содержание таблиц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4071942"/>
            <a:ext cx="74390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1857356" y="5572140"/>
            <a:ext cx="53578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После того, как были заданы условия на обновление/удаление, необходимо нажать на кнопку Выполнить и подтвердить результат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857232"/>
            <a:ext cx="9144000" cy="27146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Запросы: группировка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785794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Запросы с группировкой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позволяют обрабатывать сразу несколько строк, например, считать сумму баллов или находить количество строк с одинаковым значением заданного поля.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Некоторые функции, которые можно использовать в запросах с группировкой: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Sum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вычисление суммы всех значений заданного поля для каждой группы. Функция используется только для числовых и денежных полей.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Avg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вычисление среднего значения в каждой из групп заданного поля. Функция используется только для числовых и денежных полей.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возвращение числа записей, значение которых отличны от нуля, в каждой группе заданного поля.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712" y="3571876"/>
            <a:ext cx="5862535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6286512" y="3571876"/>
            <a:ext cx="357190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857488" y="6072206"/>
            <a:ext cx="1928826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410</Words>
  <Application>Microsoft Office PowerPoint</Application>
  <PresentationFormat>Экран (4:3)</PresentationFormat>
  <Paragraphs>44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СУБД MS Access (1 часть)</vt:lpstr>
      <vt:lpstr>Базы данных</vt:lpstr>
      <vt:lpstr>Создание таблицы</vt:lpstr>
      <vt:lpstr>Заполнение таблицы</vt:lpstr>
      <vt:lpstr>Схема данных</vt:lpstr>
      <vt:lpstr>Запросы</vt:lpstr>
      <vt:lpstr>Запросы</vt:lpstr>
      <vt:lpstr>Запросы: алгоритм создания</vt:lpstr>
      <vt:lpstr>Запросы: алгоритм создания</vt:lpstr>
      <vt:lpstr>Запросы: группировка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СУБД MS Access (1 часть)</dc:title>
  <dc:creator>user</dc:creator>
  <cp:lastModifiedBy>user</cp:lastModifiedBy>
  <cp:revision>19</cp:revision>
  <dcterms:created xsi:type="dcterms:W3CDTF">2025-04-18T08:16:15Z</dcterms:created>
  <dcterms:modified xsi:type="dcterms:W3CDTF">2025-09-02T11:54:13Z</dcterms:modified>
</cp:coreProperties>
</file>
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Динамическое тестирование: техники </a:t>
            </a:r>
            <a:r>
              <a:rPr lang="ru-RU" b="1" dirty="0" err="1" smtClean="0"/>
              <a:t>тест-дизайна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Динамическое тестирование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термин, который означает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тестирование программного обеспечения, которое включает выполнение кода и проверку его поведения в различных сценариях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отличие от статических методов, где программное обеспечение не выполняется (анализ на этапе компиляции), динамические методы предполагают выполнение программного кода (на этапе выполнения).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8843" y="1500175"/>
            <a:ext cx="6160544" cy="5219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тест-дизайна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создать такой набор проверок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тест-кейсов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который покроет самые критические сценарии, но при этом не будет избыточным (учитывая ограниченное время и ресурсы). Если подходить к этому без оглядки на риски, легко потратить силы на проверку мелочей, пропустив то, что реально может «положить» релиз. А управление рисками как раз помогает понять, на что именно направить усилия.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9144000" cy="41148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1435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Комбинаторный взрыв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явление, при котором количество возможных комбинаций входных данных и состояний системы растёт экспоненциально с добавлением новых параметров. Даже в относительно простом приложении с несколькими независимыми входными данными число тестов может стать астрономическим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Даже если бы ресурсы были безграничны, полное покрытие тестами остаётся недостижимым по нескольким причинам: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Неисчерпаемость путей выполнения. В коде с условными операторами и циклами существует огромное количество возможных путей выполнения. Проверить их все физически невозможно.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Неопределённость требований. Пропуск даже одного важного сценария использования делает покрытие неполным.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Сложность взаимодействий. Ошибки часто возникают именно на стыке модулей, при их взаимодействии с нестабильными внешними системами (порты, таймеры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Вместо попытки протестировать абсолютно всё, профессионалы используют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риск-ориентированный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подход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Суть в том, чтобы сфокусировать усилия на наиболее критичных,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высокорисковых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сценариях и областях системы.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3676776"/>
            <a:ext cx="8143932" cy="3181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28"/>
            <a:ext cx="9144000" cy="350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4143380"/>
            <a:ext cx="9001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Валидные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классы эквивалентности — это группы входных данных, которые система должна принять и обработать корректно согласно требованиям. 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Невалидные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классы эквивалентности — это группы данных, которые система должна отклонить с ошибкой или обработать как исключительный случай.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1714488"/>
            <a:ext cx="4786314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285728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элементы BVA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Границы диапазона — это минимальные и максимальные значения, определённые спецификацией. Для каждого диапазона проверяются: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Сама граница — точное значение, заданное условием.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Значение чуть ниже границы — чтобы проверить обработку некорректных (недопустимых) данных.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Значение чуть выше границы — аналогично, для проверки обработки данных за пределами диапазона.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«Углами» диапазонов часто называют именно эти точки: саму границу, а также значения сразу до и после неё.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Отрицательные тесты — это тесты с недопустимыми входными данными (значениями, выходящими за пределы диапазона). Они проверяют, корректно ли система обрабатывает такие входы и выдаёт ли ожидаемую ошибку или исключение.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Таблицы решений строят на базе формализованных бизнес правил: сначала выделяют условия (входные параметры, влияющие на результат) и соответствующие им действия (ожидаемые исходы), затем фиксируют все значимые комбинации условий в строках таблицы, сопоставляя каждой комбинацию конкретное действие. Такой подход позволяет наглядно представить сложную логику принятия решений и сделать её понятной не только разработчикам, но и бизнес заказчикам — это особенно ценно в экономических и аналитических системах, где правила часто меняются и требуют прозрачной фиксации.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Минимизация таблицы решений направлена на устранение избыточности: из неё исключают дублирующиеся или логически невозможные комбинации, объединяют схожие правила и убирают строки, которые не влияют на итоговые действия, — в результате таблица становится компактнее и удобнее для поддержки, при этом сохраняется полнота покрытия бизнес логики.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практико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ориентированных проектов (например, в рамках дипломных работ по информационным системам) минимизация помогает сократить объём тест кейсов и упростить последующее сопровождение правил без потери функциональности.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Покрытие условий в таблице решений отражает, насколько полно учтены возможные сценарии работы системы: каждая значимая комбинация входных данных должна иметь явно прописанное действие, а противоречивые или пересекающиеся правила — быть разрешены. В контексте тестирования это напрямую связано с достижением достаточного уровня проверки бизнес логики: грамотно составленная и минимизированная таблица служит основой для формирования тест кейсов, гарантируя, что ни одно важное правило не останется непроверенным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  Левая верхняя часть — список условий. Это строки «Тип клиента», «Сумма заказа», «Наличие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промокода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». Они описывают входные параметры, от которых зависит решение.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  Правая верхняя часть — значения условий по правилам. Столбцы «Правило 1»–«Правило 4» задают комбинации значений: например, «новый + &lt; 5 000 + нет» — это один сценарий.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  Левая нижняя часть — список действий. Строки «Применить скидку 10%», «Применить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промокод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«Отклонить заказ», «Запросить подтверждение» — это возможные исходы.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  Правая нижняя часть — матрица действий для каждой комбинации. В ячейках указано, какие действия выполняются в каждом правиле. Каждый столбец — это готовый тест кейс.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571744"/>
            <a:ext cx="5915774" cy="408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Тестирование переходов состояний опирается на диаграммы состояний — они визуализируют жизненный цикл объекта: фиксируют его возможные состояния, события, инициирующие переходы, и условия, при которых эти переходы допустимы. Такая диаграмма служит основой для проектирования тестов: по ней чётко видно, какие сценарии поведения системы нужно проверить, чтобы убедиться в корректности логики при смене состояний — это особенно важно для систем с выраженным жизненным циклом (например, статусы заказа или этапы согласования документа).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Валидные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переходы — это те, которые предусмотрены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бизнес‑логикой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отражены в диаграмме: например, переход заказа из статуса «Новый» в «В работе» при подтверждении менеджером. Их проверяют, чтобы подтвердить, что система корректно реагирует на разрешённые события и обновляет состояние согласно требованиям; при этом отдельное внимание уделяют граничным ситуациям — например, повторному подтверждению уже принятого заказа или параллельным событиям, которые могут привести к конфликту состояний.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Невалидные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переходы — попытки перевести объект в состояние, не предусмотренное логикой (например, «доставить» отменённый заказ): их тестируют, чтобы убедиться, что система не допускает некорректных изменений, а вместо этого возвращает понятную ошибку, сохраняет целостность данных и не переходит в неопределённое состояние.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практико‑ориентированных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проектах (в том числе в дипломных работах по качеству ПО) проверка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невалидных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переходов повышает надёжность системы и помогает выявить пробелы в обработке исключительных ситуаций.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Диаграмма состояний в UML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 это поведенческая диаграмма, которая моделирует жизненный цикл объекта как набор состояний и переходов между ними: она показывает, в каких состояниях может находиться объект, какие события вызывают смену состояния и при каких условиях это допустимо.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Основные элементы — состояния (в виде прямоугольников со скруглёнными углами), переходы (стрелки с указанием события и, при необходимости, охранного условия в квадратных скобках), а также начальное (закрашенный круг) и конечное (круг с точкой внутри)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псевдосостояния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внутри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состояния можно описывать действия при входе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entry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), выходе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exit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и выполняемые в течение пребывания в состоянии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Такая диаграмма особенно полезна для проектирования и тестирования систем с выраженной логикой жизненного цикла (например, статусы заказа, заявки или сетевого соединения) — она делает поведение объекта наглядным и служит основой для формирования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тест‑кейсов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валидные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невалидные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переходы.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285992"/>
            <a:ext cx="6575290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914464"/>
            <a:ext cx="7264410" cy="3943536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Приоритизация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 тестов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на основе рисков позволяет сфокусировать усилия на самых уязвимых местах продукта: для этого строят матрицу рисков, где по одной оси отражают вероятность дефекта, а по другой — его влияние на бизнес; на пересечении получают уровень риска, который и определяет очерёдность проверки. Такой подход особенно ценен в дипломных и проектных работах по качеству ПО — он помогает обоснованно распределить ограниченные ресурсы тестирования и показать, что проверка ведётся не хаотично, а исходя из реальных угроз для системы.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Критичность функциональности и частота её использования служат ключевыми критериями при расстановке приоритетов: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высококритичные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функции (например, расчёт платежей или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детекция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аномалий) тестируют в первую очередь даже при низкой частоте применения, а часто используемые, но менее критичные (вроде фильтров или пагинации) идут следом. В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практико‑ориентированных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задачах (в том числе для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BI‑систем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микросервисов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 это позволяет гарантировать стабильность ключевых процессов и минимизировать риски для бизнеса при выпуске обновлений.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714488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Попарное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тестирование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pairwise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это комбинаторная техника, которая позволяет существенно сократить количество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тест‑кейсов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без потери качества проверки: её основа в том, что большинство дефектов проявляется при взаимодействии не более чем двух параметров, поэтому достаточно протестировать все возможные пары значений. Такой подход особенно полезен в аналитических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BI‑системах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где на результат влияют сразу несколько факторов (фильтры, диапазоны дат, типы агрегации, сегменты пользователей) —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pairwise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помогает покрыть ключевые комбинации, не создавая экспоненциально растущий набор тестов.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автоматизации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попарного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тестирования применяют алгоритмы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AllPairs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специализированные инструменты, например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PICT: они принимают на вход список параметров и их значений, а на выходе формируют компактный набор тестовых комбинаций, гарантируя покрытие всех пар. 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акие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инструменты удобно использовать как демонстрацию инженерного подхода 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тест‑дизайну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с их помощью можно обосновать выбор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тест‑кейсов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показать снижение трудоёмкости и привязать стратегию тестирования к метрикам покрытия, что повышает практическую ценность работы.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комбинаторные техники: </a:t>
            </a:r>
            <a:r>
              <a:rPr lang="ru-RU" sz="32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попарное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тестирование (</a:t>
            </a:r>
            <a:r>
              <a:rPr lang="ru-RU" sz="32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pairwise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), алгоритмы </a:t>
            </a:r>
            <a:r>
              <a:rPr lang="ru-RU" sz="32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AllPairs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инструменты (PICT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)</a:t>
            </a:r>
            <a:endParaRPr lang="ru-RU" sz="3200" b="1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571612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«0‑1‑много»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проверяем, как система работает, когда данных нет, один элемент и много элементов. Это быстро подсвечивает проблемы с обработкой разного объёма входных данных — например, в фильтрах или отчётах.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«Границы и окрестности»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тестируем значения на краю диапазона и рядом с ним (чуть меньше, ровно на границе, чуть больше). Так ловим ошибки в условиях и расчётах — например, когда скидка должна срабатывать ровно с 5000 ₽, а не срабатывает.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«Неправильные типы данных»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подаём на вход то, чего система не ждёт: буквы вместо цифр, слишком длинные строки, странные форматы. Это показывает, умеет ли система отличать корректный ввод от ошибочного и понятно ли сообщает о проблемах.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эвристики </a:t>
            </a:r>
            <a:r>
              <a:rPr lang="ru-RU" sz="32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тест-дизайна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: «0-1-много», «границы и окрестности», «неправильные типы данных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»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856357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Покрытие требований показывает, сколько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бизнес‑правил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сценариев реально проверили тестами: если требование есть, а тест под него — нет, риск пропуска ошибки растёт. Для дипломных и учебных проектов это главный ориентир: он связывает тесты с пользой для бизнеса и доказывает, что проверка идёт не «наугад», а по важным функциям.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Покрытие кода (например, строк или веток) отражает, какая часть логики запускалась во время тестов, — это особенно полезно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Python‑проектах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pytest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coverage.py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высокий процент говорит, что код не просто работает в одном сценарии, а проверен в разных ветвлениях.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Процент выявленных дефектов — простая, но сильная метрика: она показывает, насколько тесты «полезны» и находят реальные проблемы. В сочетании с двумя предыдущими метриками она помогает понять, где тестов достаточно, а где стоит добавить кейсы — и обосновать это в работе по качеству ПО.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оценка эффективности </a:t>
            </a:r>
            <a:r>
              <a:rPr lang="ru-RU" sz="26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тест-набора</a:t>
            </a:r>
            <a:r>
              <a:rPr lang="ru-RU" sz="2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: покрытие требований, покрытие кода, процент выявленных дефектов.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714</Words>
  <PresentationFormat>Экран (4:3)</PresentationFormat>
  <Paragraphs>45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Динамическое тестирование: техники тест-дизайна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2026-09-24T14:22:22Z</dcterms:created>
  <dcterms:modified xsi:type="dcterms:W3CDTF">2026-09-24T14:59:53Z</dcterms:modified>
</cp:coreProperties>
</file>
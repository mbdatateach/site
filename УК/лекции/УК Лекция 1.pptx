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59" r:id="rId1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75" d="100"/>
          <a:sy n="75" d="100"/>
        </p:scale>
        <p:origin x="-2580" y="-7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5A99F-5D8E-4E13-A022-C7ADACEE3A45}" type="datetimeFigureOut">
              <a:rPr lang="ru-RU" smtClean="0"/>
              <a:t>09.09.2026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644BF-E610-42DC-9768-F4705506355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5A99F-5D8E-4E13-A022-C7ADACEE3A45}" type="datetimeFigureOut">
              <a:rPr lang="ru-RU" smtClean="0"/>
              <a:t>09.09.2026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644BF-E610-42DC-9768-F4705506355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5A99F-5D8E-4E13-A022-C7ADACEE3A45}" type="datetimeFigureOut">
              <a:rPr lang="ru-RU" smtClean="0"/>
              <a:t>09.09.2026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644BF-E610-42DC-9768-F4705506355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5A99F-5D8E-4E13-A022-C7ADACEE3A45}" type="datetimeFigureOut">
              <a:rPr lang="ru-RU" smtClean="0"/>
              <a:t>09.09.2026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644BF-E610-42DC-9768-F4705506355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5A99F-5D8E-4E13-A022-C7ADACEE3A45}" type="datetimeFigureOut">
              <a:rPr lang="ru-RU" smtClean="0"/>
              <a:t>09.09.2026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644BF-E610-42DC-9768-F4705506355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5A99F-5D8E-4E13-A022-C7ADACEE3A45}" type="datetimeFigureOut">
              <a:rPr lang="ru-RU" smtClean="0"/>
              <a:t>09.09.2026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644BF-E610-42DC-9768-F4705506355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5A99F-5D8E-4E13-A022-C7ADACEE3A45}" type="datetimeFigureOut">
              <a:rPr lang="ru-RU" smtClean="0"/>
              <a:t>09.09.2026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644BF-E610-42DC-9768-F4705506355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5A99F-5D8E-4E13-A022-C7ADACEE3A45}" type="datetimeFigureOut">
              <a:rPr lang="ru-RU" smtClean="0"/>
              <a:t>09.09.2026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644BF-E610-42DC-9768-F4705506355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5A99F-5D8E-4E13-A022-C7ADACEE3A45}" type="datetimeFigureOut">
              <a:rPr lang="ru-RU" smtClean="0"/>
              <a:t>09.09.2026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644BF-E610-42DC-9768-F4705506355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5A99F-5D8E-4E13-A022-C7ADACEE3A45}" type="datetimeFigureOut">
              <a:rPr lang="ru-RU" smtClean="0"/>
              <a:t>09.09.2026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644BF-E610-42DC-9768-F4705506355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5A99F-5D8E-4E13-A022-C7ADACEE3A45}" type="datetimeFigureOut">
              <a:rPr lang="ru-RU" smtClean="0"/>
              <a:t>09.09.2026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644BF-E610-42DC-9768-F4705506355D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F5A99F-5D8E-4E13-A022-C7ADACEE3A45}" type="datetimeFigureOut">
              <a:rPr lang="ru-RU" smtClean="0"/>
              <a:t>09.09.2026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A644BF-E610-42DC-9768-F4705506355D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Концепции качества программного продукта и процессы обеспечения качества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Ключевые стандарты для управления качеством ПО</a:t>
            </a:r>
            <a:endParaRPr lang="ru-RU" sz="32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49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250" y="1142985"/>
            <a:ext cx="9089502" cy="4572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913" y="352425"/>
            <a:ext cx="9020175" cy="6153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143248"/>
            <a:ext cx="9144000" cy="2933701"/>
          </a:xfrm>
          <a:prstGeom prst="rect">
            <a:avLst/>
          </a:prstGeom>
          <a:noFill/>
        </p:spPr>
      </p:pic>
      <p:sp>
        <p:nvSpPr>
          <p:cNvPr id="3" name="Прямоугольник 2"/>
          <p:cNvSpPr/>
          <p:nvPr/>
        </p:nvSpPr>
        <p:spPr>
          <a:xfrm>
            <a:off x="0" y="0"/>
            <a:ext cx="9144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Capability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Maturity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Model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Integration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(CMMI)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 — это методология (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фреймворк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) для совершенствования процессов и улучшения показателей деятельности в организациях разных размеров и видов деятельности. Она предоставляет набор рекомендаций в виде практик, реализация которых, по мнению разработчиков, позволяет достичь определённых уровней развития для конкретных областей деятельности.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90613" y="400050"/>
            <a:ext cx="6962775" cy="6057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338" y="1138238"/>
            <a:ext cx="9077325" cy="458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5819775" cy="4953001"/>
          </a:xfrm>
          <a:prstGeom prst="rect">
            <a:avLst/>
          </a:prstGeom>
          <a:noFill/>
        </p:spPr>
      </p:pic>
      <p:sp>
        <p:nvSpPr>
          <p:cNvPr id="4" name="Прямоугольник 3"/>
          <p:cNvSpPr/>
          <p:nvPr/>
        </p:nvSpPr>
        <p:spPr>
          <a:xfrm>
            <a:off x="5572132" y="928670"/>
            <a:ext cx="3571868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>
                <a:latin typeface="Times New Roman" pitchFamily="18" charset="0"/>
                <a:cs typeface="Times New Roman" pitchFamily="18" charset="0"/>
              </a:rPr>
              <a:t>FURPS+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 — это система классификации требований к программным системам, разработанная Робертом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Грэйди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Robert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Grady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) из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Hewlett-Packard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в начале 1990-х годов. Она помогает структурировать и не упустить важные аспекты при разработке, охватывая как функции системы, так и её качество. 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0" y="5042118"/>
            <a:ext cx="91440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Модель качества </a:t>
            </a:r>
            <a:r>
              <a:rPr lang="ru-RU" sz="1400" b="1" dirty="0" err="1" smtClean="0">
                <a:latin typeface="Times New Roman" pitchFamily="18" charset="0"/>
                <a:cs typeface="Times New Roman" pitchFamily="18" charset="0"/>
              </a:rPr>
              <a:t>Дроми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 — это подход к оценке качества ПО, который связывает свойства продукта с вероятными дефектами: она помогает предсказывать ошибки и показывает, пренебрежение какими характеристиками чаще всего приводит к сбоям.</a:t>
            </a:r>
          </a:p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В её основе — анализ отношений между характеристиками качества,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подхарактеристиками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и конкретными свойствами ПО: если по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какому‑то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параметру качество «проседает», модель указывает на типы дефектов, которые с высокой вероятностью появятся. Для твоей работы в прикладной информатике и в дипломном проекте это полезно как инструмент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приоритизации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тестирования: можно заранее выделить рискованные участки системы и сфокусировать проверку там, где дефекты наиболее вероятны.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207543"/>
            <a:ext cx="9144000" cy="3650457"/>
          </a:xfrm>
          <a:prstGeom prst="rect">
            <a:avLst/>
          </a:prstGeom>
          <a:noFill/>
        </p:spPr>
      </p:pic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00232" y="0"/>
            <a:ext cx="5319705" cy="34645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1643050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smtClean="0"/>
              <a:t>https://cloud.mail.ru/public/MREJ/sXw2VeC3H</a:t>
            </a:r>
            <a:endParaRPr lang="ru-RU" sz="3200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" y="0"/>
            <a:ext cx="9144000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Основные модели жизненного цикла ПО</a:t>
            </a:r>
            <a:endParaRPr lang="ru-RU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23554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71604" y="2409844"/>
            <a:ext cx="5938608" cy="444815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914400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SQA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Software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Quality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Assurance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— обеспечение качества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•	Фокус: на процессах разработки, а не на продукте.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•	Что делает: задаёт стандарты, регламенты и метрики; внедряет практики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ревью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кода, CI/CD, управление конфигурацией); проводит аудиты и инспекции процессов.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•	Цель: предотвратить дефекты за счёт правильных процессов и культуры качества — работать так, чтобы ошибок изначально возникало меньше.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•	Для твоего диплома (прикладная информатика,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микросервисы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): SQA — это про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воспроизводимость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сборки, контроль версий, стандарты проектирования и управление рисками проекта.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________________________________________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SQC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Software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Quality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Control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— контроль качества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•	Фокус: на продукте и его соответствии требованиям.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•	Что делает: тестирование (модульное, интеграционное, нагрузочное), проверку артефактов,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валидацию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 верификацию, фиксацию 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приоритизацию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дефектов.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•	Цель: выявить и устранить дефекты в готовом или промежуточном продукте.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•	Для твоего диплома: SQC — это про тестовые сценарии, покрытие требований тестами, отчёты о дефектах и критерии приёмки модуля (например, твоего модуля защиты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микросервисной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архитектуре).</a:t>
            </a:r>
          </a:p>
          <a:p>
            <a:pPr algn="just"/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5857892"/>
            <a:ext cx="9144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SQA — предотвращаем ошибки через процессы; SQC — находим и исправляем ошибки в продукте.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1"/>
            <a:ext cx="9144000" cy="684906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714404"/>
            <a:ext cx="10079010" cy="757240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Анализ требований — это фундамент качества ПО: если требования плохие, даже идеально написанный код не решит задачу и приведёт к переделкам, срыву сроков и росту стоимости проекта. Для твоего диплома по прикладной информатике в экономике это особенно важно: ошибки в требованиях к расчётам, отчётности или интеграции с учётными системами могут искажать экономические показатели и делать систему непригодной для эксплуатации.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1857364"/>
            <a:ext cx="442912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Типичные дефекты требований: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неполнота и неоднозначность;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противоречия и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нереализуемость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algn="just"/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непроверяемость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(нет метрик);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игнорирование ограничений;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подмена требований решениями.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4572000" y="1785926"/>
            <a:ext cx="4572000" cy="3785652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Способы предотвращения: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шаблоны и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чек‑листы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критерии SMART/INVEST;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вовлечение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стейкхолдеров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прототипы;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моделирование (диаграммы, сценарии);</a:t>
            </a:r>
          </a:p>
          <a:p>
            <a:pPr algn="just"/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трассируемость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и инспекции;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фиксация допущений и граничных условий.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857232"/>
            <a:ext cx="9144000" cy="43102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102</Words>
  <Application>Microsoft Office PowerPoint</Application>
  <PresentationFormat>Экран (4:3)</PresentationFormat>
  <Paragraphs>34</Paragraphs>
  <Slides>14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5" baseType="lpstr">
      <vt:lpstr>Тема Office</vt:lpstr>
      <vt:lpstr>Концепции качества программного продукта и процессы обеспечения качества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  <vt:lpstr>Слайд 13</vt:lpstr>
      <vt:lpstr>Слайд 14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2</cp:revision>
  <dcterms:created xsi:type="dcterms:W3CDTF">2026-09-09T15:24:27Z</dcterms:created>
  <dcterms:modified xsi:type="dcterms:W3CDTF">2026-09-09T15:41:57Z</dcterms:modified>
</cp:coreProperties>
</file>
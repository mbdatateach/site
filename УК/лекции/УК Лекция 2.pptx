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0158-9138-4B59-B36C-F7BEA0C328E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A1D9E-DA99-4E09-8C4D-AD18C61115B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otus.ru/nest/post/770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Статическое тестирование и управление конфигурациями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0"/>
            <a:ext cx="6260036" cy="3719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3643314"/>
            <a:ext cx="4357686" cy="32146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04140"/>
            <a:ext cx="9001156" cy="5057764"/>
          </a:xfrm>
          <a:prstGeom prst="rect">
            <a:avLst/>
          </a:prstGeom>
          <a:noFill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500034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INVEST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5716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процесс проверки кода или требований другим специалистом для выявления дефектов, улучшения логики и проверки соответствия утверждённым методикам до того, как изменения попадут в рабочую версию системы.</a:t>
            </a:r>
          </a:p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Чек‑лист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подход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стандартизированный перечень контрольных вопросов, по которым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ревьюер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последовательно проверяет код или документ: снижает субъективность, исключает пропуски и делает проверку воспроизводимой.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Ролевая модель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распределение ответственности между участниками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где каждый отвечает за свою зону: автор готовит материал, ведущий координирует процесс, рецензенты проверяют со своей стороны (логика, безопасность, тесты).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Автор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разработчик или аналитик, который внёс изменения и готовит их к проверке: отвечает на вопросы, вносит правки и обосновывает принятые решения.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Ведущий (модератор)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координатор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который следит за процессом: распределяет роли, контролирует время, не даёт обсуждению уйти в сторону и принимает решение об откладывании спорных вопросов.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Рецензенты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специалисты, которые проверяют изменения с разных точек зрения (техническая реализуемость, тестируемость, соответствие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бизнес‑логике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и оставляют замечания в своей зоне ответственности.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Фиксация замечаний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обязательная запись каждого выявленного дефекта с указанием конкретного места, описанием проблемы и предложением по исправлению, чтобы по замечанию можно было отследить статус от открытия до закрытия.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1429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Статический анализ кода — это проверка исходного кода без его запуска: инструменты сканируют файлы, выявляют ошибки, несоответствия стандартам и потенциальные проблемы, чтобы команда могла исправить их на ранних этапах разработки. Для прикладных экономических систем это особенно важно: статический анализ помогает не пропустить ошибки в формулах, уязвимости в обработке данных и нарушения методик ещё до тестирования и релиза.</a:t>
            </a: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Типы дефектов, которые выявляет статический анализ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Синтаксические дефекты — нарушения правил языка программирования, из за которых код не может быть корректно обработан компилятором или интерпретатором. Примеры: незакрытые скобки, отсутствие точки с запятой, опечатки в ключевых словах, неверный тип аргумента в вызове функции. В экономических расчётах такие ошибки критичны тем, что блокируют сборку и делают модуль нерабочим; инструменты (линтеры, компиляторы) находят их автоматически и указывают точную строку и файл.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Стилистические дефекты — отклонения от принятых в команде стандартов оформления кода: несогласованные отступы,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неединообразные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имена переменных, избыточные пустые строки, нарушение соглашений по форматированию. Примеры: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totalSum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одном файле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total_sum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другом, разный стиль комментариев, смешение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табов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пробелов. Для экономики это важно не столько ради «красоты», сколько ради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поддерживаемости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единообразный стиль ускоряет чтение кода и снижает риск ошибок при доработке формул и отчётов.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0010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Потенциальные уязвимости — фрагменты кода, которые могут стать точкой входа для атак или утечки данных. Примеры: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хардкод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паролей,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ключей в файлах, SQL инъекции из за конкатенации строк, небезопасные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десериализаторы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хранение чувствительных данных в логах, слабые криптографические методы. В прикладных системах, где обрабатываются персональные данные и финансовая информация, такие дефекты несут прямой риск компрометации и нарушения требований 152 ФЗ; их ищут SAST инструменты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специализированные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Антипаттерны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распространённые, но вредные шаблоны проектирования и реализации, которые ухудшают надёжность, читаемость и тестируемость кода. Примеры: «божественный объект» (класс, который делает всё сразу), жёстко прописанные бизнес правила и ставки налогов прямо в коде, дублирование сложной логики вместо вынесения в сервис, чрезмерное использование глобальных переменных, игнорирование обработки исключений. В экономических проектах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антипаттерны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особенно опасны: если ставка НДС или формула округления «зашита» в десяток мест, любое изменение методики превращается в рискованный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рефакторинг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высокой вероятностью ошибки.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Линтеры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ESLint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Pylint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RuboCop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проверяют стиль и синтаксис кода, обеспечивают единообразие оформления и быстро находят типовые ошибки; особенно полезны в командах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экономистов‑разработчиков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снижения когнитивной нагрузки при чтении формул и отчётов.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Анализаторы качества и технического долга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SonarQube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CodeClimate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оценивают общее качество кода, ищут дублирование, сложные участки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антипаттерны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формируют метрики (плотность дефектов, покрытие) — удобны для обоснования решений в дипломных и учебных проектах.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Инструменты безопасности (SAST: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Semgrep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Bandit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Gosec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выявляют потенциальные уязвимости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хардкод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секретов,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SQL‑инъекции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небезопасные функции); критичны для экономических систем, где обрабатываются персональные и финансовые данные.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Специализированные анализаторы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PVS‑Studio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Clang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Analyzer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глубоко сканируют код на сложные дефекты и ошибки работы с памятью; эффективны для языков C/C++, C# и в высоконагруженных расчётных модулях.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Форматировщики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Prettier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Black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автоматически приводят код к единому стилю, сокращают споры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экономят время команды; хорошо встраиваются в CI/CD и подходят для учебных практик по стандартизации кода.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0" y="3931920"/>
          <a:ext cx="9144000" cy="2961833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Язык / стек</a:t>
                      </a:r>
                      <a:endParaRPr lang="ru-RU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Times New Roman"/>
                          <a:ea typeface="Times New Roman"/>
                          <a:cs typeface="Times New Roman"/>
                        </a:rPr>
                        <a:t>Основной анализатор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Times New Roman"/>
                          <a:ea typeface="Times New Roman"/>
                          <a:cs typeface="Times New Roman"/>
                        </a:rPr>
                        <a:t>Дополнительные инструменты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latin typeface="Times New Roman"/>
                          <a:ea typeface="Times New Roman"/>
                          <a:cs typeface="Times New Roman"/>
                        </a:rPr>
                        <a:t>Что проверяет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JavaScript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TypeScript</a:t>
                      </a:r>
                      <a:endParaRPr lang="ru-RU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ESLint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Prettier (</a:t>
                      </a: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форматирование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), TypeScript Compiler (</a:t>
                      </a: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типы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Стиль, антипаттерны, типичные ошибки JS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Python</a:t>
                      </a:r>
                      <a:endParaRPr lang="ru-RU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Pylint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Flake8, black (форматирование), mypy (типы)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PEP 8, логика, импорты, сложность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Java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SpotBugs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Checkstyle, PMD, Error Prone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Байт-код, безопасность, производительность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Многоязычные проекты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SonarQube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Подключение внешних анализаторов</a:t>
                      </a:r>
                      <a:endParaRPr lang="ru-RU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Единый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дашборд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quality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gates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, тренды</a:t>
                      </a:r>
                      <a:endParaRPr lang="ru-RU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667225" cy="200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1142976" y="1928802"/>
            <a:ext cx="2186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Дублирование кода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357430"/>
            <a:ext cx="5301202" cy="3143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1357290" y="5286388"/>
            <a:ext cx="1962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Длинные методы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256" y="2714620"/>
            <a:ext cx="371474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6000760" y="4857760"/>
            <a:ext cx="2576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Божественные объекты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572000" y="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Запахи кода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smells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метафора, которая описывает признаки потенциальных проблем в дизайне или реализации программного кода. Эти признаки не являются ошибками в строгом смысле, но усложняют понимание, изменение и отладку кода, повышая стоимость его дальнейшего развития.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3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533" name="AutoShape 5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905926"/>
            <a:ext cx="5576546" cy="395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Управление конфигурациями (SCM)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решает задачи сохранения целостности системы,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сборок и контроля изменений: его цели — обеспечить стабильность версий, минимизировать риски при обновлениях и гарантировать, что каждая сборка соответствует утверждённой конфигурации, что особенно критично для экономических расчётов, где важна полная повторяемость результатов.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Объекты конфигурации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включают исходный код,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сборки, зависимости, настройки окружений, документацию и требования; контроль версий фиксирует каждое изменение,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связать правки с задачами и дефектами, отследить влияние изменений на функционал и обосновать корректировки при аудите — это даёт прозрачную историю для обоснования решений в дипломных и промышленных проектах.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1538" y="0"/>
            <a:ext cx="659180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. Как работает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/>
            <a:r>
              <a:rPr lang="en-US" sz="36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https://otus.ru/nest/post/770/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643438" cy="2602864"/>
          </a:xfrm>
          <a:prstGeom prst="rect">
            <a:avLst/>
          </a:prstGeom>
          <a:noFill/>
        </p:spPr>
      </p:pic>
      <p:pic>
        <p:nvPicPr>
          <p:cNvPr id="24580" name="Picture 4" descr="Picture backgrou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3643310"/>
            <a:ext cx="5000628" cy="321469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143372" y="1142984"/>
            <a:ext cx="50006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обеспечивает качество за счёт полной истории изменений: каждый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фиксирует автора, дату, описание правки и ссылки на задачи, позволяя точно установить, когда и почему изменилась логика расчётов — это критично для экономических систем, где любое обновление формул должно быть обосновано и прозрачно.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786190"/>
            <a:ext cx="42148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Аудит и восстановление версий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дают возможность быстро локализовать источник ошибки и откатиться к стабильной сборке: при расхождениях в отчётах можно сравнить версии, выявить проблемное изменение и вернуть рабочую конфигурацию без потери всей доработки, а теги и ветки обеспечивают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результатов для проверок и согласований.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0"/>
            <a:ext cx="63579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GitFlow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структурированная модель для проектов с чётким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релизным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циклом. В ней есть две постоянные ветки: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(стабильный код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(интеграция новых функций). Для задач создают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/, для стабилизации перед релизом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/, а для срочных исправлений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hotfix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 (её ответвляют прямо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Модель даёт предсказуемость, но из-за долгоживущих веток может усложнять интеграцию.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27" name="Picture 27" descr="https://media.proglib.io/wp-uploads/2017/06/jbfetKH.pn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78" y="0"/>
            <a:ext cx="1978042" cy="2620906"/>
          </a:xfrm>
          <a:prstGeom prst="rect">
            <a:avLst/>
          </a:prstGeom>
          <a:noFill/>
        </p:spPr>
      </p:pic>
      <p:sp>
        <p:nvSpPr>
          <p:cNvPr id="30" name="Прямоугольник 29"/>
          <p:cNvSpPr/>
          <p:nvPr/>
        </p:nvSpPr>
        <p:spPr>
          <a:xfrm>
            <a:off x="0" y="2071678"/>
            <a:ext cx="578644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Flow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упрощённый и гибкий подход, ориентированный на непрерывную интеграцию и частые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деплои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Вся стабильная работа живёт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master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Для каждой задачи разработчик создаёт отдельную ветку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после завершения работы формирует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Pull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Request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проходит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только тогда сливает изменения обратно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После слияния код сразу можно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деплоить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Подходит для небольших команд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веб-проектов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где важна скорость.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31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2643182"/>
            <a:ext cx="3214677" cy="180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Прямоугольник 32"/>
          <p:cNvSpPr/>
          <p:nvPr/>
        </p:nvSpPr>
        <p:spPr>
          <a:xfrm>
            <a:off x="0" y="4303455"/>
            <a:ext cx="607219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(TBD) — подход с фокусом на максимально быструю интеграцию. В основе — одна основная ветка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часто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куда разработчики вносят изменения. Либо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коммитят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небольшие атомарные правки напрямую, либо создают очень короткоживущие ветки (на часы или пару дней), которые быстро сливают обратно. Чтобы «сырой» функционал не мешал пользователям, используют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flags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(флаги функций): код попадает в основную ветку, но остаётся скрытым до включения флага. Модель минимизирует конфликты, подходит для команд с высокой дисциплиной CI/CD и опытных разработчиков.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33" name="Picture 33" descr="https://axify.io/hs-fs/hubfs/trunk-based%20development%20diagram.webp?width=1584&amp;height=960&amp;name=trunk-based%20development%20diagram.web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9310" y="4500570"/>
            <a:ext cx="3064690" cy="18573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Покрытие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отражает долю изменений, прошедших проверку: высокий показатель (близкий к 100 %) гарантирует, что критические участки кода (например, формулы расчётов) не попадают в релиз без экспертной оценки, а для прикладных экономических систем это — ключевой фактор снижения рисков искажения отчётности.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Плотность дефектов на 1000 LOC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позволяет количественно оценить «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проблемность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 модулей: высокая плотность сигнализирует о зонах с повышенным риском ошибок (дублирование логики,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антипаттерны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жёстко заданные коэффициенты), требующих углублённого аудита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рефакторинга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в дипломе или проекте такая метрика служит обоснованием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приоритизации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работ.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Доля устранённых замечаний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показывает зрелость процесса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дисциплину команды: стабильно высокий уровень (95–100 %) свидетельствует о системной работе с обратной связью, а снижение — о накоплении технического долга или спорных решениях, которые важно документировать и обосновывать (например, ссылкой на методику ЦБ или Минфина).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1091</Words>
  <Application>Microsoft Office PowerPoint</Application>
  <PresentationFormat>Экран (4:3)</PresentationFormat>
  <Paragraphs>73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Статическое тестирование и управление конфигурациями</vt:lpstr>
      <vt:lpstr>Слайд 2</vt:lpstr>
      <vt:lpstr>Слайд 3</vt:lpstr>
      <vt:lpstr>SMART</vt:lpstr>
      <vt:lpstr>SMART: план работы с критерием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2026-09-15T19:37:14Z</dcterms:created>
  <dcterms:modified xsi:type="dcterms:W3CDTF">2026-09-15T20:04:20Z</dcterms:modified>
</cp:coreProperties>
</file>
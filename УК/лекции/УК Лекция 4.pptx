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DB8B-3620-4001-B275-BEC11C5A5694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63CA-C5F9-4121-AECB-0522257D15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DB8B-3620-4001-B275-BEC11C5A5694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63CA-C5F9-4121-AECB-0522257D15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DB8B-3620-4001-B275-BEC11C5A5694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63CA-C5F9-4121-AECB-0522257D15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DB8B-3620-4001-B275-BEC11C5A5694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63CA-C5F9-4121-AECB-0522257D15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DB8B-3620-4001-B275-BEC11C5A5694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63CA-C5F9-4121-AECB-0522257D15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DB8B-3620-4001-B275-BEC11C5A5694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63CA-C5F9-4121-AECB-0522257D15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DB8B-3620-4001-B275-BEC11C5A5694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63CA-C5F9-4121-AECB-0522257D15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DB8B-3620-4001-B275-BEC11C5A5694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63CA-C5F9-4121-AECB-0522257D15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DB8B-3620-4001-B275-BEC11C5A5694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63CA-C5F9-4121-AECB-0522257D15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DB8B-3620-4001-B275-BEC11C5A5694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63CA-C5F9-4121-AECB-0522257D15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DDB8B-3620-4001-B275-BEC11C5A5694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63CA-C5F9-4121-AECB-0522257D15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DDB8B-3620-4001-B275-BEC11C5A5694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963CA-C5F9-4121-AECB-0522257D153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Стратегия тестирования: уровни, виды и документирование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9144000" cy="5214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9093252" cy="42862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0"/>
            <a:ext cx="6096000" cy="3429001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3357562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Функциональное тестирование проверяет, соответствует ли система заявленным требованиям и корректно ли реализует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бизнес‑логику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например, правильно ли считаются скидки, формируются отчёты, применяются правила округления. Фокус — на «что система должна делать»: каждый тест опирается на конкретное требование или пользовательский сценарий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прикладных информационных систем особенно важны сценарии с граничными и негативными данными: суммы на порогах скидок, крайние даты отчётных периодов, некорректные форматы ввода. Это снижает риски ошибок в расчётах и отчётности, 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трассируемость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(связь требований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тест‑кейсов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делает проверку объективной и пригодной для аудита.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7562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Нефункциональное тестирование оценивает, «как система работает» вне прямой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бизнес‑логики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производительность (время отклика, пропускная способность), безопасность (аутентификация, защита данных, обработка ошибок), удобство использования (понятность интерфейса, доступность) и совместимость (разные ОС, браузеры, устройства, версии зависимостей).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прикладных системах критичны производительность при больших объёмах данных (например, формирование отчётов по 100 000 записей) и безопасность персональных и финансовых данных. Эти проверки фиксируют как отдельные требования (NFR —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Non‑Functional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Requirements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 включают в матрицу трассировки наравне с функциональными.</a:t>
            </a:r>
          </a:p>
        </p:txBody>
      </p:sp>
      <p:pic>
        <p:nvPicPr>
          <p:cNvPr id="1638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28266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14290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Тестирование, связанное с изменениями, нужно, чтобы убедиться, что новые правки не сломали существующую функциональность. Дымовое (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smoke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 тестирование — быстрый контроль базовых функций после сборки: «система запускается, авторизация работает, ключевые сценарии проходят». Санитарное (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sanity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 — точечная проверка именно изменённой области после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хотфикса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. Регрессионное тестирование — полный или выборочный прогон ранее успешных тестов, чтобы подтвердить, что старые функции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по‑прежнему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работают.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14290"/>
            <a:ext cx="9144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Нагрузочное тестирование проверяет поведение системы при ожидаемых и пиковых нагрузках (например, 50–200 одновременных пользователей, формирование тяжёлых отчётов) и метрики вроде времени отклика и пропускной способности.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Стресс‑тестирование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исследует поведение на предельных и запредельных нагрузках: выявляет точки отказа, утечки памяти, деградацию сервиса. Тестирование на отказоустойчивость подтверждает, что система продолжает работать или корректно восстанавливается при сбоях: отказ сервера, потеря связи, сбой базы данных, перезапуск компонентов.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3571876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Цели документации — обеспечить прозрачность,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воспроизводимость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контроль качества: зафиксировать, что проверяли, как, какие результаты получили и какие риски остались. Аудитория разная: разработчики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тестировщики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нуждаются в деталях (шаги, данные, ожидаемые результаты), менеджеры и заказчики — в кратких отчётах о статусе и готовности, аудиторы — в формальных доказательствах покрытия требований.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Форматы подбирают под задачу: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тест‑план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для стратегии и критериев релиза; матрица трассировки — для контроля покрытия;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тест‑кейсы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чек‑листы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для выполнения проверок; отчёты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баг‑репорты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для фиксации результатов и дефектов. В учебных проектах это даёт студентам целостную модель инженерной работы: от требований до измеримых результатов и обоснованных решений о выпуске.</a:t>
            </a:r>
          </a:p>
        </p:txBody>
      </p:sp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0"/>
            <a:ext cx="3905250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027003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Чек‑лист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— это список проверок без детальных шагов: он отвечает на вопрос «что проверить», а не «как». Его используют для быстрого контроля (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smoke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sanity‑тесты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usability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, операционные проверки) — это экономит время и даёт широкое покрытие.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Плюсы: простота, скорость, удобство для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онбординга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и регулярных процедур. Минусы: низкая детализация и зависимость от квалификации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тестировщика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— поэтому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чек‑листы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сочетают с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тест‑кейсами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там, где нужна строгая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воспроизводимость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506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095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3357562"/>
            <a:ext cx="9144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Тест‑кейс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детальный воспроизводимый сценарий: он фиксирует шаги, предусловия и чёткий ожидаемый результат, чтобы любой исполнитель получил одинаковый итог. Обязательные поля: ID, заголовок, предусловия, шаги, ожидаемый результат; полезно добавлять окружение, приоритет, связь с требованиями.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прикладных систем критично указывать конкретные значения, формулы и правила (например, округление), а также разделять позитивные, граничные и негативные сценарии — это снижает риски ошибок в расчётах и отчётности.</a:t>
            </a:r>
          </a:p>
        </p:txBody>
      </p:sp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506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253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0"/>
            <a:ext cx="6096000" cy="3429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4611231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Трассируемость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связывает требования 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тест‑кейсами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дефектами: она нужна, чтобы видеть покрытие и быстро оценивать влияние изменений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impact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analysis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 Матрица трассировки — таблица «требование →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тест‑кейсы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→ статусы» — фиксирует, что проверено, а что нет.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Ключевое правило: одно требование может покрываться несколькими кейсами (позитивный/граничный/негативный), а один кейс — закрывать несколько требований; матрицу регулярно актуализируют при изменениях требований.</a:t>
            </a:r>
          </a:p>
        </p:txBody>
      </p:sp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506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355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0"/>
            <a:ext cx="7929586" cy="44449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4611231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Трассируемость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связывает требования 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тест‑кейсами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дефектами: она нужна, чтобы видеть покрытие и быстро оценивать влияние изменений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impact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analysis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 Матрица трассировки — таблица «требование →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тест‑кейсы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→ статусы» — фиксирует, что проверено, а что нет.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Ключевое правило: одно требование может покрываться несколькими кейсами (позитивный/граничный/негативный), а один кейс — закрывать несколько требований; матрицу регулярно актуализируют при изменениях требований.</a:t>
            </a:r>
          </a:p>
        </p:txBody>
      </p:sp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506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355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0"/>
            <a:ext cx="7929586" cy="44449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4611231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IEEE 829 задаёт типовой набор документов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тест‑план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спецификации, отчёты) и единую терминологию — это делает процесс прозрачным для команды и аудиторов. На практике используют не все документы, а адаптированный набор под критичность проекта.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Внутренние регламенты стандартизируют шаблоны, правила именования (REQ‑, TC‑), критерии качества и порядок согласования — это снижает вариативность и делает метрики качества объективными.</a:t>
            </a:r>
          </a:p>
        </p:txBody>
      </p:sp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506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0"/>
            <a:ext cx="6215106" cy="4655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4611231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IEEE 829 задаёт типовой набор документов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тест‑план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спецификации, отчёты) и единую терминологию — это делает процесс прозрачным для команды и аудиторов. На практике используют не все документы, а адаптированный набор под критичность проекта.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Внутренние регламенты стандартизируют шаблоны, правила именования (REQ‑, TC‑), критерии качества и порядок согласования — это снижает вариативность и делает метрики качества объективными.</a:t>
            </a:r>
          </a:p>
        </p:txBody>
      </p:sp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506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0"/>
            <a:ext cx="6215106" cy="4655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4429132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Jira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управляет требованиями и дефектами и служит ядром трассировки: в карточках фиксируют связи с тестами и критерии готовности релиза.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TestRail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хранит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тест‑кейсы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организует прогоны и интегрируется 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баг‑трекерами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Allure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формирует наглядные отчёты по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автотестам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 вложениями, историей и метриками; через аннотации (ссылки, теги) он автоматически связывает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автотесты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 требованиями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Jira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так сквозная трассировка становится измеримой и прозрачной.</a:t>
            </a:r>
          </a:p>
        </p:txBody>
      </p:sp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506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0"/>
            <a:ext cx="7500958" cy="4177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961</Words>
  <Application>Microsoft Office PowerPoint</Application>
  <PresentationFormat>Экран (4:3)</PresentationFormat>
  <Paragraphs>23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Стратегия тестирования: уровни, виды и документирование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</cp:revision>
  <dcterms:created xsi:type="dcterms:W3CDTF">2026-10-03T08:31:15Z</dcterms:created>
  <dcterms:modified xsi:type="dcterms:W3CDTF">2026-10-03T08:47:02Z</dcterms:modified>
</cp:coreProperties>
</file>
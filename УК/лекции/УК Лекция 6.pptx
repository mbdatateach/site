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08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629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10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396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39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970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28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212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69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67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23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31B6B-E19F-443F-A935-911548126A1D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915FE-B7E6-44CC-B70E-23B4839E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97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articles/472156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Современные тенденции: автоматизация, </a:t>
            </a:r>
            <a:r>
              <a:rPr lang="ru-RU" b="1" dirty="0" err="1"/>
              <a:t>Agile</a:t>
            </a:r>
            <a:r>
              <a:rPr lang="ru-RU" b="1" dirty="0"/>
              <a:t> и </a:t>
            </a:r>
            <a:r>
              <a:rPr lang="ru-RU" b="1" dirty="0" err="1"/>
              <a:t>DevOps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66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985" y="1198148"/>
            <a:ext cx="5962015" cy="397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0" y="0"/>
            <a:ext cx="672084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тестирования: цели, ограничения и риски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автоматизации — обеспечить скорость, повторяемость и масштабируемость проверок: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автотесты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выполняются быстрее ручного прогона, стабильно дают одинаковые результаты и легко запускаются на разных окружениях и в разных масштабах (вплоть до сотен параллельных прогонов). Это особенно важно в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где частые релизы требуют быстрой обратной связи и надёжного регрессионного покрытия.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включают зависимость от стабильности приложения и окружений: тесты ломаются при изменениях UI, API, сетевой инфраструктуры, а поддержка «хрупких» сценариев требует значительных усилий. Также автоматизация не заменяет исследовательское тестирование: она плохо справляется с UX‑оценками, нестандартными пользовательскими сценариями и выявлением неочевидных дефектов.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 связаны с завышенными ожиданиями: если команда рассчитывает на 100% покрытие или полное исключение ручного труда, это приводит к неоправданным затратам и разочарованию. Важен баланс: автоматизировать только стабильные, часто повторяющиеся и высокоприоритетные проверки, а остальные оставлять на ручное или исследовательское тестирование.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7301854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автоматизации: пирамида автоматизации, выбор уровней и типов тестов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Пирамида автоматизации задаёт приоритеты: в основании — быстрые и дешёвые юнит‑тесты (покрывают отдельные модули и функции), выше — интеграционные и API‑тесты (проверяют взаимодействие компонентов), на вершине — E2E‑тесты (имитируют сквозные пользовательские сценарии). Такой подход минимизирует стоимость дефектов и время прогона: большинство проверок должно быть внизу пирамиды, а дорогих E2E‑сценариев — минимум.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уровней зависит от зрелости продукта и процессов: на ранних этапах фокус на юнит‑ и контрактных тестах, по мере стабилизации — добавляют API и E2E. Важно учитывать тестируемость: сценарии с частыми изменениями UI или зависимостью от внешних систем лучше не автоматизировать либо выносить в исследовательские сессии.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Типы тестов выбирают по критериям ценности и стабильности: автоматизируют сценарии с высокой частотой использования, критическим влиянием на бизнес и предсказуемым поведением. Для остальных применяют ручные, исследовательские или сценарные проверки. Такой подход делает стратегию устойчивой и экономически обоснованной.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854" y="747712"/>
            <a:ext cx="4890146" cy="495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07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Окупаемость автоматизации (ROI): расчёт затрат и выгод, точки безубыточности</a:t>
            </a:r>
          </a:p>
          <a:p>
            <a:pPr algn="just"/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Затраты на автоматизацию включают разработку тестов, настройку инфраструктуры (CI/CD, тестовые окружения), поддержку и обучение команды. Выгоды — сокращение времени на регрессию, раннее выявление дефектов, снижение стоимости исправлений и повышение предсказуемости релизов. ROI рассчитывают как отношение выгод к затратам: положительный эффект проявляется не сразу, а по мере накопления базы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автотестов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их многократного использования.</a:t>
            </a:r>
          </a:p>
          <a:p>
            <a:pPr algn="just"/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Точка безубыточности — это момент, когда экономия от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автотестов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начинает превышать затраты на их создание и поддержку. В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её оценивают по количеству прогонов: если тест запускается 5–10 раз, он уже окупает себя; для редко используемых сценариев автоматизация может быть невыгодной.</a:t>
            </a:r>
          </a:p>
          <a:p>
            <a:pPr algn="just"/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обоснования ROI используют метрики: время на регрессию до и после автоматизации, количество найденных дефектов на разных этапах, процент прохождений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автотестов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Эти данные помогают команде принимать решения о расширении или сокращении автоматизации и распределять ресурсы наиболее эффективно.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22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автоматизации UI: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Playwright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Cypress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сравнение, выбор стека</a:t>
            </a:r>
          </a:p>
          <a:p>
            <a:pPr algn="just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зрелый и универсальный инструмент, поддерживающий множество языков и браузеров; его архитектура основана на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WebDriver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даёт гибкость, но требует больше усилий на настройку и стабилизацию тестов.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Playwright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предлагает современный подход с единой моделью браузера, встроенными ожиданиями и хорошей поддержкой динамических страниц; он удобен для сложных сценариев и параллельного запуска.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Cypress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ориентирован на быстрые и понятные тесты в браузере, имеет встроенные отчёты и удобные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ассерты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но ограничен экосистемой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не поддерживает кросс‑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браузерность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«из коробки».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стека зависит от навыков команды и требований проекта: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если нужна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мультиязычность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поддержка редких браузеров;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Playwright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если важны стабильность, скорость и современные возможности;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Cypress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если приоритет на простоту, быстрый старт и наглядность для JS‑команд.</a:t>
            </a: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002" y="3477875"/>
            <a:ext cx="6857398" cy="338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0994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(POM): принципы, реализация, поддержка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POM строятся вокруг инкапсуляции: локаторы и низкоуровневые действия скрывают внутри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 наружу выставляют высокоуровневые методы (например,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openSettings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()). Это защищает тесты от изменений вёрстки: если класс кнопки поменялся, править нужно только в одном месте. Другие принципы — единственность источника истины для элементов, разделение ответственности (тесты — сценарии,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взаимодействие) 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переиспользуемость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компонентов.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начинается с выделения страниц и компонентов: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LoginPage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DashboardPage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ModalWindow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В каждом классе описывают локаторы и методы действий, а методы навигации возвращают следующий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fluent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‑интерфейс). В разных стеках это выглядит по‑разному: в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с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PageFactory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аннотациями, в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с чистыми классами, в JS/TS — с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‑методами и явными ожиданиями.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включает регулярный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рефакторинг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ведение документации, проверки целостности (поиск «мёртвых» локаторов) и распределение ответственности: за каждый объект закрепляют владельца. Такой подход снижает технический долг и делает тесты устойчивыми к изменениям интерфейса.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https://habr.com/ru/articles/472156/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366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API: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RestAssured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сценарии,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ответов</a:t>
            </a:r>
          </a:p>
          <a:p>
            <a:pPr algn="just"/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удобен для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прототипирования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совместной работы: запросы, переменные и тесты хранят в коллекциях, а проверки пишут на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Chai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коллекции запускают в CI через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Newman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RestAssured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‑библиотека, реализующая паттерн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given‑when‑then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интегрируемая с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она позволяет глубоко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валидировать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JSON через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JsonPath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JSON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параметризовать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сценарии.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гибкий стек для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тесты оформляют как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‑функции, а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валидацию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выполняют через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jsonschema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добиваясь строгой типизации и понятной структуры.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делят на функциональные (проверка отдельных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эндпоинтов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сценарные (цепочки запросов с передачей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токенов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ID), негативные (некорректные данные, таймауты) и контрактные (соответствие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OpenAPI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/JSON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Такой подход закрывает основные риски и делает покрытие предсказуемым.</a:t>
            </a:r>
          </a:p>
        </p:txBody>
      </p:sp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896" y="3756752"/>
            <a:ext cx="4250104" cy="310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0" y="4154984"/>
            <a:ext cx="794189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строится слоями: сначала проверяют статус‑код, заголовки и время ответа, затем — структуру JSON и типы данных, далее — смысловые правила (бизнес‑логика) и связность между запросами. Централизованное хранение схем и утилит для извлечения данных делает тесты удобными для поддержки и расширения.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933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Роль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тестировщика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участие в планировании, уточнение требований, раннее выявление рисков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тестировщик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партнёр команды, который влияет на качество с самого начала: на планировании он оценивает задачи с точки зрения тестируемости, помогает формулировать чёткие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criteria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реалистично оценивать трудоёмкость. Его участие делает определение «готово» однозначным: задача завершена, только если она проверена по критериям, покрыта тестами и не ломает смежные функции.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Уточнение требований происходит через «неудобные» вопросы, раскрывающие скрытые сценарии и неоднозначности в бизнес‑логике: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тестировщик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помогает превратить расплывчатые формулировки в проверяемые условия. В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grooming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‑сессиях он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приоритизирует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сценарии по риску и ценности, выделяя критические пути и граничные случаи.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Раннее выявление рисков включает анализ зависимостей, стабильности окружений и доступности данных;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тестировщик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предлагает меры по снижению рисков — от подготовки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моков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до разбиения задачи на меньшие части. Метрики (доля дефектов на ранних стадиях, стабильность окружений) делают качество измеримым и помогают команде улучшать процессы на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ретроспективах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593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CI/CD: непрерывная интеграция, автоматизированные сборки, автоматические тесты,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деплой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Непрерывная интеграция (CI) — это частые небольшие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коммиты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мгновенная обратная связь: каждый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пуш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запускает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проверяет код, устанавливает зависимости и готовит окружение. Автоматизированная сборка превращает исходный код в воспроизводимый артефакт (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‑образ, JAR,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‑пакет) с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версионированием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хранением в реестре; принцип «один артефакт — все окружения» гарантирует, что тестируют и эксплуатируют именно проверенный код.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Автоматические тесты запускают слоями по пирамиде автоматизации: сначала быстрые и дешёвые (юнит‑тесты, линтеры, SAST), затем более тяжёлые (интеграционные, контрактные), и только потом — самые медленные (E2E, нагрузочные).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Параллелизация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стабильность и изоляция окружений делают тесты надёжным «страховочным поясом» для частых релизов.</a:t>
            </a:r>
          </a:p>
          <a:p>
            <a:pPr algn="just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Деплой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реализуют через стратегии снижения рисков: сине‑зелёные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деплои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канареечные релизы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позволяют постепенно включать функционал и быстро откатывать изменения. Идентичность окружений, план отката и автоматизация без «ручных шагов» делают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деплой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предсказуемым и безопасным, а мониторинг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алерты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основой для быстрых решений в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901627"/>
            <a:ext cx="5181599" cy="2956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861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Тренды в обеспечении качества: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Shift‑Right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тестирование, мониторинг в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(QE) — это инженерный подход к качеству: QE‑инженер участвует в планировании наравне с разработчиками, помогает формулировать проверяемые критерии, проектировать тестовые стратегии и внедрять наблюдаемость. Его вклад измеряется метриками (покрытие тестами, плотность дефектов, время до обнаружения проблемы), что делает качество объективным и управляемым.</a:t>
            </a:r>
          </a:p>
          <a:p>
            <a:pPr algn="just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Shift‑Right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тестирование смещает часть проверок на этап эксплуатации: канареечные релизы,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синтетический и реальный мониторинг пользовательского опыта (RUM) и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Chaos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позволяют тестировать в реальных условиях и закрывать сценарии, которые сложно воспроизвести заранее. Такой подход дополняет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предрелизные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тесты и снижает риски для пользователей.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 в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непрерывный сбор и анализ метрик, логов, трассировок и пользовательских сигналов. SLI/SLO/SLA делают качество измеримым, корреляция с релизами помогает быстро находить причины инцидентов, а обратная связь в разработку — планировать улучшения. Единая платформа наблюдаемости и сквозные идентификаторы запросов обеспечивают прозрачность и скорость принятия решений.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80" y="4238532"/>
            <a:ext cx="6441440" cy="2619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863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6419215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AI в тестировании: генерация тест‑кейсов, анализ дефектов, предсказание проблемных областей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ускоряет тест‑дизайн: из требований, спецификаций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OpenAPI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он генерирует позитивные и негативные сценарии, добавляет граничные значения и структурирует тест‑кейсы. Это снимает рутину и позволяет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тестировщику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фокусироваться на сложных и рискованных сценариях; финальная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приоритизация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остаются за человеком.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дефектов с помощью AI автоматизирует классификацию,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дедупликацию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приоритизацию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баг‑репортов: по тексту он определяет тип, критичность, компонент и возможную причину, группирует похожие отчёты и связывает их с тестами и требованиями. Это экономит время на разбор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тикетов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помогает выявлять пробелы в покрытии.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Предсказание проблемных областей основано на ML‑моделях, которые строят риск‑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скоринг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компонентов по историческим данным (дефекты, изменения, сложность кода, стабильность тестов). Высокий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скоринг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сигнал для усиления проверок: в CI/CD для таких модулей запускают расширенный набор тестов, а в план спринта добавляют исследовательское тестирование и код‑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ревью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Метрики эффекта (снижение критических дефектов, ускорение разбора дубликатов) делают внедрение AI измеримым и обоснованным.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215" y="1052893"/>
            <a:ext cx="5772785" cy="435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8445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1763</Words>
  <Application>Microsoft Office PowerPoint</Application>
  <PresentationFormat>Широкоэкранный</PresentationFormat>
  <Paragraphs>42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Современные тенденции: автоматизация, Agile и DevOps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</cp:revision>
  <dcterms:created xsi:type="dcterms:W3CDTF">2026-10-20T12:26:08Z</dcterms:created>
  <dcterms:modified xsi:type="dcterms:W3CDTF">2026-10-20T12:31:19Z</dcterms:modified>
</cp:coreProperties>
</file>
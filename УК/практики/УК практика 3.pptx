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1" r:id="rId5"/>
    <p:sldId id="262" r:id="rId6"/>
    <p:sldId id="263" r:id="rId7"/>
    <p:sldId id="258" r:id="rId8"/>
    <p:sldId id="259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E428FE-B731-42DB-871E-14AB55C2DEF9}" type="datetimeFigureOut">
              <a:rPr lang="ru-RU" smtClean="0"/>
              <a:pPr/>
              <a:t>28.10.2026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3B4A4-6449-474D-83D9-4632A273861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9B955-E356-4D96-8AD7-1F681F1BF609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9B955-E356-4D96-8AD7-1F681F1BF609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9B955-E356-4D96-8AD7-1F681F1BF609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9B955-E356-4D96-8AD7-1F681F1BF609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9B955-E356-4D96-8AD7-1F681F1BF609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Обеспечение качества и контроль в парной разработке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28670"/>
            <a:ext cx="91440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Когда аналитик и разработчик заранее фиксируют, что именно считается правильным результатом, исчезает пространство для разночтений: реализация либо соответствует критериям, либо нет. Именно эта прозрачность становится главным инструментом качества — и она важнее самих тестов.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Критерии приёмки здесь выступают как единый источник правды для пары. Они должны быть сформулированы так, чтобы любой сценарий можно было однозначно отнести к «пройдено» или «не пройдено». Например, фраза «скидка должна считаться верно» ничего не даёт для проверки, а формулировка «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при сумме 1000.00 функция возвращает ровно 5.0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» уже даёт проверяемое условие. В файле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QUALITY_CRITERIA.md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важно описывать не только ожидаемое поведение на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валидных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данных, но и обработку ошибок: что происходит при отрицательной сумме, нуле, очень больших числах. Это превращает критерии в полноценный контракт между ролями: разработчик знает границы допустимой реализации, а аналитик — по каким правилам её оценивать.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786050" y="0"/>
            <a:ext cx="32223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1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28670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Классы эквивалентности и граничные значения позволяют покрыть логику без избыточных проверок. Классы эквивалентности — это группы входных данных, которые система должна обрабатывать одинаково: например, все суммы от 1000 до 5000 попадают в один класс, где ожидается скидка 5%. Вместо того чтобы тестировать каждое число из этого диапазона, достаточно взять один представитель. Граничные значения — это точки, где поведение меняется, и именно там чаще всего возникают ошибки. Для нашей задачи это 999.99, 1000.00, 1000.01, 5000.00, 5000.01 и так далее. Проверка этих точек даёт максимальное покрытие при минимальном числе тестов, потому что ошибки в условных ветвлениях чаще всего проявляются именно на границах диапазонов.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TEST_PLAN.md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эти значения фиксируются вместе с ожидаемым результатом — так второй участник пары сразу видит, какие сценарии планируется покрыть.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Реализация функции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calculate_discount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должна опираться строго на зафиксированные критерии, без добавления «по мелочи» дополнительной логики. Если разработчик захочет, например, округлить результат особым способом или обработать отрицательные числа иначе, чем описано в критериях, это уже не улучшение, а отклонение от договорённостей — и оно должно сначала обсуждаться и фиксироваться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QUALITY_CRITERIA.md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Такой подход удерживает реализацию в рамках согласованных ожиданий и делает изменения прозрачными.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786050" y="0"/>
            <a:ext cx="32223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1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28670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Фиксация дефектов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DEFECTS.md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превращает ошибки из «что-то не работает» в воспроизводимые проблемы с чёткими шагами. Шаблон с ID, описанием, ожидаемым и фактическим результатом, шагами воспроизведения и приоритетом позволяет не терять контекст и не спорить о формулировках: дефект либо соответствует критерию, либо нет. Важно, что статус дефекта (Открыто/Исправлено/Отклонено) тоже фиксируется: это даёт паре прозрачную историю исправлений и помогает оценить, сколько времени ушло на устранение расхождений.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Ротация ролей — это способ проверить устойчивость и полноту критериев. Когда участники меняются местами, новый разработчик сталкивается с теми же формулировками и может по-другому их интерпретировать. Если он реализует логику иначе или задаёт уточняющие вопросы — значит, критерии были недостаточно однозначными, и их нужно доработать. Такой цикл не усложняет работу, а делает договорённости точнее: в итоге остаётся документ, который одинаково понятен обоим.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786050" y="0"/>
            <a:ext cx="32223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1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071546"/>
            <a:ext cx="371474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Оператор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assert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это инструмент для проверки условий во время разработки. Его можно воспринимать как программный аналог фразы «Я утверждаю, что...». Если условие, которое вы задали, оказывается ложным, оператор генерирует исключение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AssertionError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сигнализируя о логической ошибке в коде. При этом важно не только проверять корректные значения, но и убеждаться, что на недопустимых данных функция ведёт себя так, как описано в критериях — например, выбрасывает исключение с понятным сообщением. Такая структура тестов делает их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самодокументируемыми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по ним можно восстановить, какие требования проверялись и где возникли расхождения.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786050" y="0"/>
            <a:ext cx="32223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1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1425" y="790575"/>
            <a:ext cx="5362575" cy="606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42918"/>
            <a:ext cx="3214678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рамках задания важно фиксировать два разных типа дефектов, потому что качество складывается из функциональности и удобства: функциональная ошибка — это когда расчёт идёт неверно, например, на границе диапазона скидка применяется не по тем правилам;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UX‑проблема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это когда пользователь не понимает, что происходит, даже если логика верна, например, сообщение об ошибке сформулировано расплывчато или на английском вместо русского. Оба типа проблем фиксируются в едином реестре дефектов, где у каждого есть уникальный ID, описание, приоритет, статус и комментарий аналитика — такая структура делает дефекты прозрачными, позволяет отслеживать их жизненный цикл и не терять контекст при передаче задач.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786050" y="0"/>
            <a:ext cx="32223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2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63182" y="785794"/>
            <a:ext cx="5980818" cy="557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786050" y="0"/>
            <a:ext cx="32223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2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передаче короткого текста достаточно одного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sendall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 одного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recv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С файлом сложнее: размер может превышать буфер приёмника, поэтому содержимое передаётся порциями в цикле. Чтобы приёмник знал, сколько байтов ждать, отправитель передаёт размер файла отдельным сообщением до начала передачи содержимого.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2143116"/>
            <a:ext cx="7891700" cy="962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2428860" y="3000372"/>
            <a:ext cx="3999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Отправитель: размер перед данными</a:t>
            </a:r>
            <a:endParaRPr lang="ru-RU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728" y="3500438"/>
            <a:ext cx="6206388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2428860" y="5286388"/>
            <a:ext cx="3859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Приёмник: цикл приёма по размеру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786050" y="0"/>
            <a:ext cx="32223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2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Передача строится на трёх шагах. Сначала отправитель передаёт размер, приёмник отвечает «OK». Затем отправитель передаёт содержимое файла, приёмник накапливает данные в цикле до заявленного размера. После сохранения файла приёмник отправляет подтверждение ACK, а отправитель читает его и фиксирует успешную доставку.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143116"/>
            <a:ext cx="5350777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500034" y="3286124"/>
            <a:ext cx="43531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Приёмник: сохранение и подтверждение</a:t>
            </a:r>
            <a:endParaRPr lang="ru-RU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00694" y="2071678"/>
            <a:ext cx="3643306" cy="1000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5072066" y="3000372"/>
            <a:ext cx="4071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Отправитель: ожидание подтверждения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385762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Приёмник получает байты по сети и записывает их 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бинарном режиме "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". Без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преобразует \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\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r\n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и размер сохранённого файла не совпадёт с заявленным. Контроль размера на каждом этапе — главный механизм целостности: если заявленный и фактический размеры совпадают, передача прошла без потерь.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143512"/>
            <a:ext cx="4672943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64837" y="5214950"/>
            <a:ext cx="4479163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20" y="0"/>
            <a:ext cx="428628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421481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786050" y="0"/>
            <a:ext cx="32223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928670"/>
            <a:ext cx="91440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Эта методика — пример организационного контроля качества, где вместо технических инструментов (вроде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) используются дисциплинарные правила, структура хранилища и артефакты. Её теоретическая основа лежит на трёх китах: управление состояниями, разделение ответственности и фиксация переходов.</a:t>
            </a:r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В теории управления качеством состояние артефакта (кода, теста, документа) — это конкретный атрибут, который должен быть виден всем участникам. Папки WIP и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Ready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здесь работают как статусы в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трекере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задач: WIP — «в работе»,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Ready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— «на проверке». Ключевое отличие от простого хранения файлов в одной папке — явное разделение жизненного цикла: пока файл в WIP, он нестабилен и может меняться; попадая в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Ready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, он становится «замороженной версией» для проверки. Это решает классическую проблему «я только чуть-чуть допишу, пока ты смотришь» — права доступа и правило переноса Контролёром делают любые изменения после попадания в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Ready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технически невозможными. Так структура папок становится механизмом контроля целостности версии.</a:t>
            </a:r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Процесс построен как повторяющийся цикл: новая заявка → новая версия в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Ready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→ новая проверка → новый FEEDBACK или APPROVAL. Такая структура поддерживает итеративное улучшение качества: каждая итерация уточняет реализацию и делает критерии более полными. При этом история итераций (через даты заявок и файлы дефектов) остаётся прозрачной: можно посчитать, сколько циклов потребовалось, на каких границах чаще всего возникали ошибки и какие формулировки критериев были недостаточно однозначными. В теории разработки это близко к модели непрерывного улучшения: не «сделать один раз идеально», а «сделать, проверить, зафиксировать проблемы, исправить, снова проверить» — и каждый шаг оставлять видимым.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786050" y="0"/>
            <a:ext cx="32223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Задание 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92867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Подход опирается на принцип минимально необходимых привилегий: каждый участник имеет ровно те права, которые нужны для своей роли, и не больше. Разработчик может свободно экспериментировать в WIP, но лишён возможности «подложить» исправленную версию прямо в зону проверки — это предотвращает поспешные правки и подмену артефактов. Контролёр, наоборот, не участвует в создании или изменении черновиков, но единолично управляет тем, что попадает на проверку. Такое разделение ролей убирает конфликт интересов: Контролёр не заинтересован «быстрее закрыть» задачу правкой на ходу, а Разработчик не может обойти процедуру проверки. В теории это называется контролем через независимость проверки: тот, кто пишет код, не должен сам решать, когда и в каком виде его будут проверять.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Любой переход между состояниями (от «готов» к «на проверке») должен быть явно зафиксирован, иначе теряется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воспроизводимость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Файл-заявка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REQUEST_REVIEW.md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не бюрократия, а формальный сигнал готовности, который оставляет цифровой след. Дата и время в нём становятся меткой версии, заменяя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хеш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коммита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Перенос файлов Контролёром — это второй акт фиксации: он означает «я принял эту версию на проверку». В теории процессов это называется точкой синхронизации: до этого момента версии как единого объекта не существует, после — она зафиксирована и неизменна. Такой механизм позволяет точно ответить на вопрос «какая именно версия была проверена и когда», даже если в файлах нет встроенной системы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версионирования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1430</Words>
  <PresentationFormat>Экран (4:3)</PresentationFormat>
  <Paragraphs>35</Paragraphs>
  <Slides>11</Slides>
  <Notes>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Обеспечение качества и контроль в парной разработке 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4</cp:revision>
  <dcterms:created xsi:type="dcterms:W3CDTF">2026-10-22T19:41:25Z</dcterms:created>
  <dcterms:modified xsi:type="dcterms:W3CDTF">2026-10-28T19:33:04Z</dcterms:modified>
</cp:coreProperties>
</file>
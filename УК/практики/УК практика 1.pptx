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Анализ требований и выявление дефектов требований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94067"/>
            <a:ext cx="9429752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3428992" y="0"/>
            <a:ext cx="2263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SMART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SMART: </a:t>
            </a:r>
            <a:r>
              <a:rPr lang="ru-RU" sz="4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план работы с критерием</a:t>
            </a:r>
            <a:endParaRPr lang="ru-RU" sz="4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504825"/>
            <a:ext cx="6296025" cy="635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428992" y="0"/>
            <a:ext cx="2324674" cy="6771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1</a:t>
            </a:r>
            <a:endParaRPr lang="ru-RU" sz="3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428992" y="0"/>
            <a:ext cx="2324674" cy="6771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endParaRPr lang="ru-RU" sz="3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4291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«качество требования».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Требование — это описание того, что система должна делать. Хорошее требование можно проверить: оно содержит конкретное действие и измеримый критерий. Плохое — субъективно («удобный», «красивый»), не имеет числовых метрик («быстро», «много») или слишком коротко, чтобы понять суть.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Зачем автоматизировать.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реальном проекте требований могут сотни и тысячи. Проверять каждое вручную — долго и монотонно, человек пропускает дефекты из-за усталости. Автоматизация не заменяет аналитика (контекст и бизнес-логику она не понимает), но отсеивает очевидные проблемы за секунды и подсвечивает требования, требующие ручного разбора.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Три ключевых типа дефектов, которые ловит автоматика: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500438"/>
            <a:ext cx="70770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428992" y="0"/>
            <a:ext cx="2324674" cy="6771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endParaRPr lang="ru-RU" sz="3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78579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has_subjective_words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 проверка по списку основ слов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стемов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):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удобн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», «красив», «хорош», «быстр», «качествен» и др. Использование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стемов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вместо полных слов позволяет ловить все морфологические формы: «удобный», «удобная», «удобной», «удобным».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has_quantitative_metric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 поиск чисел и единиц измерения через регулярные выражения: «не более X», «от Y до Z», «за время T», «N секунд/мс/мин», «N%», «N запросов в секунду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8886834" cy="726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3214686"/>
            <a:ext cx="4552946" cy="1244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4436294"/>
            <a:ext cx="6110283" cy="2421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428992" y="0"/>
            <a:ext cx="2324674" cy="6771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3</a:t>
            </a:r>
            <a:endParaRPr lang="ru-RU" sz="3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Что такое требование.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Требование — это описание того, что система должна делать или какими свойствами должна обладать. Требования делятся на два принципиально разных типа, и их нельзя смешивать.</a:t>
            </a:r>
          </a:p>
          <a:p>
            <a:pPr algn="just"/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Функциональные требования (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Functional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, FR)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описывают,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что система делает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конкретные действия, операции, функции. Они отвечают на вопрос «что должно происходить?» и обычно формулируются с глаголом действия: «система должна добавлять», «система должна фильтровать», «система должна формировать отчёт». Каждое функциональное требование можно проверить: либо функция работает, либо нет.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Примеры для системы учёта мебели на складе: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FR-1: Система должна позволять добавлять новый товар в каталог с указанием названия, типа мебели, габаритов, материала и количества.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FR-2: Система должна формировать отчёт об остатках на складе с фильтрацией по типу мебели и дате поступления.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FR-3: Система должна регистрировать перемещение товара между зонами склада с фиксацией даты, времени и ответственного сотрудника.</a:t>
            </a:r>
          </a:p>
          <a:p>
            <a:pPr algn="just"/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Нефункциональные требования (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Non-Functional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, NFR)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описывают,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как хорошо система это делает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характеристики качества: производительность, надёжность, безопасность, удобство. Они не описывают конкретную функцию, а задают ограничения и критерии, которым вся система (или отдельная функция) должна соответствовать.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Примеры для той же системы: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NFR-1: Время отклика системы на запрос списка товаров не должно превышать 2 секунды при одновременной работе 50 пользователей.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NFR-2: Система должна обеспечивать авторизацию пользователей по логину и паролю, хранение паролей в зашифрованном виде.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NFR-3: Система должна сохранять работоспособность при отказе одного из серверов базы данных.</a:t>
            </a:r>
          </a:p>
          <a:p>
            <a:pPr algn="just"/>
            <a:r>
              <a:rPr lang="ru-RU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Ключевое отличие простым языком.</a:t>
            </a:r>
            <a:r>
              <a:rPr lang="ru-RU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Функциональное требование — это «система должна уметь выдавать отчёт». Нефункциональное — «отчёт должен формироваться не дольше 3 секунд». Первое говорит, что делать; второе — насколько хорошо это делать. Оба нужны: функция без требований к качеству работает, но неприемлемо; качество без функций — пустая оболочка.</a:t>
            </a:r>
            <a:endParaRPr lang="ru-RU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5500694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9124" y="571480"/>
            <a:ext cx="4714876" cy="335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3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492919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Диаграмма вариантов использования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визуальная модель из UML, которая показывает,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кто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пользуется системой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ней делает. Она не описывает внутреннюю логику или алгоритмы — только взаимодействие пользователей с системой на уровне «кто какую функцию вызывает».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429256" y="3820919"/>
            <a:ext cx="371474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Зачем нужна.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Диаграмма решает сразу несколько задач: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Помогает договориться с заказчиком о границах системы: что система делает, а что — нет.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Служит отправной точкой для разработки: каждый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превращается в набор задач.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Показывает, какие роли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акторы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существуют и какие функции им доступны, — это основа для разграничения прав доступа.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Помогает выявить неоднозначности в требованиях: если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нельзя сформулировать чётко, значит, требование неполное.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3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28604"/>
            <a:ext cx="9144000" cy="629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Типы связей в диаграмме вариантов использования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Ассоциация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(сплошная линия) — связывает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актора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с вариантом использования. Показывает, что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актор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участвует в этом сценарии (например, «Покупатель» связан с «Оформить заказ»). Это базовая связь: без неё не бывает осмысленного взаимодействия.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«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Включить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»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пунктир со стрелкой и стереотипом &lt;&lt;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&gt;&gt;) — означает, что один вариант использования обязательно включает другой. Стрелка идёт от базового UC к включаемому. Пример: «Оформить заказ» всегда включает «Проверить наличие товара». Так избегают дублирования обязательной логики.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«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Расширить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»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extend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пунктир со стрелкой и стереотипом &lt;&lt;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extend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&gt;&gt;) — показывает опциональное расширение поведения при определённых условиях. Стрелка направлена от расширяющего UC к базовому. Пример: «Применить купон» расширяет «Оформить заказ», но только если пользователь ввёл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промокод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Обобщение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(стрелка с треугольником) — выражает отношение «является разновидностью». Работает и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акторов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(«Администратор» — обобщение «Менеджера»), и для вариантов использования («Оплатить картой» — разновидность «Оплатить заказ»). Позволяет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переиспользовать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общую логику и чётко показать иерархию ролей и сценариев.</a:t>
            </a:r>
          </a:p>
          <a:p>
            <a:pPr algn="just"/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Особенности построения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endParaRPr lang="ru-RU" sz="1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Фокус на целях, а не на интерфейсах.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описывает, что пользователь хочет достичь, а не как он это делает (не нужно указывать кнопки, поля ввода, экраны). Название варианта использования формулируют как «глагол + объект»: «Создать отчёт», «Подтвердить регистрацию».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Чёткие границы системы. На диаграмме рисуют прямоугольник — границу системы: внутри только то, что реализует сама система; снаружи —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акторы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(люди, внешние сервисы, таймеры). Это сразу отделяет внутреннюю логику от внешнего окружения.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Акторы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это роли, а не конкретные люди. «Клиент», «Оператор», «Платёжный шлюз» — роли, которые могут исполнять разные люди или системы. Такой подход делает модель устойчивой к изменениям персонала и интеграции.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Минимум связей, максимум смысла. Диаграмма должна оставаться читаемой: связи добавляют только там, где они реально упрощают понимание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extend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/обобщение). Избыточные стрелки делают схему запутанной.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Пара «диаграмма + описание». Сама диаграмма даёт обзор, а детали (предусловия, основной и альтернативные потоки, постусловия) фиксируют в текстовом описании каждого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 На слайде уместно оставить только диаграмму и 3–4 ключевых тезиса, остальное — в пояснительной записке.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•	Учёт альтернативных и исключительных сценариев. В описании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обязательно предусматривают не только «счастливый путь»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happy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path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), но и варианты отклонений (например, недостаточно средств, неверный пароль) — это напрямую влияет на покрытие тестами и устойчивость системы.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266</Words>
  <PresentationFormat>Экран (4:3)</PresentationFormat>
  <Paragraphs>61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Анализ требований и выявление дефектов требований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2026-09-27T20:50:36Z</dcterms:created>
  <dcterms:modified xsi:type="dcterms:W3CDTF">2026-10-01T14:16:33Z</dcterms:modified>
</cp:coreProperties>
</file>
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7.png"/><Relationship Id="rId5" Type="http://schemas.openxmlformats.org/officeDocument/2006/relationships/oleObject" Target="../embeddings/oleObject2.bin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Комплексный тест-дизайн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214290"/>
            <a:ext cx="91440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Тест‑дизайн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— это не просто «придумать тесты», а системный подход к тому, как мы выбираем, что именно проверять, чтобы найти максимум ошибок за разумное время. Его главная задача — превратить расплывчатые требования («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промокод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должен быть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валидным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») в конкретные, осмысленные проверки, которые закрывают реальные риски. В учебном проекте это особенно ценно: студент учится не перебирать все возможные варианты (что невозможно), а выделять ключевые сценарии с помощью техник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тест‑дизайна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— и тем самым мыслить как инженер по качеству.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Для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валидации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промокода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мы используем несколько техник, каждая из которых закрывает свой тип уязвимостей. </a:t>
            </a:r>
            <a:endParaRPr lang="ru-RU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Классы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эквивалентности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помогают разбить все возможные входные строки на группы, где система должна вести себя одинаково: например, все слишком короткие строки — один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невалидный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класс, все строки со спецсимволами — другой. </a:t>
            </a:r>
            <a:endParaRPr lang="ru-RU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Граничные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значения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фокусируются на «опасных» точках: ровно минимальная длина, ровно максимальная, на один символ меньше, на один больше — именно здесь чаще всего прячутся ошибки в условиях кода. </a:t>
            </a:r>
            <a:endParaRPr lang="ru-RU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Таблица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решений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нужна, когда логика зависит от нескольких условий сразу: длина, символы, наличие цифры, попадание в чёрный список. Она наглядно показывает, как комбинации этих условий приводят к итоговому результату, и помогает не упустить важные сценарии.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Такой подход напрямую связан с принципами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SQA: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качество закладывается не в момент поиска багов, а на этапе планирования проверок. Когда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разработчик явно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фиксирует классы эквивалентности, границы и комбинации условий, он формирует воспроизводимую стратегию тестирования — её можно обсудить, проверить на полноту и использовать как основу и для ручных проверок, и для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автотестов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 Именно эту стратегию мы и будем документировать в README, а затем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версионировать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Git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: так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тест‑дизайн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становится не личным набором идей, а прозрачной, проверяемой частью проекта, которую понимает вся команда.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357166"/>
            <a:ext cx="9144000" cy="1285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0" y="285728"/>
            <a:ext cx="9144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Блок-схема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это 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графическое представление алгоритма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с помощью геометрических фигур (блоков) и стрелок, которые показывают последовательность действий.</a:t>
            </a:r>
          </a:p>
          <a:p>
            <a:pPr algn="just"/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Блок-схемы используются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на различных этапах разработки программного обеспечения: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Проектирование алгоритмов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позволяют визуализировать логику программы до начала кодирования.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Документирование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упрощают понимание структуры программы другими разработчиками и пользователями.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Отладка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 — помогают выявить ошибки и оптимизировать алгоритм.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Обучение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используются для обучения основам программирования и алгоритмизации.</a:t>
            </a:r>
          </a:p>
          <a:p>
            <a:pPr algn="just"/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основными элементами блок-схемы являются: 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4348" y="1142984"/>
            <a:ext cx="7598958" cy="5715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основными элементами блок-схемы являются: </a:t>
            </a:r>
            <a:endParaRPr lang="ru-RU" dirty="0"/>
          </a:p>
        </p:txBody>
      </p:sp>
      <p:grpSp>
        <p:nvGrpSpPr>
          <p:cNvPr id="3" name="Группа 5"/>
          <p:cNvGrpSpPr/>
          <p:nvPr/>
        </p:nvGrpSpPr>
        <p:grpSpPr>
          <a:xfrm>
            <a:off x="714348" y="1285860"/>
            <a:ext cx="7567454" cy="5214974"/>
            <a:chOff x="1428728" y="1214422"/>
            <a:chExt cx="6219825" cy="4286280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1428728" y="1214422"/>
              <a:ext cx="6219825" cy="29241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1500166" y="4091002"/>
              <a:ext cx="6076950" cy="14097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основными элементами блок-схемы являются: </a:t>
            </a:r>
            <a:endParaRPr lang="ru-RU" dirty="0"/>
          </a:p>
        </p:txBody>
      </p:sp>
      <p:pic>
        <p:nvPicPr>
          <p:cNvPr id="1026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57290" y="1214422"/>
            <a:ext cx="6557968" cy="546497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основными элементами блок-схемы являются: </a:t>
            </a:r>
            <a:endParaRPr lang="ru-RU" dirty="0"/>
          </a:p>
        </p:txBody>
      </p:sp>
      <p:pic>
        <p:nvPicPr>
          <p:cNvPr id="18434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0034" y="1142984"/>
            <a:ext cx="7858180" cy="55549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ChangeArrowheads="1"/>
          </p:cNvSpPr>
          <p:nvPr/>
        </p:nvSpPr>
        <p:spPr bwMode="auto">
          <a:xfrm>
            <a:off x="0" y="0"/>
            <a:ext cx="91440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400" b="1" i="1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Дополнительно:</a:t>
            </a:r>
            <a:r>
              <a:rPr kumimoji="0" lang="ru-RU" sz="2400" b="1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Рассмотрите данные ниже блок-схемы алгоритмов.</a:t>
            </a:r>
            <a:endParaRPr kumimoji="0" lang="ru-RU" sz="2400" b="1" i="0" u="none" strike="noStrike" cap="none" normalizeH="0" baseline="0" dirty="0" smtClean="0">
              <a:ln>
                <a:noFill/>
              </a:ln>
              <a:solidFill>
                <a:srgbClr val="FF0000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1026" name="Object 2"/>
          <p:cNvGraphicFramePr>
            <a:graphicFrameLocks noChangeAspect="1"/>
          </p:cNvGraphicFramePr>
          <p:nvPr/>
        </p:nvGraphicFramePr>
        <p:xfrm>
          <a:off x="214282" y="500042"/>
          <a:ext cx="3409950" cy="555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Точечный рисунок" r:id="rId3" imgW="4667902" imgH="5582429" progId="PBrush">
                  <p:embed/>
                </p:oleObj>
              </mc:Choice>
              <mc:Fallback>
                <p:oleObj name="Точечный рисунок" r:id="rId3" imgW="4667902" imgH="5582429" progId="PBrush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4282" y="500042"/>
                        <a:ext cx="3409950" cy="5553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9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1028" name="Object 4"/>
          <p:cNvGraphicFramePr>
            <a:graphicFrameLocks noChangeAspect="1"/>
          </p:cNvGraphicFramePr>
          <p:nvPr/>
        </p:nvGraphicFramePr>
        <p:xfrm>
          <a:off x="3714744" y="428604"/>
          <a:ext cx="2333625" cy="5762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Точечный рисунок" r:id="rId5" imgW="2142857" imgH="5266667" progId="PBrush">
                  <p:embed/>
                </p:oleObj>
              </mc:Choice>
              <mc:Fallback>
                <p:oleObj name="Точечный рисунок" r:id="rId5" imgW="2142857" imgH="5266667" progId="PBrush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4744" y="428604"/>
                        <a:ext cx="2333625" cy="5762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Прямоугольник 9"/>
          <p:cNvSpPr/>
          <p:nvPr/>
        </p:nvSpPr>
        <p:spPr>
          <a:xfrm>
            <a:off x="6000760" y="500042"/>
            <a:ext cx="314324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а) Определить результат выполнения алгоритма при определённых значениях исходных данных: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A=7; B=8; C=9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A=6; B=6; C=-10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A=6; B=10; C=-10</a:t>
            </a:r>
          </a:p>
          <a:p>
            <a:pPr algn="just"/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б) Определить результат выполнения алгоритма (б) при значениях: 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n=5	n=-5	n=2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Дополнительно: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Перед Вами схема прохождения развивающих игр в одном мобильном приложении. Изучите ее и ответьте на следующие  вопросы.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Рисунок 2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0" y="672350"/>
            <a:ext cx="4164296" cy="618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Прямоугольник 4"/>
          <p:cNvSpPr/>
          <p:nvPr/>
        </p:nvSpPr>
        <p:spPr>
          <a:xfrm>
            <a:off x="4286248" y="1357298"/>
            <a:ext cx="485775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Сколько режимов игры есть в приложении?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При каких условиях происходит выход из игры?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Предположите, при каких условиях может изменяться количество жизней? (в предопределенном процессе «Обновить количество жизней»)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Какие значения Вы бы передавали в эту игру в самом начале?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28652"/>
            <a:ext cx="9144000" cy="1143000"/>
          </a:xfrm>
        </p:spPr>
        <p:txBody>
          <a:bodyPr>
            <a:normAutofit/>
          </a:bodyPr>
          <a:lstStyle/>
          <a:p>
            <a:r>
              <a:rPr lang="ru-RU" sz="3200" dirty="0" smtClean="0"/>
              <a:t>Зачем генерировать тестовые данные </a:t>
            </a:r>
            <a:r>
              <a:rPr lang="ru-RU" sz="3200" dirty="0" err="1" smtClean="0"/>
              <a:t>скриптом</a:t>
            </a:r>
            <a:endParaRPr lang="ru-RU" sz="3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0" y="357166"/>
            <a:ext cx="9144000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Воспроизводимость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Скрипт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каждый раз создаёт одинаковый набор тестов — это исключает человеческий фактор и гарантирует, что тесты у всех в команде совпадают.</a:t>
            </a:r>
          </a:p>
          <a:p>
            <a:pPr algn="just"/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Покрытие техник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тест-дизайна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. В коде можно явно заложить классы эквивалентности и граничные значения: так студент/стажёр сразу видит, как теория превращается в практику.</a:t>
            </a:r>
          </a:p>
          <a:p>
            <a:pPr algn="just"/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Скорость и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масштабируемость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. За секунды получаем десятки/сотни кейсов; при изменении требований (например, длина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промокода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стала 8–15) меняем пару строк в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скрипте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— и сразу новый файл.</a:t>
            </a:r>
          </a:p>
          <a:p>
            <a:pPr algn="just"/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Интеграция с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Git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. Файл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test_cases.txt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можно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коммитить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как артефакт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тест-дизайна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;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скрипт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generate_tests.py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) — как воспроизводимый инструмент. Если логика меняется, обновляем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скрипт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перегенерируем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кейсы.</a:t>
            </a:r>
          </a:p>
          <a:p>
            <a:pPr algn="just"/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База для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автотестов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. Сгенерированный формат вход |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ожидаемый_результат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легко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парсится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и превращается в параметризованные тесты (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pytest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unittest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).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00430" y="5838825"/>
            <a:ext cx="1476375" cy="101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28652"/>
            <a:ext cx="9144000" cy="1143000"/>
          </a:xfrm>
        </p:spPr>
        <p:txBody>
          <a:bodyPr>
            <a:normAutofit/>
          </a:bodyPr>
          <a:lstStyle/>
          <a:p>
            <a:r>
              <a:rPr lang="ru-RU" sz="3200" dirty="0" smtClean="0"/>
              <a:t>Зачем генерировать тестовые данные </a:t>
            </a:r>
            <a:r>
              <a:rPr lang="ru-RU" sz="3200" dirty="0" err="1" smtClean="0"/>
              <a:t>скриптом</a:t>
            </a:r>
            <a:endParaRPr lang="ru-RU" sz="3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0" y="357166"/>
            <a:ext cx="9144000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Скрипт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generate_tests.py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реализует воспроизводимый подход к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тест‑дизайну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: он не просто создаёт данные, а явно кодирует применяемые техники тестирования — классы эквивалентности и граничные значения. Благодаря вынесению правил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валидации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в константы (чёрный список, диапазоны длины) логика становится прозрачной для студентов и удобной для поддержки в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Git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: при изменении требований достаточно поправить одну переменную, а не править десятки кейсов вручную.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44248" y="3286123"/>
            <a:ext cx="3899752" cy="838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5143504" y="4071941"/>
            <a:ext cx="4000496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Это прямая реализация техники «граничные значения»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из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тест‑дизайна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 Мы не берём случайные длины, а целенаправленно берём точки, где логика меняется: сразу до границы, на границе, сразу после.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214686"/>
            <a:ext cx="5169423" cy="2286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60767" y="0"/>
            <a:ext cx="91440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README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 этом задании —главный документ, по которому любой участник команды (в том числе студент) сразу понимает, как тестируется функция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валидации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промокода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Он собирает воедино требования, классы эквивалентности и граничные случаи, чтобы не приходилось искать логику в коде. Для учебного проекта это особенно важно: когда студент явно прописывает, какие группы входных данных он выделяет (например, «слишком короткие», «со спецсимволами», «из чёрного списка»), он тренирует навык системного мышления — именно тот, который нужен в SQA. В README мы не просто перечисляем примеры, а фиксируем рассуждение: почему эти группы выделены, какие точки считаются критическими и как они связаны с требованиями. Такой документ становится «точкой истины»: если правила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валидации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меняются, первым делом обновляют README — и только потом код и тесты. Это дисциплинирует и исключает ситуацию, когда тесты проверяют устаревшие условия.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51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499" y="1720034"/>
            <a:ext cx="5520536" cy="513796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0767" y="0"/>
            <a:ext cx="91440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Markdown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— это простой язык разметки, предназначенный для удобного оформления текста без сложных редакторов: он позволяет структурировать содержимое с помощью минимальных символов и при этом остаётся читаемым даже в исходном виде. Его применяют для документации и README‑файлов, поскольку он поддерживается большинством платформ и легко конвертируется в красиво отформатированный вид. Для пользователя это способ быстро донести инструкцию, сохранив её понятной и в коде, и после рендеринга.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51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60767" y="0"/>
            <a:ext cx="9144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Таблий</a:t>
            </a:r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 делает 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логику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валидации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прозрачной: вместо того чтобы держать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ца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решенив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голове, как взаимодействуют несколько условий (длина, символы, цифра, чёрный список), мы явно показываем ключевые комбинации и ожидаемый результат. Для студентов это понятный шаблон: выделить условия, выписать самые показательные строки и убедиться, что все важные сценарии учтены. Таблица не обязана быть исчерпывающей — достаточно 4–6 строк, которые закрывают основные случаи: полностью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валидный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промокод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и по одному примеру на каждое отдельное нарушение. Такой формат легко ложится на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автотесты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: каждая строка превращается в параметризованный тест. Кроме того, таблица сразу показывает «дыры» в покрытии: если </a:t>
            </a:r>
            <a:r>
              <a:rPr lang="ru-RU" sz="2200" dirty="0" err="1" smtClean="0">
                <a:latin typeface="Times New Roman" pitchFamily="18" charset="0"/>
                <a:cs typeface="Times New Roman" pitchFamily="18" charset="0"/>
              </a:rPr>
              <a:t>какого‑то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 условия нигде нет, это видно с первого взгляда.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256"/>
            <a:ext cx="9144000" cy="19812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85851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60767" y="0"/>
            <a:ext cx="9144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Git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здесь — инструмент контроля качества: README и таблица решений хранятся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репозитории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 проходят такой же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code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review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как и код. Любое изменение требований должно начинаться с обновления документации: сначала фиксируем новые границы и классы эквивалентности, и только потом правим код 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автотесты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Такой порядок предотвращает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рассинхронизацию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тесты не будут проверять устаревшие условия, а новый код — реализовывать новую логику. Отдельные атомарные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коммиты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делают процесс прозрачным: например,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docs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add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equivalence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class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for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special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characters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сразу говорит, что добавлен новый класс эквивалентности;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docs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update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boundary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values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— что изменились граничные длины;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tests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regenerate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test_cases.txt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— что тестовые данные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перегенерированы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code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review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ревьюер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быстро проверяет, что новые требования отражены и в документации, и в тестах.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5199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834</Words>
  <Application>Microsoft Office PowerPoint</Application>
  <PresentationFormat>Экран (4:3)</PresentationFormat>
  <Paragraphs>44</Paragraphs>
  <Slides>15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Calibri</vt:lpstr>
      <vt:lpstr>Times New Roman</vt:lpstr>
      <vt:lpstr>Тема Office</vt:lpstr>
      <vt:lpstr>Точечный рисунок</vt:lpstr>
      <vt:lpstr>Комплексный тест-дизайн</vt:lpstr>
      <vt:lpstr>Презентация PowerPoint</vt:lpstr>
      <vt:lpstr>Презентация PowerPoint</vt:lpstr>
      <vt:lpstr>основными элементами блок-схемы являются: </vt:lpstr>
      <vt:lpstr>основными элементами блок-схемы являются: </vt:lpstr>
      <vt:lpstr>основными элементами блок-схемы являются: </vt:lpstr>
      <vt:lpstr>основными элементами блок-схемы являются: </vt:lpstr>
      <vt:lpstr>Презентация PowerPoint</vt:lpstr>
      <vt:lpstr>Презентация PowerPoint</vt:lpstr>
      <vt:lpstr>Зачем генерировать тестовые данные скриптом</vt:lpstr>
      <vt:lpstr>Зачем генерировать тестовые данные скриптом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8</cp:revision>
  <dcterms:created xsi:type="dcterms:W3CDTF">2026-09-27T20:50:36Z</dcterms:created>
  <dcterms:modified xsi:type="dcterms:W3CDTF">2026-10-14T14:04:24Z</dcterms:modified>
</cp:coreProperties>
</file>
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Комплексный тест-дизайн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21429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Тест‑дизайн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 — это не просто «придумать тесты», а системный подход к тому, как мы выбираем, что именно проверять, чтобы найти максимум ошибок за разумное время. Его главная задача — превратить расплывчатые требования («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промокод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должен быть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валидным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») в конкретные, осмысленные проверки, которые закрывают реальные риски. В учебном проекте это особенно ценно: студент учится не перебирать все возможные варианты (что невозможно), а выделять ключевые сценарии с помощью техник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тест‑дизайна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 — и тем самым мыслить как инженер по качеству.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валидации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промокода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мы используем несколько техник, каждая из которых закрывает свой тип уязвимостей. Классы эквивалентности помогают разбить все возможные входные строки на группы, где система должна вести себя одинаково: например, все слишком короткие строки — один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невалидный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класс, все строки со спецсимволами — другой. Граничные значения фокусируются на «опасных» точках: ровно минимальная длина, ровно максимальная, на один символ меньше, на один больше — именно здесь чаще всего прячутся ошибки в условиях кода. Таблица решений нужна, когда логика зависит от нескольких условий сразу: длина, символы, наличие цифры, попадание в чёрный список. Она наглядно показывает, как комбинации этих условий приводят к итоговому результату, и помогает не упустить важные сценарии.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Такой подход напрямую связан с принципами SQA, которые ты разбираешь на лекциях: качество закладывается не в момент поиска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багов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 а на этапе планирования проверок. Когда студент явно фиксирует классы эквивалентности, границы и комбинации условий, он формирует воспроизводимую стратегию тестирования — её можно обсудить, проверить на полноту и использовать как основу и для ручных проверок, и для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автотестов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Именно эту стратегию мы и будем документировать в README, а затем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версионировать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: так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тест‑дизайн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становится не личным набором идей, а прозрачной, проверяемой частью проекта, которую понимает вся команда.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357166"/>
            <a:ext cx="9144000" cy="1285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85728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Блок-схема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графическое представление алгоритма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с помощью геометрических фигур (блоков) и стрелок, которые показывают последовательность действий.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Блок-схемы используются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на различных этапах разработки программного обеспечения: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Проектирование алгоритмов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позволяют визуализировать логику программы до начала кодирования.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Документирование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упрощают понимание структуры программы другими разработчиками и пользователями.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Отладка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 — помогают выявить ошибки и оптимизировать алгоритм.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Обучение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используются для обучения основам программирования и алгоритмизации.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основными элементами блок-схемы являются: 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142984"/>
            <a:ext cx="7598958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основными элементами блок-схемы являются: </a:t>
            </a:r>
            <a:endParaRPr lang="ru-RU" dirty="0"/>
          </a:p>
        </p:txBody>
      </p:sp>
      <p:grpSp>
        <p:nvGrpSpPr>
          <p:cNvPr id="3" name="Группа 5"/>
          <p:cNvGrpSpPr/>
          <p:nvPr/>
        </p:nvGrpSpPr>
        <p:grpSpPr>
          <a:xfrm>
            <a:off x="714348" y="1285860"/>
            <a:ext cx="7567454" cy="5214974"/>
            <a:chOff x="1428728" y="1214422"/>
            <a:chExt cx="6219825" cy="428628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28728" y="1214422"/>
              <a:ext cx="6219825" cy="2924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00166" y="4091002"/>
              <a:ext cx="6076950" cy="1409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основными элементами блок-схемы являются: </a:t>
            </a:r>
            <a:endParaRPr lang="ru-RU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214422"/>
            <a:ext cx="6557968" cy="54649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основными элементами блок-схемы являются: </a:t>
            </a:r>
            <a:endParaRPr lang="ru-RU" dirty="0"/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142984"/>
            <a:ext cx="7858180" cy="55549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Дополнительно: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Рассмотрите данные ниже блок-схемы алгоритмов.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14282" y="500042"/>
          <a:ext cx="3409950" cy="5553075"/>
        </p:xfrm>
        <a:graphic>
          <a:graphicData uri="http://schemas.openxmlformats.org/presentationml/2006/ole">
            <p:oleObj spid="_x0000_s1026" name="Точечный рисунок" r:id="rId3" imgW="4667902" imgH="5582429" progId="PBrush">
              <p:embed/>
            </p:oleObj>
          </a:graphicData>
        </a:graphic>
      </p:graphicFrame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714744" y="428604"/>
          <a:ext cx="2333625" cy="5762625"/>
        </p:xfrm>
        <a:graphic>
          <a:graphicData uri="http://schemas.openxmlformats.org/presentationml/2006/ole">
            <p:oleObj spid="_x0000_s1027" name="Точечный рисунок" r:id="rId4" imgW="2142857" imgH="5266667" progId="PBrush">
              <p:embed/>
            </p:oleObj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6000760" y="500042"/>
            <a:ext cx="314324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а) Определить результат выполнения алгоритма при определённых значениях исходных данных: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A=7; B=8; C=9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A=6; B=6; C=-10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A=6; B=10; C=-10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б) Определить результат выполнения алгоритма (б) при значениях: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n=5	n=-5	n=2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Дополнительно: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Перед Вами схема прохождения развивающих игр в одном мобильном приложении. Изучите ее и ответьте на следующие  вопросы.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0" y="672350"/>
            <a:ext cx="4164296" cy="618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4286248" y="1357298"/>
            <a:ext cx="48577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Сколько режимов игры есть в приложении?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каких условиях происходит выход из игры?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Предположите, при каких условиях может изменяться количество жизней? (в предопределенном процессе «Обновить количество жизней»)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Какие значения Вы бы передавали в эту игру в самом начале?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428652"/>
            <a:ext cx="9144000" cy="114300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Зачем генерировать тестовые данные </a:t>
            </a:r>
            <a:r>
              <a:rPr lang="ru-RU" sz="3200" dirty="0" err="1" smtClean="0"/>
              <a:t>скриптом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357166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каждый раз создаёт одинаковый набор тестов — это исключает человеческий фактор и гарантирует, что тесты у всех в команде совпадают.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Покрытие техник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тест-дизайна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В коде можно явно заложить классы эквивалентности и граничные значения: так студент/стажёр сразу видит, как теория превращается в практику.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Скорость и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масштабируемость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За секунды получаем десятки/сотни кейсов; при изменении требований (например, длина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промокода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стала 8–15) меняем пару строк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скрипте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и сразу новый файл.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Интеграция с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Файл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test_cases.txt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можно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коммитить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как артефакт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тест-дизайна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generate_tests.py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— как воспроизводимый инструмент. Если логика меняется, обновляем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перегенерируем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кейсы.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База для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автотестов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Сгенерированный формат вход |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ожидаемый_результат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легко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парсится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 превращается в параметризованные тесты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pytest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unittest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5838825"/>
            <a:ext cx="147637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428652"/>
            <a:ext cx="9144000" cy="114300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Зачем генерировать тестовые данные </a:t>
            </a:r>
            <a:r>
              <a:rPr lang="ru-RU" sz="3200" dirty="0" err="1" smtClean="0"/>
              <a:t>скриптом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357166"/>
            <a:ext cx="91440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generate_tests.py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реализует воспроизводимый подход к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тест‑дизайну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 он не просто создаёт данные, а явно кодирует применяемые техники тестирования — классы эквивалентности и граничные значения. Благодаря вынесению правил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валидации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 константы (чёрный список, диапазоны длины) логика становится прозрачной для студентов и удобной для поддержки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 при изменении требований достаточно поправить одну переменную, а не править десятки кейсов вручную.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44248" y="3286123"/>
            <a:ext cx="3899752" cy="838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143504" y="4071941"/>
            <a:ext cx="400049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Это прямая реализация техники «граничные значения»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из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тест‑дизайна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Мы не берём случайные длины, а целенаправленно берём точки, где логика меняется: сразу до границы, на границе, сразу после.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14686"/>
            <a:ext cx="5169423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0767" y="0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README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этом задании —главный документ, по которому любой участник команды (в том числе студент) сразу понимает, как тестируется функция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валидации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промокода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Он собирает воедино требования, классы эквивалентности и граничные случаи, чтобы не приходилось искать логику в коде. Для учебного проекта это особенно важно: когда студент явно прописывает, какие группы входных данных он выделяет (например, «слишком короткие», «со спецсимволами», «из чёрного списка»), он тренирует навык системного мышления — именно тот, который нужен в SQA. В README мы не просто перечисляем примеры, а фиксируем рассуждение: почему эти группы выделены, какие точки считаются критическими и как они связаны с требованиями. Такой документ становится «точкой истины»: если правила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валидации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меняются, первым делом обновляют README — и только потом код и тесты. Это дисциплинирует и исключает ситуацию, когда тесты проверяют устаревшие условия.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851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499" y="1720034"/>
            <a:ext cx="5520536" cy="513796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0767" y="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Markdown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простой язык разметки, предназначенный для удобного оформления текста без сложных редакторов: он позволяет структурировать содержимое с помощью минимальных символов и при этом остаётся читаемым даже в исходном виде. Его применяют для документации и README‑файлов, поскольку он поддерживается большинством платформ и легко конвертируется в красиво отформатированный вид. Для пользователя это способ быстро донести инструкцию, сохранив её понятной и в коде, и после рендеринга.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851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0767" y="0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Таблий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делает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логику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валидации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прозрачной: вместо того чтобы держать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ца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решенив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голове, как взаимодействуют несколько условий (длина, символы, цифра, чёрный список), мы явно показываем ключевые комбинации и ожидаемый результат. Для студентов это понятный шаблон: выделить условия, выписать самые показательные строки и убедиться, что все важные сценарии учтены. Таблица не обязана быть исчерпывающей — достаточно 4–6 строк, которые закрывают основные случаи: полностью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валидный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промокод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 по одному примеру на каждое отдельное нарушение. Такой формат легко ложится на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автотесты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 каждая строка превращается в параметризованный тест. Кроме того, таблица сразу показывает «дыры» в покрытии: если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какого‑то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условия нигде нет, это видно с первого взгляда.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256"/>
            <a:ext cx="9144000" cy="1981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85851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0767" y="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здесь — инструмент контроля качества: README и таблица решений хранятся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репозитории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проходят такой же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review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как и код. Любое изменение требований должно начинаться с обновления документации: сначала фиксируем новые границы и классы эквивалентности, и только потом правим код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автотесты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Такой порядок предотвращает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рассинхронизацию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тесты не будут проверять устаревшие условия, а новый код — реализовывать новую логику. Отдельные атомарные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коммиты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делают процесс прозрачным: например,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docs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add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equivalence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special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characters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сразу говорит, что добавлен новый класс эквивалентности;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docs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boundary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values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что изменились граничные длины;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tests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regenerate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test_cases.txt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что тестовые данные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перегенерированы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review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ревьюер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быстро проверяет, что новые требования отражены и в документации, и в тестах.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8519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834</Words>
  <PresentationFormat>Экран (4:3)</PresentationFormat>
  <Paragraphs>41</Paragraphs>
  <Slides>15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7" baseType="lpstr">
      <vt:lpstr>Тема Office</vt:lpstr>
      <vt:lpstr>Точечный рисунок</vt:lpstr>
      <vt:lpstr>Комплексный тест-дизайн</vt:lpstr>
      <vt:lpstr>Слайд 2</vt:lpstr>
      <vt:lpstr>Слайд 3</vt:lpstr>
      <vt:lpstr>основными элементами блок-схемы являются: </vt:lpstr>
      <vt:lpstr>основными элементами блок-схемы являются: </vt:lpstr>
      <vt:lpstr>основными элементами блок-схемы являются: </vt:lpstr>
      <vt:lpstr>основными элементами блок-схемы являются: </vt:lpstr>
      <vt:lpstr>Слайд 8</vt:lpstr>
      <vt:lpstr>Слайд 9</vt:lpstr>
      <vt:lpstr>Зачем генерировать тестовые данные скриптом</vt:lpstr>
      <vt:lpstr>Зачем генерировать тестовые данные скриптом</vt:lpstr>
      <vt:lpstr>Слайд 12</vt:lpstr>
      <vt:lpstr>Слайд 13</vt:lpstr>
      <vt:lpstr>Слайд 14</vt:lpstr>
      <vt:lpstr>Слайд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7</cp:revision>
  <dcterms:created xsi:type="dcterms:W3CDTF">2026-09-27T20:50:36Z</dcterms:created>
  <dcterms:modified xsi:type="dcterms:W3CDTF">2026-10-12T20:47:45Z</dcterms:modified>
</cp:coreProperties>
</file>
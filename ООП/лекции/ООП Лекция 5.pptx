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3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17" autoAdjust="0"/>
    <p:restoredTop sz="94660"/>
  </p:normalViewPr>
  <p:slideViewPr>
    <p:cSldViewPr>
      <p:cViewPr varScale="1">
        <p:scale>
          <a:sx n="107" d="100"/>
          <a:sy n="107" d="100"/>
        </p:scale>
        <p:origin x="-18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E283F-6E53-4AE9-A858-E743127F44B2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99B7F-E936-4391-874D-F36B331AC88A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файлами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объектно-ориентированном программировании работа с файлами не должна напрямую проникать в бизнес-логику: если метод расчёта, проверки или формирования результата сразу обращается к диску (читает файл, пишет в него), код становится хрупким — любое изменение пути, формата или источника данных рискует сломать важные правила предметной области. Такой подход нарушает принцип единственной ответственности (SRP) и принцип разделения ответственности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Separation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Concerns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): бизнес-правила должны отвечать только за «как считать» или «что разрешить», а не за «откуда взять данные» и «в каком формате их прочитать».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Абстракция и инкапсуляция решают эту проблему через интерфейсы: интерфейс задаёт контракт («дай мне конфигурацию», «сохрани результат»), не раскрывая деталей реализации, а конкретную работу с файлом выносят в отдельный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класс-реализатор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Так бизнес-логика остаётся чистой и независимой от инфраструктуры — её легко тестировать (подставив заглушку вместо реального файла) и развивать (заменив источник данных на базу или API без правки основной логики).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4071942"/>
            <a:ext cx="59150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142976" y="6211669"/>
            <a:ext cx="628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плохой вариант (прямой доступ к файлу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бизнес-логике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553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25" y="1838325"/>
            <a:ext cx="585787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Суть второго варианта — в чётком разделении ролей: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бизнес‑логика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(класс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BonusCalculator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вообще не знает, откуда берутся данные — она просто запрашивает их через интерфейс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IBonusConfigProvider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Всю работу с файлом (чтение,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парсинг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JSON, обработку путей) прячут в отдельном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классе‑реализаторе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FileBonusConfigProvider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785926"/>
            <a:ext cx="32861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Так код становится гибким и тестируемым: если источник данных изменится (например, вместо файла будет база данных), нужно лишь создать новую реализацию интерфейса,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бизнес‑логику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трогать не придётся; для тестов же можно подставить заглушку, которая отдаёт данные без обращения к диску.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DAL (слой доступа к данным) — это выделенный уровень приложения, который инкапсулирует всю работу с хранилищем: чтение, запись, обновление, удаление данных, а также подключение, обработку ошибок и преобразование форматов. Его главная задача — скрыть от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бизнес‑логики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технические детали хранения: неважно, лежат ли данные в файле, базе данных или приходят по API — для остального приложения это просто «получить объект» или «сохранить состояние». Благодаря DAL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бизнес‑код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остаётся чистым и устойчивым: при смене хранилища (например, с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JSON‑файла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SQL‑базу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переписывают только DAL, а логика расчёта,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валидации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правил остаётся прежней. Кроме того, DAL упрощает тестирование: вместо реального хранилища можно подставить тестовую реализацию, которая возвращает заранее подготовленные данные.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4608008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1785926"/>
            <a:ext cx="4286248" cy="2314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6" y="3806354"/>
            <a:ext cx="3657594" cy="3051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Поток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Stream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 — это абстракция над источником или приёмником данных: он не говорит «я файл» или «я сеть», он говорит «я умею отдавать или принимать байты, умею перемещаться внутри себя». Для алгоритма это всё, что нужно: если логика просто читает байты по очереди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что‑то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 ними делает (например, считает контрольную сумму), ей неважно, откуда эти байты пришли — из файла, памяти или сети. Именно поэтому в .NET все такие сценарии унифицированы через базовый класс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Stream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любой объект, который ведёт себя как поток, можно использовать в одном и том же коде. Это и есть сила абстракции: ты пишешь логику под поведение («дай следующий байт»), а конкретный источник (диск,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сокет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буфер) прячется в реализации.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0" y="1643050"/>
            <a:ext cx="5214950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1785926"/>
            <a:ext cx="392905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Но у работы с потоками есть критическая опасность — утечки ресурсов. Когда ты открываешь файл или сетевое соединение, ОС выделяет файловый дескриптор (своего рода «пропуск» на доступ к ресурсу). Если не закрыть поток явно, дескриптор остаётся занятым, даже если сам объект уже не нужен. Сборщик мусора не освобождает такие ресурсы мгновенно: это может привести к исчерпанию лимита дескрипторов, блокировкам файлов и ошибкам вроде «файл используется другим процессом». Чтобы этого не происходило, все классы, работающие с внешними ресурсами (включая все потоки), реализуют интерфейс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IDisposable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 методом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Dispose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(), который закрывает ресурс. В C# для надёжного и понятного освобождения ресурсов используют конструкцию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она гарантирует вызов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Dispose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() даже при возникновении исключения. Правило простое: любой поток, который ты создаёшь и который владеет ресурсом, должен быть обёрнут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56" y="541954"/>
            <a:ext cx="4714844" cy="631604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142852"/>
            <a:ext cx="4500562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FileNotFoundException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Означает, что файла по пути нет. Частая причина — опечатка или неверный путь. Обрабатывают как ожидаемый сценарий: берут значения по умолчанию или создают файл.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DirectoryNotFoundException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Возникает, если в пути не существует папка. Чаще всего — путь собран динамически, а часть директорий не создана. Решение: заранее вызвать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Directory.CreateDirectory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UnauthorizedAccessException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Говорит об отсутствии прав на чтение/запись. Бывает при попытке писать в системные папки или при блокировке файла другой программой. Решение: использовать пользовательские директории и проверять права.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IOException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Общее исключение для ошибок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ввода‑вывода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Частые случаи: файл занят, диск полон, сетевой ресурс недоступен. Ловят после более узких исключений, чтобы корректно обработать конкретную проблему.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PathTooLongException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Срабатывает, если путь длиннее лимита ОС (в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обычно 260 символов). Причина — глубокая вложенность и длинные имена. Решение: упрощать и укорачивать пути.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ArgumentException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ArgumentNullException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Указывают на ошибку в аргументах: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вместо пути или недопустимые символы. Это проблема логики программы — нужно проверять входные данные до вызова файловых методов.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786314" y="0"/>
            <a:ext cx="41930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Исключения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6474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3662686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-1" y="2714595"/>
            <a:ext cx="40719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Когда нужно: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больших файлов и логов — не грузит всё в память, обрабатывает поток частями.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29805" y="571455"/>
            <a:ext cx="5314193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286247" y="235740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Плюсы и минусы: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просто и коротко, но весь файл в памяти — для больших данных рискованно.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500438"/>
            <a:ext cx="4425870" cy="1971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4292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чём разница: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StreamWriter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удобен для поэтапной записи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большие файлы),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WriteAllText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разовой замены содержимого.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52942" y="3571876"/>
            <a:ext cx="4591058" cy="1692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572000" y="528638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Почему важно: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если кодировка не совпадает, вместо текста появляются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кракозябры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 или теряются спецсимволы. Частая ошибка — не указывать Encoding.UTF8.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85720" y="-214338"/>
            <a:ext cx="869712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Работа с текстовыми файлами</a:t>
            </a:r>
            <a:endParaRPr lang="ru-RU" sz="4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98" y="857233"/>
            <a:ext cx="8645604" cy="514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7902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96719"/>
            <a:ext cx="685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using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("data.bin",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FileMode.Create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using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writer = new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BinaryWriter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writer.Write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(42); //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как 4 байта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writer.Write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(3.14); // double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как 8 байт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ru-RU" sz="12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using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FileStream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("data.bin",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FileMode.Open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using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reader = new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BinaryReader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= reader.ReadInt32();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double d =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reader.ReadDouble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($"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={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}, double={d}");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497025"/>
            <a:ext cx="54292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Зачем нужен: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чтобы писать примитивы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как «голые» байты — компактно и быстро, без текста и кавычек. Идеален для своих бинарных форматов,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кэшей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быстрых логов.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572132" y="1282447"/>
            <a:ext cx="357186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user = new User { Id = 1, Name = "Alice" };</a:t>
            </a:r>
          </a:p>
          <a:p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json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JsonSerializer.Serialize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(user); // </a:t>
            </a:r>
            <a:r>
              <a:rPr lang="ru-RU" sz="900" dirty="0" smtClean="0">
                <a:latin typeface="Courier New" pitchFamily="49" charset="0"/>
                <a:cs typeface="Courier New" pitchFamily="49" charset="0"/>
              </a:rPr>
              <a:t>в 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JSON</a:t>
            </a:r>
          </a:p>
          <a:p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File.WriteAllText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user.json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json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, Encoding.UTF8);</a:t>
            </a:r>
          </a:p>
          <a:p>
            <a:endParaRPr lang="en-US" sz="9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loaded =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JsonSerializer.Deserialize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&lt;User&gt;(</a:t>
            </a:r>
          </a:p>
          <a:p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File.ReadAllText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user.json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", Encoding.UTF8)</a:t>
            </a:r>
          </a:p>
          <a:p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ru-RU" sz="9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715008" y="2568331"/>
            <a:ext cx="34289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Суть: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превращает сложные классы в JSON-строку и обратно. Лёгкий, быстрый, встроен по умолчанию.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4282843"/>
            <a:ext cx="88582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json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File.ReadAllText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user.json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", Encoding.UTF8);</a:t>
            </a:r>
          </a:p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user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JsonSerializer.Deserialize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&lt;User&gt;(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json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if (user == null ||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user.Id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&lt;= 0 ||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string.IsNullOrWhiteSpace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user.Name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))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    throw new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InvalidDataException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Некорректные данные пользователя");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211669"/>
            <a:ext cx="8858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Суть: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после загрузки из файла объект может быть неполным или некорректным. Всегда нужно проверять обязательные поля и диапазоны значений.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-214338"/>
            <a:ext cx="9144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8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Бинарные файлы</a:t>
            </a:r>
            <a:endParaRPr lang="ru-RU" sz="4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Классы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Directory: 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статические методы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Суть: быстрые операции без создания объектов — проверка, копирование, перемещение, удаление. Удобно для простых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и разовых действий.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File.Exists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("data.txt"))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File.Copy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("data.txt", "data_backup.txt", overwrite: true);</a:t>
            </a:r>
          </a:p>
          <a:p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Directory.CreateDirectory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("logs");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Directory.Delete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("temp", recursive: true); // recursive=true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удаляет всё внутри</a:t>
            </a:r>
          </a:p>
          <a:p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Классы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FileInfo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DirectoryInfo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объектный подход к метаданным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Суть: работают как объекты — дают доступ к свойствам (размер, дата, атрибуты) и методам в одном экземпляре. Хорошо, когда нужно несколько раз обращаться к одному файлу/папке.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file = new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FileInfo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("data.txt");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file.Exists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($"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Размер: {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file.Length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байт");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($"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Создан: {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file.CreationTime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}");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file.MoveTo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("data_new.txt");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dir = new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DirectoryInfo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("logs");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($"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Папка существует: {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dir.Exists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}");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Перечисление файлов: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EnumerateFiles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GetFiles</a:t>
            </a:r>
            <a:endParaRPr lang="en-US" sz="1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 чём разница: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EnumerateFiles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отдаёт файлы «по одному» (лениво) — экономно по памяти, подходит для больших папок.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GetFiles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сразу собирает весь массив — удобно, если нужен полный список, но может сильно грузить память.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// Лениво: подойдёт для тысяч файлов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path in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Directory.EnumerateFiles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("C:\\Temp", "*.log"))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(path);</a:t>
            </a:r>
          </a:p>
          <a:p>
            <a:endParaRPr lang="en-US" sz="12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Сразу весь список: удобно, если нужно сортировать или фильтровать массив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string[] logs =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Directory.GetFiles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("C:\\Temp", "*.log");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Array.Sort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(logs);</a:t>
            </a:r>
          </a:p>
          <a:p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p in logs)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(p);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Изображения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Суть: в 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NET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нет встроенного «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парсера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картинок» в базовом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IO —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работают через специализированные библиотеки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System.Drawing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ImageSharp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SkiaSharp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Читают как бинарные данные, а дальше декодируют в объект изображения.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byte[]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imageBytes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File.ReadAllBytes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("photo.png");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Дальше передают в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ImageSharp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SkiaSharp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для обработки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image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Image.Load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imageBytes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CSV: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парсинг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и коллекции.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CsvHelper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самописный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парсер</a:t>
            </a:r>
            <a:endParaRPr lang="ru-RU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Суть: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CSV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выглядит просто, но быстро становится сложным: кавычки, экранирование, разные разделители, кодировки.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Самописный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парсер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годится для учебных задач;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продакшене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берут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CsvHelper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он корректно обрабатывает все нюансы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маппит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строки на классы.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reader = new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StreamReader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("data.csv");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CsvReader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(reader,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CultureInfo.InvariantCulture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records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csv.GetRecords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&lt;Person&gt;().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ToList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(); //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сразу коллекция объектов</a:t>
            </a:r>
          </a:p>
          <a:p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Самописный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вариант (только для простых случаев без кавычек и спецсимволов):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lines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File.ReadAllLines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("data.csv").Skip(1); //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пропускаем заголовок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people = lines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.Select(l =&gt;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l.Split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(','))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.Select(p =&gt; new Person { Id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int.Parse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(p[0]), Name = p[1] })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.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ToList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Конфигурационные файлы: .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.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config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appsettings.json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Суть: 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NET Core/5+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делает упор на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JSON‑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конфиги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appsettings.json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Для .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используют сторонние пакеты, а классические .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config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Web.config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App.config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остаются в 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NET Framework.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NET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читает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appsettings.json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config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ConfigurationBuilder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.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SetBasePath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Directory.GetCurrentDirectory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.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AddJsonFile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appsettings.json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", optional: false,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reloadOnChange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: true)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.Build();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connectionString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config.GetConnectionString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DefaultConnection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port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config.GetValue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&gt;("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Server:Port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");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Архивы: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ZIP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через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System.IO.Compression</a:t>
            </a:r>
            <a:endParaRPr lang="en-US" sz="1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Суть: можно читать файлы внутри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ZIP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без распаковки на диск — через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ZipArchive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Это экономит место и ускоряет работу, если нужно достать один файл из большого архива.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archive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ZipFile.OpenRead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("archive.zip"))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entry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archive.Entries.FirstOrDefault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(e =&gt;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e.Name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== "readme.txt");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if (entry != null)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{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stream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entry.Open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reader = new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StreamReader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(stream);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Console.WriteLine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reader.ReadToEnd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Файлы баз данных: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(.db)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ADO.NET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Суть: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это файл 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db,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который можно копировать как обычный файл. В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C#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 нему подключаются через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ADO.NET-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провайдер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Microsoft.Data.Sqlite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Это удобно для локальных БД,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кэшей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тестов.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Пример минимального запроса: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SqliteConnection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("Data Source=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local.db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conn.Open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SqliteCommand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("SELECT Id, Name FROM Users",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reader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cmd.ExecuteReader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while (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reader.Read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Console.WriteLine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($"Id={reader.GetInt32(0)}, Name={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reader.GetString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(1)}");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асинхронные методы не блокируют поток выполнения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пока файл читается или пишется, программа может делать другие дела.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UI‑приложениях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это спасает от «зависания» интерфейса, в серверных — позволяет обрабатывать больше запросов одновременно.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Зачем это нужно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приложении с окошками (WPF,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): если читать файл синхронно, окно замрёт и покажется, что программа зависла. Асинхронность держит интерфейс отзывчивым.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сервере: можно одновременно обрабатывать сотни запросов, не дожидаясь по очереди, пока каждый файл прочитается.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214818"/>
            <a:ext cx="8143932" cy="2523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(и в большинстве ОС) файл может быть открыт с разными режимами совместного доступа: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кто‑то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может читать его параллельно, но запись часто требует эксклюзивного доступа. Если ты пытаешься открыть файл, который уже держит другой процесс в несовместимом режиме, .NET выбрасывает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IOException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Поэтому хорошая практика — не считать ошибку открытия файла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чем‑то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исключительным, а заранее продумать стратегию: повторить попытку с задержкой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retry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 пропустить файл, записать проблему в отдельный лог или уведомить пользователя.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42900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try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awaitusingvar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File.Open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("locked.txt",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FileMode.Open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FileAccess.Read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FileShare.Read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text =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awaitStreamReader.Create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fs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).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ReadToEndAsync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catch 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ex) when 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ex.HResult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== unchecked((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)0x80070021)) // ERROR_SHARING_VIOLATION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Файл сейчас занят — решаем, что делать: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retry,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пропустить, </a:t>
            </a:r>
            <a:r>
              <a:rPr lang="ru-RU" sz="1400" dirty="0" err="1" smtClean="0">
                <a:latin typeface="Courier New" pitchFamily="49" charset="0"/>
                <a:cs typeface="Courier New" pitchFamily="49" charset="0"/>
              </a:rPr>
              <a:t>логировать</a:t>
            </a:r>
            <a:endParaRPr lang="ru-RU" sz="1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Файл временно заблокирован, попробуем позже.");</a:t>
            </a:r>
          </a:p>
          <a:p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74345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Задание: «Анализатор логов»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Вам нужно написать консольное приложение, которое обрабатывает текстовый лог-файл.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Что сделать: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Создай файл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app.log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запиши в него 10–15 строк с тестовыми записями — пусть среди них будут строки со словами ERROR, WARN и обычные сообщения.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Прочитай файл построчно (не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ReadAllLines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StreamReader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цикл) и посчитай, сколько раз встречаются ERROR и WARN.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Собери все строки с ошибками в отдельный список и сохрани их в новый файл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errors_only.txt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В консоль выведи статистику: общее число строк, число ошибок, число предупреждений.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Убедись, что все потоки закрыты (лучше всего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1946</Words>
  <Application>Microsoft Office PowerPoint</Application>
  <PresentationFormat>Экран (4:3)</PresentationFormat>
  <Paragraphs>162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Работа с файлами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</cp:revision>
  <dcterms:created xsi:type="dcterms:W3CDTF">2026-10-10T19:54:46Z</dcterms:created>
  <dcterms:modified xsi:type="dcterms:W3CDTF">2026-10-10T20:48:06Z</dcterms:modified>
</cp:coreProperties>
</file>
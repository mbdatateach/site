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2" r:id="rId4"/>
    <p:sldId id="265" r:id="rId5"/>
    <p:sldId id="257" r:id="rId6"/>
    <p:sldId id="258" r:id="rId7"/>
    <p:sldId id="259" r:id="rId8"/>
    <p:sldId id="260" r:id="rId9"/>
    <p:sldId id="266" r:id="rId10"/>
    <p:sldId id="263" r:id="rId11"/>
    <p:sldId id="264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C993-6618-4372-87DA-8E035D2D57E5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3988-DAED-431F-8188-DCC76D80539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917C5-37CB-42E7-BB65-BAEA85CEF70E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4BA9A-FE03-4B2B-AC76-F8CA3926FFC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C# и .NET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Различия между </a:t>
            </a:r>
            <a:r>
              <a:rPr lang="en-US" dirty="0" smtClean="0"/>
              <a:t>C# </a:t>
            </a:r>
            <a:r>
              <a:rPr lang="ru-RU" dirty="0" smtClean="0"/>
              <a:t>и </a:t>
            </a:r>
            <a:r>
              <a:rPr lang="en-US" dirty="0" smtClean="0"/>
              <a:t>Python</a:t>
            </a:r>
            <a:endParaRPr lang="ru-RU" dirty="0"/>
          </a:p>
        </p:txBody>
      </p:sp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33620"/>
            <a:ext cx="4695814" cy="63243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857752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62628" y="0"/>
            <a:ext cx="338137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4314825"/>
            <a:ext cx="76200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214686"/>
            <a:ext cx="18573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8992" y="2285992"/>
            <a:ext cx="2071702" cy="240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r>
              <a:rPr lang="en-US" b="1" dirty="0" smtClean="0"/>
              <a:t>: </a:t>
            </a:r>
            <a:r>
              <a:rPr lang="en-US" b="1" dirty="0" err="1" smtClean="0"/>
              <a:t>sharpdevelop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736879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38067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видит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и «подгружает» нужные инструменты (в данном случае — возможность выводить текст).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«входит» в пространство имён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MyFirstApp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чтобы знать, где находится наш код.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Находит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внутри него —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Выполняет код внутри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(), то есть выводит на экран «Привет, мир!».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Базовый проект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14423"/>
            <a:ext cx="5795901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35536"/>
            <a:ext cx="6215073" cy="572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4857751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</a:t>
            </a:r>
            <a:r>
              <a:rPr lang="en-US" dirty="0" err="1" smtClean="0"/>
              <a:t>WinForms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071678"/>
            <a:ext cx="4572000" cy="331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к лекции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428604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ru-RU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исправьте ошибки со слайда 10.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Создайте консольное приложение и попробуйте сделать следующие вещи: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за пределами класса и вывести ее на экран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внутри класса и вывести ее на экран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объявите переменную после вывода ее во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writeln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программу, выводящую на экран какую-либо картинку из символов (на Ваше усмотрение) - в консоли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программу, которая считывает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значение и выводит его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*5)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проекте два класса с методом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 слайде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Настройте файл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csproj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точкой входа стал класс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Launcher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вместо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using System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namespace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MyApp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class Program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static void Main()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("Hello, World!")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Program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World!");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Launcher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Launcher!");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786454"/>
            <a:ext cx="9144000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Решение: найдите в файле *.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csproj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строку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&gt;Exe&lt;/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добавьте под ней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test_class.Launcher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test_class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– название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namespace.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287</Words>
  <Application>Microsoft Office PowerPoint</Application>
  <PresentationFormat>Экран (4:3)</PresentationFormat>
  <Paragraphs>42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Введение в C# и .NET</vt:lpstr>
      <vt:lpstr>Различия между C# и Python</vt:lpstr>
      <vt:lpstr>Слайд 3</vt:lpstr>
      <vt:lpstr>Начало работы: sharpdevelop</vt:lpstr>
      <vt:lpstr>Слайд 5</vt:lpstr>
      <vt:lpstr>Ввод‑вывод в консольном приложении</vt:lpstr>
      <vt:lpstr>Ввод‑вывод в консольном приложении</vt:lpstr>
      <vt:lpstr>Ввод‑вывод в WinForms</vt:lpstr>
      <vt:lpstr>Задание к лекции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18</cp:revision>
  <dcterms:created xsi:type="dcterms:W3CDTF">2026-02-10T11:34:12Z</dcterms:created>
  <dcterms:modified xsi:type="dcterms:W3CDTF">2026-08-26T14:10:30Z</dcterms:modified>
</cp:coreProperties>
</file>
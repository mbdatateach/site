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57" r:id="rId8"/>
    <p:sldId id="258" r:id="rId9"/>
    <p:sldId id="260" r:id="rId10"/>
    <p:sldId id="261" r:id="rId11"/>
    <p:sldId id="262" r:id="rId12"/>
    <p:sldId id="263" r:id="rId13"/>
    <p:sldId id="264" r:id="rId14"/>
    <p:sldId id="271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2F08-77E9-4D5A-BDFB-DF2633486EF0}" type="datetimeFigureOut">
              <a:rPr lang="ru-RU" smtClean="0"/>
              <a:pPr/>
              <a:t>01.10.2026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2AB50-7A97-4E3F-BA31-585E9AA365E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mail.ru/public/Wkb4/X5QDLtRNi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tanit.com/sharp/aspnet6/11.1.php?ysclid=mmb0fc7mgh55599540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ik.org/lesson/1253156/step/1?unit=1267076" TargetMode="External"/><Relationship Id="rId2" Type="http://schemas.openxmlformats.org/officeDocument/2006/relationships/hyperlink" Target="https://telegrambots.github.io/book/1/quickstart.html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i/m--e7LQFAFgBlQ" TargetMode="External"/><Relationship Id="rId2" Type="http://schemas.openxmlformats.org/officeDocument/2006/relationships/hyperlink" Target="https://metanit.com/sharp/tutorial/3.46.php?ysclid=mmb1rpxbus531260456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nit.com/sharp/patterns/1.1.php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Паттерны и проекты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671691"/>
            <a:ext cx="544299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Шахматы или похожее Идеальный полигон для ООП: базовый абстрактный класс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виртуальным методом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getPossibleMoves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от которого наследуются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Pawn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Knight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Bishop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т. д. — каждый со своей логикой ходов (полиморфизм). Класс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Board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хранит структуру данных (двумерный массив или словарь координат),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управляет состоянием и очередью. </a:t>
            </a:r>
          </a:p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возможности: 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подсветка доступных ходов, шах/мат/пат с алгоритмом проверки, история ходов (стек), возможность отката, сохранение/загрузка партии, таймер на ход. Можно упростить до шашек или усложнить до «своих» правил — например, фигуры со смешанными способностями.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16" y="1285860"/>
            <a:ext cx="3624984" cy="458936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Идеи проектов</a:t>
            </a:r>
          </a:p>
        </p:txBody>
      </p:sp>
    </p:spTree>
    <p:extLst>
      <p:ext uri="{BB962C8B-B14F-4D97-AF65-F5344CB8AC3E}">
        <p14:creationId xmlns="" xmlns:p14="http://schemas.microsoft.com/office/powerpoint/2010/main" val="387103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486136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с наследованием в одной таблице Проект, где наследование и структуры данных на поверхности: базовый класс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(или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любая иерархия), наследники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уникальными полями. Хранение в единой структуре (список базовых указателей) — классический приём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upcasting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Фильтры и поиск — это работа с коллекциями, сортировка — алгоритм. Полиморфизм проявляется в методе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или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getInfo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— каждый наследник выводит свои данные.</a:t>
            </a:r>
          </a:p>
          <a:p>
            <a:pPr algn="just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возможности: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нескольким критериям одновременно,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при вводе, статистика и агрегация (количество по типам, средние значения), отслеживание изменений с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логированием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визуализация данных.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393" y="1"/>
            <a:ext cx="4065607" cy="404808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88" y="2928398"/>
            <a:ext cx="3286112" cy="392960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1677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Анимации наследников класса Базовый класс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AnimatedObject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методами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getPosition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а наследники (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Polygon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переопределяют логику движения и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отрисовки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— чистый полиморфизм в цикле анимации, который вызывает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у каждого объекта без знания его конкретного типа. Структуры данных: список или массив объектов для покадрового обновления. </a:t>
            </a:r>
          </a:p>
          <a:p>
            <a:pPr algn="just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возможности: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частиц с физикой (гравитация, отскоки), наследование свойств (например,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BouncingCircle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наследник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добавляет упругость), слои с разной скоростью (параллакс), интерактивность — мышь притягивает или отталкивает объекты, экспорт анимации в GIF, конфигурация через файл параметров.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500702"/>
            <a:ext cx="9143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https://cloud.mail.ru/public/Wkb4/X5QDLtRNi</a:t>
            </a:r>
            <a:endParaRPr lang="en-US" sz="32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1678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предметов с уникальным исчезновением для каждого наследника Базовый класс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виртуальным методом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disappear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onFound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наследники переопределяют эффект: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FadingItem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плавно растворяется,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ExplodingItem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разлетается частицами,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ShrinkingItem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уменьшается,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ColorItem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меняет цвет перед исчезновением — полиморфизм в действии.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возможности: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таймер на уровень,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комбо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-система за быстрые находки, уровни с увеличивающейся сложностью (больше предметов, меньше времени), подсказки с подсветкой области, режим «найди отличия» — две сетки, предметы исчезают только при совпадении, таблица рекордов.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allsoft.ru/upload/screenshots/24a/24a1a30c54f96fd143e159f8eec4425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6245"/>
            <a:ext cx="2630347" cy="2630347"/>
          </a:xfrm>
          <a:prstGeom prst="rect">
            <a:avLst/>
          </a:prstGeom>
          <a:noFill/>
        </p:spPr>
      </p:pic>
      <p:pic>
        <p:nvPicPr>
          <p:cNvPr id="4" name="Picture 4" descr="https://sun9-14.userapi.com/impf/Jxscdm3o1JMWi3UhdSEe1yZeag-b6IUj4k691g/ugbKjrS_u2Y.jpg?size=1771x997&amp;quality=96&amp;proxy=1&amp;sign=1bd19de7f69f0176fd4a48afb68aab39&amp;type=albu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0715" y="4574839"/>
            <a:ext cx="2530436" cy="225890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643643" y="4836591"/>
            <a:ext cx="1790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>
                <a:latin typeface="Cambria" pitchFamily="18" charset="0"/>
              </a:rPr>
              <a:t>Тайны города </a:t>
            </a:r>
            <a:r>
              <a:rPr lang="en-US" i="1" dirty="0">
                <a:latin typeface="Cambria" pitchFamily="18" charset="0"/>
              </a:rPr>
              <a:t>N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20436" y="4262095"/>
            <a:ext cx="2547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i="1" dirty="0">
                <a:latin typeface="Cambria" pitchFamily="18" charset="0"/>
              </a:rPr>
              <a:t>Рождественская песнь</a:t>
            </a:r>
            <a:endParaRPr lang="en-US" i="1" dirty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668452" y="2346491"/>
            <a:ext cx="2562700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«Поиск предметов»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 (англ.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Hidden object game, Hidden picture, Hidden object game adventure, HOPA) — </a:t>
            </a:r>
            <a:r>
              <a:rPr lang="ru-RU" sz="1600" b="1" dirty="0" err="1">
                <a:latin typeface="Times New Roman" pitchFamily="18" charset="0"/>
                <a:cs typeface="Times New Roman" pitchFamily="18" charset="0"/>
              </a:rPr>
              <a:t>поджанр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 игр-головоломок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, в которых игрок должен находить предметы из списка, скрытые на уровне.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9668" y="5205923"/>
            <a:ext cx="2411009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Предметы, как правило, замаскированы в окружающей обстановке, а сама обстановка задумана так, чтобы найти их было сложнее.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49868" y="3274498"/>
            <a:ext cx="3794132" cy="271385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4570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Игра на память или внимание с несколькими уровнями Базовый абстрактный класс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методами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checkAnswer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наследники — конкретные мини-игры: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MemoryCardsLevel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(найди пары),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SequenceLevel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(запомни и повтори последовательность),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SpotDifferenceLevel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(найди отличия). Полиморфизм — менеджер игры хранит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и вызывает общие методы. Структуры данных: карты — массив или словарь, последовательности — очередь или стек. 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Дополнительные возможности: прогрессия сложности с адаптацией под результат игрока, система очков и звёзд за уровень, сохранение прогресса между сессиями,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мультиплеер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 очереди — два игрока соревнуются на одном уровне, режим генерации уровней из шаблонов.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0767"/>
            <a:ext cx="3809426" cy="390144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/>
          <a:srcRect b="40603"/>
          <a:stretch/>
        </p:blipFill>
        <p:spPr>
          <a:xfrm>
            <a:off x="4572000" y="2800768"/>
            <a:ext cx="3451638" cy="14664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018" y="4267200"/>
            <a:ext cx="1991602" cy="2590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6966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00108"/>
            <a:ext cx="5857884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ASP.NET расширяет платформу .NET инструментами и библиотеками, специально предназначенными для создания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веб-приложений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Вот некоторые вещи, которые ASP.NET добавляет к платформе .NET:</a:t>
            </a:r>
          </a:p>
          <a:p>
            <a:pPr algn="just"/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Базовая структура для обработки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веб-запросов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 C# или F#.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Синтаксис шаблонов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известный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Razor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для создания динамических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 использованием C#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Библиотеки для распространенных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веб-шаблонов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например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Controller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(модель — представление — контроллер)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Система проверки подлинности, включающая библиотеки, базу данных и страницы шаблонов для обработки входов в систему, включая многофакторную проверку подлинности и внешнюю проверку подлинности с помощью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X и т. д.</a:t>
            </a:r>
          </a:p>
          <a:p>
            <a:pPr algn="just">
              <a:buFont typeface="Arial" pitchFamily="34" charset="0"/>
              <a:buChar char="•"/>
            </a:pP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Расширения редактора, обеспечивающие подсветку синтаксиса, завершение кода и другие функции, специально предназначенные для разработки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5ef73d84-0a5d-44c3-b576-1ca640fd4dfe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884" y="0"/>
            <a:ext cx="3286116" cy="4781551"/>
          </a:xfrm>
          <a:prstGeom prst="rect">
            <a:avLst/>
          </a:prstGeom>
          <a:noFill/>
        </p:spPr>
      </p:pic>
      <p:pic>
        <p:nvPicPr>
          <p:cNvPr id="1028" name="Picture 4" descr="https://ucarecdn.stepik.net/6a1090f1-2d06-4dee-bd54-e1af47656d08/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884" y="4591049"/>
            <a:ext cx="3286116" cy="2266951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6000768"/>
            <a:ext cx="5429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https://metanit.com/sharp/aspnet6/11.1.php?ysclid=mmb0fc7mgh555995401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580171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Дополнительные идеи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5500702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https://telegrambots.github.io/book/1/quickstart.html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https://stepik.org/lesson/1253156/step/1?unit=1267076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 descr="https://ucarecdn.stepik.net/1f6f10d9-b67a-49af-8e9d-2a9a206ae0d9/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95850" y="2214554"/>
            <a:ext cx="4248150" cy="2409826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1285860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Ключевые шаги разработки: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Создать бота у @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BotFather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получить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токен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Создать проект на C# (.NET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Console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App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API).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Установить библиотеку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Telegram.Bot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Написать код, который обрабатывает сообщения.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  Запустить программу и проверить работу бота.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0"/>
            <a:ext cx="91440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4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Дополнительные идеи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Подключение к </a:t>
            </a:r>
            <a:r>
              <a:rPr lang="ru-RU" b="1" dirty="0" err="1" smtClean="0"/>
              <a:t>веб-сервису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86225" y="3000372"/>
            <a:ext cx="505777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000108"/>
            <a:ext cx="40957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hape 7"/>
          <p:cNvCxnSpPr>
            <a:stCxn id="1029" idx="2"/>
            <a:endCxn id="1028" idx="1"/>
          </p:cNvCxnSpPr>
          <p:nvPr/>
        </p:nvCxnSpPr>
        <p:spPr>
          <a:xfrm rot="16200000" flipH="1">
            <a:off x="2588397" y="3283719"/>
            <a:ext cx="1314464" cy="1681192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571612"/>
            <a:ext cx="4101527" cy="107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090686" y="2643182"/>
            <a:ext cx="355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Создание объекта класса сервиса</a:t>
            </a:r>
            <a:endParaRPr lang="ru-RU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072074"/>
            <a:ext cx="4224976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alglib</a:t>
            </a:r>
            <a:r>
              <a:rPr lang="en-US" sz="3200" dirty="0" smtClean="0"/>
              <a:t>:</a:t>
            </a:r>
            <a:r>
              <a:rPr lang="ru-RU" sz="3200" dirty="0" smtClean="0"/>
              <a:t>Подключение библиотеки к проекту</a:t>
            </a:r>
            <a:endParaRPr lang="ru-RU" sz="32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427672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554" y="3214686"/>
            <a:ext cx="4323555" cy="322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 flipV="1">
            <a:off x="3857620" y="1643050"/>
            <a:ext cx="2643206" cy="207170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500826" y="1643050"/>
            <a:ext cx="150019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29322" y="714356"/>
            <a:ext cx="2881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Вот здесь нужно найти ссылку на файл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alglibnet2.dll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DLL</a:t>
            </a:r>
          </a:p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https://metanit.com/sharp/tutorial/3.46.php?ysclid=mmb1rpxbus531260456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импортировать DLL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https://disk.yandex.ru/i/m--e7LQFAFgBlQ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224" y="1928802"/>
            <a:ext cx="7397459" cy="4929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14414" y="857232"/>
            <a:ext cx="71272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https://metanit.com/sharp/patterns/1.1.php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Паттерны проектирования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2274838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Паттерны проектирования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 (шаблоны проектирования) — это типовые решения часто встречающихся задач при создании программного обеспечения. Они не описывают готовый код — задают структуру взаимодействия объектов, классов и методов, чтобы решать задачи повторяемым и проверенным способом.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643438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28934"/>
            <a:ext cx="4643438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1075" y="28575"/>
            <a:ext cx="4352925" cy="5400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86446" y="4766541"/>
            <a:ext cx="3357554" cy="209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531" y="928670"/>
            <a:ext cx="9146531" cy="50244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798</Words>
  <Application>Microsoft Office PowerPoint</Application>
  <PresentationFormat>Экран (4:3)</PresentationFormat>
  <Paragraphs>50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Паттерны и проекты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Подключение к веб-сервису</vt:lpstr>
      <vt:lpstr>alglib:Подключение библиотеки к проекту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18</cp:revision>
  <dcterms:created xsi:type="dcterms:W3CDTF">2026-03-03T19:32:17Z</dcterms:created>
  <dcterms:modified xsi:type="dcterms:W3CDTF">2026-10-01T14:02:36Z</dcterms:modified>
</cp:coreProperties>
</file>
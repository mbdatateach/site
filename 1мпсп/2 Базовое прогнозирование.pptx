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659" autoAdjust="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umpics.ru/how-to-build-a-trend-line-in-excel/?ysclid=mgrw6jsfc0953713197" TargetMode="External"/><Relationship Id="rId2" Type="http://schemas.openxmlformats.org/officeDocument/2006/relationships/hyperlink" Target="https://lumpics.ru/forecasting-in-excel/?ysclid=mgrvr2lttb858710429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Базовое прогнозирование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Дополнительные материалы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0" y="1142984"/>
            <a:ext cx="9144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Инструменты прогнозирования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400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https://lumpics.ru/forecasting-in-excel/?ysclid=mgrvr2lttb858710429#_3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Построение линии тренда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https://lumpics.ru/how-to-build-a-trend-line-in-excel/?ysclid=mgrw6jsfc0953713197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214554"/>
            <a:ext cx="9144000" cy="45005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Скользящее среднее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571480"/>
            <a:ext cx="9144000" cy="1569660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Прогнозирование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процесс предсказания будущих значений на основе исторических данных. С помощью прогноза можно предсказывать, например, будущий объём продаж, потребность в складских запасах или потребительские тенденции.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3214686"/>
            <a:ext cx="9144000" cy="27146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2158925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Представьте, что у вас есть таблица с цифрами за прошлые периоды — например, ежемесячные продажи за последний год. Вы хотите понять, сколько примерно продадите в следующие 3 месяца. 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анализирует эту динамику и выдаёт предполагаемые цифры — это и есть прогнозирование.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Как это работает (на пальцах)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 даёте данные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например, даты в одном столбце и продажи в другом.</a:t>
            </a:r>
          </a:p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 ищет закономерность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растёт ли показатель равномерно, есть ли сезонные всплески (например, перед Новым годом).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Строит линию тренда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как бы «продлевает» существующую динамику в будущее.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Выдаёт прогноз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таблицу с предполагаемыми значениями и график, где видно, как может измениться показатель.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Пример из жизни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Бизнес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предсказать выручку на следующий квартал, чтобы запланировать закупки.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Логистика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оценить, сколько товара нужно держать на складе через месяц.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Маркетинг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спрогнозировать трафик на сайт после запуска рекламы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Прогноз это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 предположение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 а не гарантия. 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показывает вероятный сценарий, но реальные результаты могут отличаться.</a:t>
            </a:r>
          </a:p>
          <a:p>
            <a:pPr algn="just"/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Функции регрессии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785794"/>
            <a:ext cx="9144000" cy="1477328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«Тенденция»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инструмент прогнозирования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основанный на методе линейной регрессии. Её основная задача — предсказать поведение зависимой переменной на основе одной или нескольких независимых переменных, используя имеющиеся данные как обучающую выборку. Данный оператор наиболее эффективно используется при наличии линейной зависимости функции.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63" y="2357430"/>
            <a:ext cx="3643337" cy="2701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4997929" y="5000636"/>
            <a:ext cx="4146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Предсказание одного нового значения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2428868"/>
            <a:ext cx="421481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Прогнозирование для нескольких периодов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Для одновременного прогнозирования нескольких периодов используйте функцию ТЕНДЕНЦИЯ как формулу массива. Выделите ячейки для прогнозов (например, B14:B15) и введите: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=ТЕНДЕНЦИЯ(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B2:B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A2:A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Завершите ввод нажатием комбинации клавиш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Ctrl+Shift+Enter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pSp>
        <p:nvGrpSpPr>
          <p:cNvPr id="28" name="Группа 27"/>
          <p:cNvGrpSpPr/>
          <p:nvPr/>
        </p:nvGrpSpPr>
        <p:grpSpPr>
          <a:xfrm>
            <a:off x="2428860" y="4500570"/>
            <a:ext cx="3143272" cy="428628"/>
            <a:chOff x="2357422" y="4929198"/>
            <a:chExt cx="2214578" cy="428628"/>
          </a:xfrm>
        </p:grpSpPr>
        <p:cxnSp>
          <p:nvCxnSpPr>
            <p:cNvPr id="16" name="Прямая со стрелкой 15"/>
            <p:cNvCxnSpPr/>
            <p:nvPr/>
          </p:nvCxnSpPr>
          <p:spPr>
            <a:xfrm>
              <a:off x="2357422" y="4929198"/>
              <a:ext cx="2214578" cy="28575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/>
            <p:nvPr/>
          </p:nvCxnSpPr>
          <p:spPr>
            <a:xfrm>
              <a:off x="2357422" y="4929198"/>
              <a:ext cx="2214578" cy="42862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Прямоугольник 26"/>
          <p:cNvSpPr/>
          <p:nvPr/>
        </p:nvSpPr>
        <p:spPr>
          <a:xfrm>
            <a:off x="0" y="5286388"/>
            <a:ext cx="9144000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Ещё одной функцией, с помощью которой можно производить прогнозирование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Экселе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является оператор РОСТ. Он тоже относится к статистической группе инструментов, но, в отличие от ТЕНДЕНЦИЯ, при расчете применяет не метод линейной зависимости, а экспоненциальной.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ПРЕДСКАЗ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позволяет с некоторой степенью точности предсказать будущие значения на основе существующих числовых 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Линия тренда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785794"/>
            <a:ext cx="9144000" cy="1477328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Одним из самых популярных видов графического прогнозирования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Экселе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является экстраполяция выполненная построением линии тренда. Линия тренда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(также известна как линия наилучшего соответствия) — это визуальное представление общего направления изменения данных на диаграмме. Простыми словами, это математическая функция, которая наилучшим образом описывает тенденцию в имеющихся данных.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357430"/>
            <a:ext cx="3428992" cy="316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 b="7712"/>
          <a:stretch>
            <a:fillRect/>
          </a:stretch>
        </p:blipFill>
        <p:spPr bwMode="auto">
          <a:xfrm>
            <a:off x="4572000" y="2285992"/>
            <a:ext cx="395341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5688449"/>
            <a:ext cx="9144000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Коэффициент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R2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отображает качество линии тренда. Чем выше коэффициент, тем выше достоверность линии. Максимальная величина его может быть равной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Принято считать, что при коэффициенте свыше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0,85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линия тренда является достоверной. Если же вас не устраивает уровень достоверности, то можно вернуться в окно формата линии тренда и выбрать любой другой тип аппроксимации. Можно перепробовать все доступные варианты, чтобы найти наиболее точный.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118</Words>
  <Application>Microsoft Office PowerPoint</Application>
  <PresentationFormat>Экран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Базовое прогнозирование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Excel</dc:title>
  <dc:creator>user</dc:creator>
  <cp:lastModifiedBy>user</cp:lastModifiedBy>
  <cp:revision>36</cp:revision>
  <dcterms:created xsi:type="dcterms:W3CDTF">2025-01-01T12:55:25Z</dcterms:created>
  <dcterms:modified xsi:type="dcterms:W3CDTF">2026-01-29T11:34:05Z</dcterms:modified>
</cp:coreProperties>
</file>
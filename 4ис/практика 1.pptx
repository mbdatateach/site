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3C0E8-7F30-4D31-AF5F-A62F80BEF302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E8734-55F4-4484-9A29-74D2999B16E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E8734-55F4-4484-9A29-74D2999B16EC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1C522-7619-41A7-86DF-E08436E3A227}" type="datetimeFigureOut">
              <a:rPr lang="ru-RU" smtClean="0"/>
              <a:pPr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F6E7D-DA1A-4B01-8406-A5702C87F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bout1c.ru/v77/for-developer/language-reference/about-language/expressions/arithmetical?ysclid=mlw5f7y2eo664942147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Создание механизмов хранения сведений об организации</a:t>
            </a:r>
            <a:br>
              <a:rPr lang="ru-RU" b="1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Объект Константа предназначен для хранения постоянной или условно-постоянной информации. Важным является то, что одна константа предназначена для хранения только одного значения. В системе может быть произвольное количество констант. Константы создаются в конфигураторе, но заполняются непосредственными значениями в пользовательском режиме.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ucarecdn.stepik.net/0034aa6f-4f25-4e6a-aadd-60d2ed275419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2285992"/>
            <a:ext cx="4191000" cy="1190625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3714752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/>
              <a:t>Для создания новой константы в окне дерева объектов конфигурации правой кнопкой мышки на ветке </a:t>
            </a:r>
            <a:r>
              <a:rPr lang="ru-RU" i="1" dirty="0" smtClean="0"/>
              <a:t>Константы</a:t>
            </a:r>
            <a:r>
              <a:rPr lang="ru-RU" dirty="0" smtClean="0"/>
              <a:t> вызываем контекстное меню, в котором выбираем пункт </a:t>
            </a:r>
            <a:r>
              <a:rPr lang="ru-RU" i="1" dirty="0" smtClean="0"/>
              <a:t>Добавить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создания новой константы в окне дерева объектов конфигурации правой кнопкой мышки на ветке 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Константы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вызываем контекстное меню, в котором выбираем пункт 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Добавить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 descr="https://ucarecdn.stepik.net/1e6fedd5-051d-4e82-b96e-b834ae7dd740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0"/>
            <a:ext cx="2219325" cy="155257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164305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Далее откроется окно, называемое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Палитра свойств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 которой будут отражены свойства константы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4" name="Picture 4" descr="https://ucarecdn.stepik.net/2eead179-8933-499b-bdc3-80573ce27779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2071678"/>
            <a:ext cx="2924175" cy="2500330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0" y="4643446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Нам потребуется заполнить следующие поля: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·         Имя – идентификатор константы. Поскольку в системе может существовать произвольное количество констант, то необходимо однозначно идентифицировать каждую из них.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·         Синоним – удобное для пользователя название.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·         Тип данных – тип данных хранимых в константе. Для строкового типа данных необходимо указать предельную длину строки, а также способ ее хранения. В системе предусмотрена возможность хранить строки неограниченной длины.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·          Допустимая длина отражает системный способ реализации хранения строк.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образом, мы создали структуру данных, которая позволит хранить необходимую нам информацию, но не определили, как именно называется наша организация. Для этого необходимо перейти в пользовательский режим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режим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"1С: Предприятие"), выбираем пункт меню 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Сервис - 1С: Предприятие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или на панели нажимаем на кнопку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Начать отладку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 descr="https://ucarecdn.stepik.net/1d67de9a-0aec-4a9d-b880-5e90b323a577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0298" y="1357298"/>
            <a:ext cx="4086225" cy="1343026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278605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последовательно подтверждаем необходимость обновления информационной базы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8" name="Picture 4" descr="https://ucarecdn.stepik.net/53d55396-ff29-4943-a43c-d0b11e99555c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3286124"/>
            <a:ext cx="3533775" cy="800100"/>
          </a:xfrm>
          <a:prstGeom prst="rect">
            <a:avLst/>
          </a:prstGeom>
          <a:noFill/>
        </p:spPr>
      </p:pic>
      <p:pic>
        <p:nvPicPr>
          <p:cNvPr id="16390" name="Picture 6" descr="https://ucarecdn.stepik.net/ba4117cc-a6e8-4d8a-b8b6-60076e0249f0/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3357562"/>
            <a:ext cx="3543300" cy="609600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0" y="421481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Только после выполнения всех этих действий, в пользовательском режиме можно ввести необходимую информацию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92" name="Picture 8" descr="https://ucarecdn.stepik.net/12ce89d3-0f76-4218-8a7c-c2e906e1be40/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28728" y="4857760"/>
            <a:ext cx="6251363" cy="879522"/>
          </a:xfrm>
          <a:prstGeom prst="rect">
            <a:avLst/>
          </a:prstGeom>
          <a:noFill/>
        </p:spPr>
      </p:pic>
      <p:pic>
        <p:nvPicPr>
          <p:cNvPr id="16394" name="Picture 10" descr="https://ucarecdn.stepik.net/f198cd05-8995-4665-8112-f66d6d0b5e63/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643174" y="5786454"/>
            <a:ext cx="4400550" cy="914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4285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программе «1С:Предприятие» можно создать собственную форму констант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которую система будет использовать вместо формы по умолчанию, и на ней разместить все важные константы. Это позволяет работать со всеми константами в одном месте, без необходимости открывать отдельную форму для каждой константы.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1428736"/>
            <a:ext cx="4534912" cy="10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571744"/>
            <a:ext cx="8929718" cy="400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2000232" y="2714620"/>
            <a:ext cx="235745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Зачем нужны: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показывают информацию пользователю (надписи, таблицы);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позволяют вводить данные (поля ввода);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дают возможность выполнять действия (кнопки);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организуют навигацию (меню, панели инструментов).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8929718" cy="400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321467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Зачем нужны: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показывают информацию пользователю (надписи, таблицы);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позволяют вводить данные (поля ввода);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дают возможность выполнять действия (кнопки);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организуют навигацию (меню, панели инструментов).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 стрелкой 4"/>
          <p:cNvCxnSpPr>
            <a:stCxn id="3" idx="2"/>
          </p:cNvCxnSpPr>
          <p:nvPr/>
        </p:nvCxnSpPr>
        <p:spPr>
          <a:xfrm rot="5400000">
            <a:off x="-466687" y="3212361"/>
            <a:ext cx="3255063" cy="89299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357686" y="0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Реквизиты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переменные, хранящие данные формы: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хранят значения между действиями пользователя;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передают данные между клиентом и сервером;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служат «связующим звеном» между элементами и кодом.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Команды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действия, которые можно выполнить: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   могут быть привязаны к кнопкам или меню;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   содержат код, выполняющий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какую‑то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задачу;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   Пример: команда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ОбновитьТекстПриветствия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() — запускает обновление текста при смене языка.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 rot="10800000">
            <a:off x="1643042" y="3429000"/>
            <a:ext cx="3214710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2500298" y="3643314"/>
            <a:ext cx="19288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Новые константы на существующую форму можно перетащить отсюда</a:t>
            </a:r>
            <a:endParaRPr lang="ru-RU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dirty="0" smtClean="0"/>
              <a:t>Основы встроенного языка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428604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Даже при локальной работе система имитирует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клиент‑серверную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архитектуру — это нужно для: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Единообразия кода.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Один и тот же код будет работать и в файловом варианте, 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клиент‑серверном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(где сервер реально удалён).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Вам не придётся переписывать процедуры при переходе на серверную базу.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Контроля доступа к данным.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Код под &amp;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НаСервере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имеет право читать/писать в базу данных.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Код под &amp;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НаКлиенте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может напрямую обращаться к БД — только к данным, уже загруженным в форму.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защищает от случайных ошибок (например, попытки изменить данные без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проверк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714752"/>
            <a:ext cx="56102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Математические выражения –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выражения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содержащие знаки арифметических операций и подчиняющиеся при вычислении арифметическим правилам. Результатом вычисления таких выражений является значение одного из простых (базовых) типов языка. Математические выражения используются в правой части оператора присваивания, а также в качестве параметров процедур и функций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 t="24414"/>
          <a:stretch>
            <a:fillRect/>
          </a:stretch>
        </p:blipFill>
        <p:spPr bwMode="auto">
          <a:xfrm>
            <a:off x="0" y="1643050"/>
            <a:ext cx="9144000" cy="5183694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https://www.about1c.ru/v77/for-developer/language-reference/about-language/expressions/arithmetical?ysclid=mlw5f7y2eo664942147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3067040"/>
            <a:ext cx="65008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работы кнопки необходимо создать ее в левой панели, создать команды для привязывания к кнопке и в модуле формы написать пользовательскую процедуру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963" y="1000108"/>
            <a:ext cx="822007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>
            <a:off x="714348" y="1281090"/>
            <a:ext cx="3714776" cy="192882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V="1">
            <a:off x="1643042" y="1209652"/>
            <a:ext cx="4286280" cy="228601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995602"/>
            <a:ext cx="2643206" cy="1029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00575" y="4271945"/>
            <a:ext cx="45434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Прямоугольник 19"/>
          <p:cNvSpPr/>
          <p:nvPr/>
        </p:nvSpPr>
        <p:spPr>
          <a:xfrm>
            <a:off x="0" y="435292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создания полей необходимо определить реквизиты и привязать их в свойстве путь к данным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42852"/>
            <a:ext cx="9144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СтрШаблон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() формирует конечную строку, путем подстановки строковых представлений фактических параметров в указанные места шаблона. Шаблон может состоять из текста и параметров. Каждый параметр начинается с подстановочного знака %(процент), за которым следует порядковый номер параметра. Нумерация параметров начинается с 1. Если количество параметров в шаблоне не совпадает с количеством фактически переданных параметров, будет сгенерировано исключение: «Недостаточно фактических параметров» или «Очень много параметров».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786058"/>
            <a:ext cx="7896225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5010183" cy="435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214282" y="428625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Условия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000628" y="571480"/>
            <a:ext cx="41433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В 1С можно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за один вызов серверной процедуры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получить сразу несколько констант, упаковав их в структуру. Это экономит вызовы сервера и упрощает код.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1" y="2071678"/>
            <a:ext cx="4214810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0175" y="4791075"/>
            <a:ext cx="39338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623</Words>
  <Application>Microsoft Office PowerPoint</Application>
  <PresentationFormat>Экран (4:3)</PresentationFormat>
  <Paragraphs>51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Создание механизмов хранения сведений об организации </vt:lpstr>
      <vt:lpstr>Слайд 2</vt:lpstr>
      <vt:lpstr>Слайд 3</vt:lpstr>
      <vt:lpstr>Слайд 4</vt:lpstr>
      <vt:lpstr>Слайд 5</vt:lpstr>
      <vt:lpstr>Слайд 6</vt:lpstr>
      <vt:lpstr>Основы встроенного языка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</cp:revision>
  <dcterms:created xsi:type="dcterms:W3CDTF">2026-02-21T09:44:56Z</dcterms:created>
  <dcterms:modified xsi:type="dcterms:W3CDTF">2026-02-21T11:02:47Z</dcterms:modified>
</cp:coreProperties>
</file>
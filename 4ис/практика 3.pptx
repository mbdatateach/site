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0692E-2DF2-4160-8FCC-EE817E0C47E2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60240-E8AC-4F10-98FB-DE1E40CAF2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okmakov.msk.ru/blog/item/74?ysclid=mn1o7zc7t5669184110" TargetMode="External"/><Relationship Id="rId2" Type="http://schemas.openxmlformats.org/officeDocument/2006/relationships/hyperlink" Target="https://v8.1c.ru/platforma/dokumenty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Документы: структура, форма, логика проведения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00108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Документы</a:t>
            </a:r>
          </a:p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https://v8.1c.ru/platforma/dokumenty/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Проведение документов</a:t>
            </a:r>
          </a:p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https://tokmakov.msk.ru/blog/item/74?ysclid=mn1o7zc7t5669184110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dirty="0" smtClean="0"/>
              <a:t>Документы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4286256"/>
            <a:ext cx="3628408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00042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Документы в 1С нужны, чтобы записывать и учитывать все важные события в работе компании — как электронные чеки или записи в журнале.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Например: продали товар → создали документ «Реализация», купили материалы → «Поступление», выдали зарплату → «Начисление зарплаты» и т. д.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Зачем это надо: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Запомнить, что и когда произошло (кто, кому, что продал, сколько денег пришло или ушло).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Автоматически сделать бухгалтерские проводки — система сама запишет, как изменились деньги, товары, долги.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Сформировать отчёты для налоговой и руководства (баланс, декларации и пр.).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Иметь доказательство сделки — если придут с проверкой или будет спор.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Быстро найти историю операций — что было вчера, месяц или год назад.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Автоматизировать работу — не заполнять вручную десятки бумаг: ввёл данные один раз, а система сама сделала накладные,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счета‑фактуры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подставила цифры в отчёты.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Коротко: документы в 1С — это электронные записи о делах компании. Они помогают всё учесть, не запутаться, сэкономить время и правильно отчитаться перед налоговой.</a:t>
            </a:r>
          </a:p>
          <a:p>
            <a:pPr algn="just"/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643182"/>
            <a:ext cx="7008601" cy="4214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Форма документа в программе «1С»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визуальный интерфейс, предназначенный для ввода, отображения и редактирования данных, связанных с конкретным документом (например, «Поступление товаров», «Реализация товаров и услуг»).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Форма позволяет: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вводить данные в поля и табличные части формы;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просматривать данные, хранящиеся в базе данных, в удобном и структурированном виде;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редактировать данные, используя элементы управления формы;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сохранять введённые или изменённые данные в базе данных;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распечатывать документы на основании данных, отображаемых на форме.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87924"/>
            <a:ext cx="90963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76675" y="2631040"/>
            <a:ext cx="526732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 flipV="1">
            <a:off x="6572264" y="2416726"/>
            <a:ext cx="1785950" cy="114300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 rot="16200000" flipH="1">
            <a:off x="571472" y="2345288"/>
            <a:ext cx="3000396" cy="71438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4206603"/>
            <a:ext cx="71437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Создаётся объект Запрос для работы с данными.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тексте запроса описывается выборка из справочника Товары: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Товары.Ссылка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(ссылка на элемент справочника) возвращается как поле Товар;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Товары.ТекущаяЦена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возвращается как поле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СтараяЦена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условие ГДЕ фильтрует записи: выбираются только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Товары.Родитель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принадлежащие к группе, указанной в параметре &amp;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ТекущаяГруппа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285984" y="6488692"/>
            <a:ext cx="4522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Не забудьте вызвать процедуру на клиенте</a:t>
            </a:r>
            <a:endParaRPr lang="ru-RU" i="1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143372" y="0"/>
            <a:ext cx="1032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Пункт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3000372"/>
            <a:ext cx="4482132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6273" y="4429133"/>
            <a:ext cx="8016186" cy="2114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Обработка проведения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специальный алгоритм (процедура) в модуле документа 1С, который запускается при нажатии кнопки «Провести». Он выполняет все действия, ради которых документ создавался: преобразует данные из формы документа в изменения в других частях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системы.В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нашем случае — берёт список ноутбуков с новыми ценами из документа «Изменение цен» и обновляет соответствующие записи в справочнике «Товары».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Обработка проведения документа — это «двигатель» учёта в 1С. Она превращает форму с данными (документ) в реальные учётные записи (движения в регистрах, изменения в справочниках). Без неё документы были бы просто электронными бланками без влияния на состояние системы.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929058" y="6488668"/>
            <a:ext cx="1032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Пункт 5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929066"/>
            <a:ext cx="7370358" cy="1762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3000364" y="5321880"/>
            <a:ext cx="215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В форме документа</a:t>
            </a:r>
            <a:endParaRPr lang="ru-RU" i="1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 t="8333" b="16667"/>
          <a:stretch>
            <a:fillRect/>
          </a:stretch>
        </p:blipFill>
        <p:spPr bwMode="auto">
          <a:xfrm>
            <a:off x="785786" y="2786058"/>
            <a:ext cx="7662536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3000364" y="3571876"/>
            <a:ext cx="2012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В модуле объекта </a:t>
            </a:r>
            <a:endParaRPr lang="ru-RU" i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143372" y="0"/>
            <a:ext cx="1225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Пункт 6-7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35716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В программе «1С:Предприятие» для работы с документами существуют модули объекта и модуль формы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Они предназначены для разных задач: модуль объекта описывает логику, связанную с данными и поведением документа как объекта системы, а модуль формы — логику, связанную с взаимодействием пользователя с формой документа.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рамках этой задачи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b="1" i="1" dirty="0" smtClean="0">
                <a:latin typeface="Times New Roman" pitchFamily="18" charset="0"/>
                <a:cs typeface="Times New Roman" pitchFamily="18" charset="0"/>
              </a:rPr>
              <a:t>1. Исключает ошибки ручного ввода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Без документа пришлось бы открывать каждый товар из группы «Ноутбуки» в справочнике «Товары» и менять цену вручную. При сотне позиций это: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долго; высок риск опечатки (ввести 5 000 вместо 50 000); легко пропустить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какой‑то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товар.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Документ автоматически обрабатывает всю группу — ошибка практически исключена.</a:t>
            </a:r>
          </a:p>
          <a:p>
            <a:pPr algn="ctr"/>
            <a:r>
              <a:rPr lang="ru-RU" sz="1400" b="1" i="1" dirty="0" smtClean="0">
                <a:latin typeface="Times New Roman" pitchFamily="18" charset="0"/>
                <a:cs typeface="Times New Roman" pitchFamily="18" charset="0"/>
              </a:rPr>
              <a:t>2. Фиксирует решение руководства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Документ — это официальный след: кто создал документ (ответственный); когда (дата и время создания); почему (поле «Причина»: «Подорожание оперативной памяти»); на сколько и на какие товары (таблица с товарами и ценами). Без него доказать, что цены подняли осознанно (а не случайно), будет сложно.</a:t>
            </a:r>
          </a:p>
          <a:p>
            <a:pPr algn="ctr"/>
            <a:r>
              <a:rPr lang="ru-RU" sz="1400" b="1" i="1" dirty="0" smtClean="0">
                <a:latin typeface="Times New Roman" pitchFamily="18" charset="0"/>
                <a:cs typeface="Times New Roman" pitchFamily="18" charset="0"/>
              </a:rPr>
              <a:t>3. Сохраняет историю изменений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Документ создаёт «версию» цен: до проведения — видны старые цены; после проведения — новые; можно сравнить, на сколько выросла цена по каждому товару; в карточке товара можно посмотреть, когда и каким документом менялась цена.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Без документа история теряется — через месяц никто не вспомнит, почему цена выросла.</a:t>
            </a:r>
          </a:p>
          <a:p>
            <a:pPr algn="ctr"/>
            <a:r>
              <a:rPr lang="ru-RU" sz="1400" b="1" i="1" dirty="0" smtClean="0">
                <a:latin typeface="Times New Roman" pitchFamily="18" charset="0"/>
                <a:cs typeface="Times New Roman" pitchFamily="18" charset="0"/>
              </a:rPr>
              <a:t>4. Автоматизирует обновление данных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 проведении документа система: сама находит все ноутбуки в справочнике; сама пересчитывает цену (+50 %); сама записывает новое значение в поле «Цена»; сама ставит дату изменения.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Без документа всё это нужно делать вручную — час работы вместо минуты.</a:t>
            </a:r>
          </a:p>
          <a:p>
            <a:pPr algn="ctr"/>
            <a:r>
              <a:rPr lang="ru-RU" sz="1400" b="1" i="1" dirty="0" smtClean="0">
                <a:latin typeface="Times New Roman" pitchFamily="18" charset="0"/>
                <a:cs typeface="Times New Roman" pitchFamily="18" charset="0"/>
              </a:rPr>
              <a:t>5. Даёт основу для отчётности и контроля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 основе документа можно: распечатать приказ об изменении цен для руководства; сформировать отчёт «История изменения цен» по группе товаров;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проверить, все ли ноутбуки получили новую цену; сверить дату изменения с датой подорожания оперативной памяти у поставщика.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Без документа подтвердить факт и параметры изменения невозможно.</a:t>
            </a:r>
          </a:p>
          <a:p>
            <a:pPr algn="ctr"/>
            <a:r>
              <a:rPr lang="ru-RU" sz="1400" b="1" i="1" dirty="0" smtClean="0">
                <a:latin typeface="Times New Roman" pitchFamily="18" charset="0"/>
                <a:cs typeface="Times New Roman" pitchFamily="18" charset="0"/>
              </a:rPr>
              <a:t>6. Обеспечивает прозрачность и аудит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Если придёт проверка или возникнет спор с клиентом («У вас вчера была другая цена!»), документ покажет: когда именно изменилась цена; какой был официальный приказ (причина); какая цена была до и после. Без документа компания не сможет подтвердить законность новой цены.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756</Words>
  <Application>Microsoft Office PowerPoint</Application>
  <PresentationFormat>Экран (4:3)</PresentationFormat>
  <Paragraphs>58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Документы: структура, форма, логика проведения</vt:lpstr>
      <vt:lpstr>Дополнительные материалы</vt:lpstr>
      <vt:lpstr>Документы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14</cp:revision>
  <dcterms:created xsi:type="dcterms:W3CDTF">2026-03-22T09:17:50Z</dcterms:created>
  <dcterms:modified xsi:type="dcterms:W3CDTF">2026-03-22T11:33:38Z</dcterms:modified>
</cp:coreProperties>
</file>
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9" r:id="rId5"/>
    <p:sldId id="260" r:id="rId6"/>
    <p:sldId id="258" r:id="rId7"/>
    <p:sldId id="261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716" autoAdjust="0"/>
    <p:restoredTop sz="94660"/>
  </p:normalViewPr>
  <p:slideViewPr>
    <p:cSldViewPr>
      <p:cViewPr varScale="1">
        <p:scale>
          <a:sx n="72" d="100"/>
          <a:sy n="72" d="100"/>
        </p:scale>
        <p:origin x="-108" y="-7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AB751-8214-4DCA-A67E-1243E59E7911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bondarenko.gelema.ru/ITPRIS/Praktika6.pdf" TargetMode="External"/><Relationship Id="rId2" Type="http://schemas.openxmlformats.org/officeDocument/2006/relationships/hyperlink" Target="https://v8.1c.ru/platforma/registr-nakopleniya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rutube.ru/video/ad659dec500903b8139ea8a79e580879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Регистры накоплений</a:t>
            </a:r>
            <a:r>
              <a:rPr lang="en-US" dirty="0" smtClean="0"/>
              <a:t>: </a:t>
            </a:r>
            <a:r>
              <a:rPr lang="ru-RU" dirty="0" smtClean="0"/>
              <a:t>остатки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Дополнительные материалы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500174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Регистр накопления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https://v8.1c.ru/platforma/registr-nakopleniya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2"/>
              </a:rPr>
              <a:t>/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http://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3"/>
              </a:rPr>
              <a:t>bondarenko.gelema.ru/ITPRIS/Praktika6.pdf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Как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отобразить регистр накопления в Интерфейсе и в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подсистеме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https://rutube.ru/video/ad659dec500903b8139ea8a79e580879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4"/>
              </a:rPr>
              <a:t>/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/>
          <a:lstStyle/>
          <a:p>
            <a:r>
              <a:rPr lang="ru-RU" dirty="0" smtClean="0"/>
              <a:t>Регистр накоплений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500042"/>
            <a:ext cx="9144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Регистр накопления в 1С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специальный инструмент в программе «1С:Предприятие», который помогает автоматически учитывать движение разных ресурсов: товаров на складе, денег, материалов, объёмов продаж и т. д. Представьте себе большую электронную таблицу или книгу учёта, куда система записывает все изменения — например, сколько товара поступило, сколько продали, сколько денег пришло или ушло. Данные в регистре хранятся в разрезе разных параметров (их называют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измерениями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): например, по складам, видам товаров, подразделениям компании или контрагентам. В соответствующих колонках (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ресурсах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фиксируются числовые значения — количество, сумма, стоимость и т. п. Каждая запись в регистре связана с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документом‑основанием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(например, накладной или платёжным поручением), который вызвал это изменение, и содержит дату операции. Так можно отследить, как менялись показатели со временем и получить сводную картину для анализа.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4071942"/>
            <a:ext cx="4791075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142900"/>
            <a:ext cx="8229600" cy="1143000"/>
          </a:xfrm>
        </p:spPr>
        <p:txBody>
          <a:bodyPr/>
          <a:lstStyle/>
          <a:p>
            <a:r>
              <a:rPr lang="ru-RU" dirty="0" smtClean="0"/>
              <a:t>Остатки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714356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Остатки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итоговые значения ресурсов на определённый момент времени. Например, сколько единиц конкретного товара лежит на складе прямо сейчас, сколько денег осталось на расчётном счёте или какой объём материалов есть в распоряжении цеха. Остатки показывают «состояние на дату»: они рассчитываются как начальный остаток плюс все поступления (приходы) минус все списания (расходы) за период до этой даты. Такой учёт удобен там, где важно знать текущее наличие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чего‑либо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в складском учёте, контроле денежных средств, взаиморасчётах с контрагентами. Регистры накопления, которые хранят остатки, называются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регистрами накопления остатков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3214686"/>
            <a:ext cx="7643834" cy="279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5933852" cy="2285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2214554"/>
            <a:ext cx="52610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Обработка проведения для документа Поступление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572132" y="1142984"/>
            <a:ext cx="35718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документа Продажа тоже самое, но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ВидДвиженияНакопления.Расход</a:t>
            </a:r>
            <a:endParaRPr lang="ru-RU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318712"/>
            <a:ext cx="9144000" cy="253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2716596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 запросе указывается: взять из регистра накопления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УчётКанцтоваров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данные об остатках на определённую дату (используется виртуальная таблица .Остатки).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 результате запроса нужны два поля: наименование товара (Товар) и количество этого товара на остатке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КоличествоОстаток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Для таблицы в запросе задаётся временное имя (псевдоним)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УчётКанцтоваровОстатки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чтобы удобно ссылаться на неё в других частях запроса.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7128217" cy="3214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5715008" y="0"/>
            <a:ext cx="3428992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/>
              <a:t>Запрос работает, но имеет ограничения: он берёт данные напрямую из документов Продажа, а не из регистра накопления. Это значит, что:</a:t>
            </a:r>
          </a:p>
          <a:p>
            <a:pPr algn="just"/>
            <a:r>
              <a:rPr lang="ru-RU" sz="1400" dirty="0" smtClean="0"/>
              <a:t>не учитываются корректировки, сделанные другими документами (если они появятся);</a:t>
            </a:r>
          </a:p>
          <a:p>
            <a:pPr algn="just"/>
            <a:r>
              <a:rPr lang="ru-RU" sz="1400" dirty="0" smtClean="0"/>
              <a:t>нет интеграции с общей системой учёта остатков и оборотов;</a:t>
            </a:r>
          </a:p>
          <a:p>
            <a:pPr algn="just"/>
            <a:r>
              <a:rPr lang="ru-RU" sz="1400" dirty="0" smtClean="0"/>
              <a:t>возможны расхождения с данными регистра, если есть ручные операции.</a:t>
            </a:r>
            <a:endParaRPr lang="ru-RU" sz="14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3214686"/>
            <a:ext cx="9144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Документ.Продажа.Товары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источник данных: табличная часть документа «Продажа», где хранятся строки с товарами, количеством и т. д.;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КАК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ПродажиТовары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псевдоним для табличной части, чтобы удобно обращаться к её полям;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ЛЕВОЕ СОЕДИНЕНИЕ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Документ.Продажа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КАК Продажа — подключает сам документ «Продажа» (с датой, номером, признаком проведения и т. д.);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ПродажиТовары.Ссылка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Продажа.Ссылка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связывает табличную часть с документом по полю Ссылка (каждый элемент табличной части относится к конкретному документу).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Зачем нужно соединение: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чтобы получить доступ к дате документа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Продажа.Дата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которая хранится не в табличной части, а в шапке документа.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/>
          <a:lstStyle/>
          <a:p>
            <a:r>
              <a:rPr lang="ru-RU" dirty="0" smtClean="0"/>
              <a:t>Итог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857232"/>
            <a:ext cx="9144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Задача по учёту канцтоваров в 1С полезна, потому что даёт маленькому магазину готовый инструмент для чёткого контроля бизнеса. С помощью справочников «Номенклатура» и «Склады» формируется единый каталог товаров и мест хранения — это исключает путаницу с позициями и упрощает добавление новинок. Регистр накопления с остатками автоматически отслеживает, сколько ручек и карандашей есть на складе в любой момент: так не будет ситуаций, когда товар продали, а его нет в наличии, или заказали слишком много лишнего. Документы «Поступление» и «Продажа» фиксируют все операции, привязывают их к дате и складу, а данные из них автоматически попадают в регистр — не нужно считать вручную. Запросы на остатки помогают утром быстро понять, каких товаров мало и что нужно заказать, а запросы на обороты показывают, что и сколько продали за день или неделю — так можно анализировать спрос. Константа с названием магазина унифицирует отчёты (актуально, если магазинов несколько). А учёт цены в документе «Продажа» и отчёт по выручке позволяют видеть не только количество проданного, но и деньги: сверять кассу с данными системы, выявлять самые прибыльные позиции, считать прибыль и контролировать кассиров. В итоге магазин экономит время на учёте, снижает число ошибок, получает точные данные для решений (какие товары закупать, как менять цены), готов к расширению (новые товары, склады)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573</Words>
  <Application>Microsoft Office PowerPoint</Application>
  <PresentationFormat>Экран (4:3)</PresentationFormat>
  <Paragraphs>28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Регистры накоплений: остатки</vt:lpstr>
      <vt:lpstr>Дополнительные материалы</vt:lpstr>
      <vt:lpstr>Регистр накоплений</vt:lpstr>
      <vt:lpstr>Остатки</vt:lpstr>
      <vt:lpstr>Слайд 5</vt:lpstr>
      <vt:lpstr>Слайд 6</vt:lpstr>
      <vt:lpstr>Итог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22</cp:revision>
  <dcterms:created xsi:type="dcterms:W3CDTF">2026-03-28T09:53:23Z</dcterms:created>
  <dcterms:modified xsi:type="dcterms:W3CDTF">2026-04-03T19:18:35Z</dcterms:modified>
</cp:coreProperties>
</file>
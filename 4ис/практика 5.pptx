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7716" autoAdjust="0"/>
    <p:restoredTop sz="94660"/>
  </p:normalViewPr>
  <p:slideViewPr>
    <p:cSldViewPr>
      <p:cViewPr varScale="1">
        <p:scale>
          <a:sx n="107" d="100"/>
          <a:sy n="107" d="100"/>
        </p:scale>
        <p:origin x="-165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06.04.2026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06.04.2026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06.04.2026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06.04.2026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06.04.2026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06.04.2026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06.04.2026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06.04.2026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06.04.2026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06.04.2026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06.04.2026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AAB751-8214-4DCA-A67E-1243E59E7911}" type="datetimeFigureOut">
              <a:rPr lang="ru-RU" smtClean="0"/>
              <a:pPr/>
              <a:t>06.04.2026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bondarenko.gelema.ru/ITPRIS/Praktika6.pdf" TargetMode="External"/><Relationship Id="rId2" Type="http://schemas.openxmlformats.org/officeDocument/2006/relationships/hyperlink" Target="https://v8.1c.ru/platforma/registr-nakopleniya/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rutube.ru/video/ad659dec500903b8139ea8a79e580879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helpme1s.ru/registry-svedenij-v-yazyke-1s-8-v-primerax?ysclid=mnaqb0ht7w967551296" TargetMode="External"/><Relationship Id="rId2" Type="http://schemas.openxmlformats.org/officeDocument/2006/relationships/hyperlink" Target="https://v8.1c.ru/platforma/registr-svedeniy/" TargetMode="Externa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habr.com/ru/companies/otus/articles/714712/" TargetMode="External"/><Relationship Id="rId4" Type="http://schemas.openxmlformats.org/officeDocument/2006/relationships/hyperlink" Target="https://its.1c.ru/db/metod8dev/content/2588/hdoc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Регистры накоплений</a:t>
            </a:r>
            <a:r>
              <a:rPr lang="en-US" dirty="0" smtClean="0"/>
              <a:t>: </a:t>
            </a:r>
            <a:r>
              <a:rPr lang="ru-RU" dirty="0" smtClean="0"/>
              <a:t>остатки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143000"/>
          </a:xfrm>
        </p:spPr>
        <p:txBody>
          <a:bodyPr/>
          <a:lstStyle/>
          <a:p>
            <a:r>
              <a:rPr lang="ru-RU" dirty="0" smtClean="0"/>
              <a:t>Дополнительные материалы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1500174"/>
            <a:ext cx="9144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Регистр накопления</a:t>
            </a: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https://v8.1c.ru/platforma/registr-nakopleniya/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3"/>
              </a:rPr>
              <a:t>http://bondarenko.gelema.ru/ITPRIS/Praktika6.pdf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Как отобразить регистр накопления в Интерфейсе и в подсистеме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4"/>
              </a:rPr>
              <a:t>https://rutube.ru/video/ad659dec500903b8139ea8a79e580879/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357214"/>
            <a:ext cx="8229600" cy="1143000"/>
          </a:xfrm>
        </p:spPr>
        <p:txBody>
          <a:bodyPr/>
          <a:lstStyle/>
          <a:p>
            <a:r>
              <a:rPr lang="ru-RU" dirty="0" smtClean="0"/>
              <a:t>Регистр накоплений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500042"/>
            <a:ext cx="9144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Регистр накопления в 1С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это специальный инструмент в программе «1С:Предприятие», который помогает автоматически учитывать движение разных ресурсов: товаров на складе, денег, материалов, объёмов продаж и т. д. Представьте себе большую электронную таблицу или книгу учёта, куда система записывает все изменения — например, сколько товара поступило, сколько продали, сколько денег пришло или ушло. Данные в регистре хранятся в разрезе разных параметров (их называют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измерениями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): например, по складам, видам товаров, подразделениям компании или контрагентам. В соответствующих колонках (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ресурсах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фиксируются числовые значения — количество, сумма, стоимость и т. п. Каждая запись в регистре связана с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документом‑основанием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(например, накладной или платёжным поручением), который вызвал это изменение, и содержит дату операции. Так можно отследить, как менялись показатели со временем и получить сводную картину для анализа.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71670" y="4071942"/>
            <a:ext cx="4791075" cy="2562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142900"/>
            <a:ext cx="8229600" cy="1143000"/>
          </a:xfrm>
        </p:spPr>
        <p:txBody>
          <a:bodyPr/>
          <a:lstStyle/>
          <a:p>
            <a:r>
              <a:rPr lang="ru-RU" dirty="0" smtClean="0"/>
              <a:t>Остатки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714356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Остатки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это итоговые значения ресурсов на определённый момент времени. Например, сколько единиц конкретного товара лежит на складе прямо сейчас, сколько денег осталось на расчётном счёте или какой объём материалов есть в распоряжении цеха. Остатки показывают «состояние на дату»: они рассчитываются как начальный остаток плюс все поступления (приходы) минус все списания (расходы) за период до этой даты. Такой учёт удобен там, где важно знать текущее наличие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чего‑либо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 в складском учёте, контроле денежных средств, взаиморасчётах с контрагентами. Регистры накопления, которые хранят остатки, называются 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регистрами накопления остатков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3214686"/>
            <a:ext cx="7643834" cy="279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5933852" cy="2285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0" y="2214554"/>
            <a:ext cx="52610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Обработка проведения для документа Поступление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572132" y="1142984"/>
            <a:ext cx="357186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документа Продажа тоже самое, но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ВидДвиженияНакопления.Расход</a:t>
            </a:r>
            <a:endParaRPr lang="ru-RU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4318712"/>
            <a:ext cx="9144000" cy="253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0" y="2716596"/>
            <a:ext cx="9144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 запросе указывается: взять из регистра накопления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УчётКанцтоваров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данные об остатках на определённую дату (используется виртуальная таблица .Остатки).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 результате запроса нужны два поля: наименование товара (Товар) и количество этого товара на остатке (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КоличествоОстаток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Для таблицы в запросе задаётся временное имя (псевдоним)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УчётКанцтоваровОстатки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чтобы удобно ссылаться на неё в других частях запроса.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357214"/>
            <a:ext cx="8229600" cy="1143000"/>
          </a:xfrm>
        </p:spPr>
        <p:txBody>
          <a:bodyPr/>
          <a:lstStyle/>
          <a:p>
            <a:r>
              <a:rPr lang="ru-RU" dirty="0" smtClean="0"/>
              <a:t>Итог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857232"/>
            <a:ext cx="914400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Задача по учёту канцтоваров в 1С полезна, потому что даёт маленькому магазину готовый инструмент для чёткого контроля бизнеса. С помощью справочников «Номенклатура» и «Склады» формируется единый каталог товаров и мест хранения — это исключает путаницу с позициями и упрощает добавление новинок. Регистр накопления с остатками автоматически отслеживает, сколько ручек и карандашей есть на складе в любой момент: так не будет ситуаций, когда товар продали, а его нет в наличии, или заказали слишком много лишнего. Документы «Поступление» и «Продажа» фиксируют все операции, привязывают их к дате и складу, а данные из них автоматически попадают в регистр — не нужно считать вручную. Запросы на остатки помогают утром быстро понять, каких товаров мало и что нужно заказать, а запросы на обороты показывают, что и сколько продали за день или неделю — так можно анализировать спрос. Константа с названием магазина унифицирует отчёты (актуально, если магазинов несколько). А учёт цены в документе «Продажа» и отчёт по выручке позволяют видеть не только количество проданного, но и деньги: сверять кассу с данными системы, выявлять самые прибыльные позиции, считать прибыль и контролировать кассиров. В итоге магазин экономит время на учёте, снижает число ошибок, получает точные данные для решений (какие товары закупать, как менять цены), готов к расширению (новые товары, склады)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ru-RU" dirty="0" smtClean="0"/>
              <a:t>Дополнительные материалы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1071546"/>
            <a:ext cx="9144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Регистр сведений</a:t>
            </a:r>
          </a:p>
          <a:p>
            <a:pPr algn="just"/>
            <a:r>
              <a:rPr lang="en-US" sz="2400" b="1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https://v8.1c.ru/platforma/registr-svedeniy/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?</a:t>
            </a:r>
            <a:endParaRPr lang="ru-RU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b="1" dirty="0" smtClean="0">
                <a:latin typeface="Times New Roman" pitchFamily="18" charset="0"/>
                <a:cs typeface="Times New Roman" pitchFamily="18" charset="0"/>
                <a:hlinkClick r:id="rId3"/>
              </a:rPr>
              <a:t>https://helpme1s.ru/registry-svedenij-v-yazyke-1s-8-v-primerax?ysclid=mnaqb0ht7w967551296</a:t>
            </a:r>
            <a:endParaRPr lang="ru-RU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b="1" dirty="0" smtClean="0">
                <a:latin typeface="Times New Roman" pitchFamily="18" charset="0"/>
                <a:cs typeface="Times New Roman" pitchFamily="18" charset="0"/>
                <a:hlinkClick r:id="rId4"/>
              </a:rPr>
              <a:t>https://its.1c.ru/db/metod8dev/content/2588/hdoc</a:t>
            </a:r>
            <a:endParaRPr lang="ru-RU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b="1" dirty="0" smtClean="0">
                <a:latin typeface="Times New Roman" pitchFamily="18" charset="0"/>
                <a:cs typeface="Times New Roman" pitchFamily="18" charset="0"/>
                <a:hlinkClick r:id="rId5"/>
              </a:rPr>
              <a:t>https://habr.com/ru/companies/otus/articles/714712/</a:t>
            </a:r>
            <a:endParaRPr lang="ru-RU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357214"/>
            <a:ext cx="8229600" cy="1143000"/>
          </a:xfrm>
        </p:spPr>
        <p:txBody>
          <a:bodyPr/>
          <a:lstStyle/>
          <a:p>
            <a:r>
              <a:rPr lang="ru-RU" dirty="0" smtClean="0"/>
              <a:t>Регистр Сведений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976" y="3253667"/>
            <a:ext cx="3429024" cy="3604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0" y="500042"/>
            <a:ext cx="9144000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Регистр сведений в 1С —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это как таблица или картотека, где хранится справочная информация, которая может меняться со временем. В отличие от справочников (где данные почти не меняются), регистры сведений позволяют отслеживать изменения и хранить историю.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Измерения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это «фильтры» или «разрезы», по которым организована информация. Например: «Товар»; «Склад»; «Валюта»; «Организация».</a:t>
            </a: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Ресурсы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это собственно данные, которые хранятся. Например: «Цена»; «Курс валюты»; «Норма часов в день».</a:t>
            </a: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Реквизиты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дополнительная информация к записи. Например: «Комментарий»; «Ответственный»; «Дата начала действия».</a:t>
            </a: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Периодичность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возможность хранить историю изменений. Можно узнать: какая была цена на 01.01.2024; какой был курс доллара на прошлой неделе; кто был ответственным за склад в марте.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263389"/>
            <a:ext cx="3429024" cy="35946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85984" y="4948724"/>
            <a:ext cx="5020692" cy="1909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071934" y="0"/>
            <a:ext cx="5072066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Создаётся пустой набор записей для регистра сведений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ГрафикДежурств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. Это контейнер, куда будут добавляться новые записи перед записью в базу данных.</a:t>
            </a:r>
          </a:p>
          <a:p>
            <a:pPr algn="just"/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Начинается цикл по строкам табличной части документа Дежурные. Для каждой строки из табличной части будет создана отдельная запись в регистре сведений. Дежурные — табличная часть документа, содержащая данные о дежурствах (сотрудник, время начала и окончания и т.д.).</a:t>
            </a:r>
          </a:p>
          <a:p>
            <a:pPr algn="just"/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В набор записей добавляется новая пустая запись. Метод Добавить() возвращает ссылку на эту запись, которую можно заполнить данными.</a:t>
            </a:r>
          </a:p>
          <a:p>
            <a:pPr algn="just"/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Заполняется поле Период новой записи. Значение берётся из реквизита документа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ДатаДежурства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. Поле Период в регистре сведений обычно используется для привязки записи ко времени (дате).</a:t>
            </a:r>
          </a:p>
          <a:p>
            <a:pPr algn="just"/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Заполняется измерение Сотрудник регистра сведений — указывается сотрудник из текущей строки табличной части. Записывается время начала дежурства из текущей строки табличной части в поле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ВремяНачала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 регистра. Аналогично записывается время окончания дежурства в поле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ВремяОкончания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Набор записей записывается в регистр сведений </a:t>
            </a:r>
            <a:r>
              <a:rPr lang="ru-RU" sz="1500" dirty="0" err="1" smtClean="0">
                <a:latin typeface="Times New Roman" pitchFamily="18" charset="0"/>
                <a:cs typeface="Times New Roman" pitchFamily="18" charset="0"/>
              </a:rPr>
              <a:t>ГрафикДежурств</a:t>
            </a:r>
            <a:r>
              <a:rPr lang="ru-RU" sz="1500" dirty="0" smtClean="0">
                <a:latin typeface="Times New Roman" pitchFamily="18" charset="0"/>
                <a:cs typeface="Times New Roman" pitchFamily="18" charset="0"/>
              </a:rPr>
              <a:t>. Параметр Ложь означает, что записи будут добавляться, а не замещать существующие. Если бы было Истина, то перед записью все старые записи за указанный период были бы удалены. Это важно для сохранения истории: если график дежурств корректируется, старые записи остаются в базе.</a:t>
            </a:r>
            <a:endParaRPr lang="ru-RU" sz="15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4143371" cy="193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786058"/>
            <a:ext cx="3929058" cy="2018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0" y="4786322"/>
            <a:ext cx="392905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Форма документа,  проведение которой должно заполнять регистр</a:t>
            </a:r>
            <a:endParaRPr lang="ru-RU" i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2000240"/>
            <a:ext cx="39290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Проведение документа в регистр</a:t>
            </a:r>
            <a:endParaRPr lang="ru-RU" i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00525" y="987990"/>
            <a:ext cx="4943475" cy="347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4286232" y="4345552"/>
            <a:ext cx="48577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Проверить Завтрашнего Дежурного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0" y="1773784"/>
            <a:ext cx="4572000" cy="2462213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Запрос к регистру — это команда на встроенном языке запросов 1С, которая извлекает нужные данные из регистра (накопления или сведений). По сути, это аналог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SQL‑запросов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, но адаптированный под специфику платформы 1С.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6863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Справочник хранит статичные данные — список сотрудников. Он не может: фиксировать, кто дежурит в конкретную дату; хранить время начала/окончания дежурства; показывать историю дежурств (кто дежурил вчера, неделю назад).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Документ фиксирует факт назначения дежурства. Но у него есть ограничения: данные «заморожены» в документе — чтобы узнать, кто дежурит сегодня, придётся открыть и проверить все документы; нет единого места для просмотра полного графика на месяц; сложно проверить пересечения (например, случайно назначить двух дежурных на один день); невозможно быстро сформировать отчёт «Все дежурства Иванова за месяц».</a:t>
            </a:r>
          </a:p>
          <a:p>
            <a:pPr algn="just"/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Регистр служит единым хранилищем актуальных и исторических данных. Все записи о дежурствах собраны в одной таблице. Вы видите полную картину: кто, когда и сколько времени дежурил. При периодическом регистре (с периодичностью «День») вы: сохраняете историю дежурств; можете посмотреть график за любой прошлый период; отслеживаете замены и корректировки графика.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На основе регистра легко создать отчёты: «График дежурств на месяц»; «Статистика дежурств по сотрудникам»; «Дни без дежурств» (выявление пробелов в графике).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Регистр интегрируется с другими объектами: документы автоматически вносят данные при проведении; обработки могут анализировать загруженность сотрудников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Поиск данных в регистре выполняется быстрее, чем перебор всех документов. Это критично при большом объёме данных.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Сценарий 1: проверка дежурства на сегодня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Без регистра: открыть все документы «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НазначениеДежурства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», найти те, что содержат сегодняшнюю дату, проверить табличные части.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 регистром: один запрос к регистру с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СрезПоследних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ТекущаяДата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()) — получаете готовый ответ за секунды.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Сценарий 2: замена дежурного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Без регистра: найти документ с ошибочным дежурством, отменить его проведение, создать новый документ.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 регистром: создать новый документ «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НазначениеДежурства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» с правильной датой и сотрудником — регистр автоматически обновит запись (новая запись перекроет старую по дате).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Сценарий 3: отчёт за месяц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Без регистра: собрать данные из десятков документов, вручную свести в таблицу.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 регистром: запрос к регистру за период — данные готовы в виде таблицы.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Проще говоря, регистр сведений превращает разрозненные документы в единую систему учёта — как расписание поездов превращает отдельные рейсы в понятную транспортную сеть.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1306</Words>
  <Application>Microsoft Office PowerPoint</Application>
  <PresentationFormat>Экран (4:3)</PresentationFormat>
  <Paragraphs>62</Paragraphs>
  <Slides>12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Тема Office</vt:lpstr>
      <vt:lpstr>Регистры накоплений: остатки</vt:lpstr>
      <vt:lpstr>Дополнительные материалы</vt:lpstr>
      <vt:lpstr>Регистр накоплений</vt:lpstr>
      <vt:lpstr>Остатки</vt:lpstr>
      <vt:lpstr>Слайд 5</vt:lpstr>
      <vt:lpstr>Итог</vt:lpstr>
      <vt:lpstr>Дополнительные материалы</vt:lpstr>
      <vt:lpstr>Регистр Сведений</vt:lpstr>
      <vt:lpstr>Слайд 9</vt:lpstr>
      <vt:lpstr>Слайд 10</vt:lpstr>
      <vt:lpstr>Слайд 11</vt:lpstr>
      <vt:lpstr>Слайд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24</cp:revision>
  <dcterms:created xsi:type="dcterms:W3CDTF">2026-03-28T09:53:23Z</dcterms:created>
  <dcterms:modified xsi:type="dcterms:W3CDTF">2026-04-06T19:37:13Z</dcterms:modified>
</cp:coreProperties>
</file>
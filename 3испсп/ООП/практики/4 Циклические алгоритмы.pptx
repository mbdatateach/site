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83" r:id="rId4"/>
    <p:sldId id="284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908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.6.php?ysclid=m1nf82z3i3333863072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metanit.com/sharp/tutorial/20.2.php?ysclid=m1c4t75sz621818061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Введение в ООП: Программирование циклических алгоритмов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Циклы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https://metanit.com/sharp/tutorial/2.6.php?ysclid=m1nf82z3i3333863072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rot="10800000" flipV="1">
            <a:off x="3214678" y="1800195"/>
            <a:ext cx="35004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428728" y="59436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085948"/>
            <a:ext cx="57435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Скругленный прямоугольник 13"/>
          <p:cNvSpPr/>
          <p:nvPr/>
        </p:nvSpPr>
        <p:spPr>
          <a:xfrm>
            <a:off x="357158" y="3086080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300130"/>
            <a:ext cx="3000396" cy="14287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4" idx="3"/>
          </p:cNvCxnSpPr>
          <p:nvPr/>
        </p:nvCxnSpPr>
        <p:spPr>
          <a:xfrm rot="5400000">
            <a:off x="2071670" y="2157386"/>
            <a:ext cx="150019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95825" y="5943600"/>
            <a:ext cx="4448175" cy="914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2" idx="1"/>
          </p:cNvCxnSpPr>
          <p:nvPr/>
        </p:nvCxnSpPr>
        <p:spPr>
          <a:xfrm rot="10800000">
            <a:off x="2357423" y="4014774"/>
            <a:ext cx="2338403" cy="23860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85720" y="3586146"/>
            <a:ext cx="2071702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1480"/>
            <a:ext cx="5619737" cy="952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Скругленный прямоугольник 12"/>
          <p:cNvSpPr/>
          <p:nvPr/>
        </p:nvSpPr>
        <p:spPr>
          <a:xfrm>
            <a:off x="8572528" y="1857364"/>
            <a:ext cx="357190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>
            <a:endCxn id="13" idx="2"/>
          </p:cNvCxnSpPr>
          <p:nvPr/>
        </p:nvCxnSpPr>
        <p:spPr>
          <a:xfrm flipV="1">
            <a:off x="7786710" y="2143116"/>
            <a:ext cx="964413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6143604" y="2928934"/>
            <a:ext cx="30003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Передать через запятую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levo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результат расчета функции</a:t>
            </a:r>
            <a:endParaRPr lang="ru-RU" sz="20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0" y="1242940"/>
            <a:ext cx="51435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Возможный конструктор класса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929190" y="642918"/>
            <a:ext cx="4214810" cy="45720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</a:rPr>
              <a:t>Алгоритм создания класса идентичный предыдущим практическим работам</a:t>
            </a:r>
          </a:p>
          <a:p>
            <a:pPr algn="ctr"/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r>
              <a:rPr lang="ru-RU" sz="2000" dirty="0" smtClean="0">
                <a:solidFill>
                  <a:srgbClr val="FF0000"/>
                </a:solidFill>
              </a:rPr>
              <a:t>Не забудьте, что сначала необходимо определить поля, например: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public double left;</a:t>
            </a:r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endParaRPr lang="ru-RU" sz="2000" dirty="0" smtClean="0">
              <a:solidFill>
                <a:srgbClr val="FF0000"/>
              </a:solidFill>
            </a:endParaRPr>
          </a:p>
          <a:p>
            <a:pPr algn="ctr"/>
            <a:r>
              <a:rPr lang="ru-RU" sz="2000" dirty="0" smtClean="0">
                <a:solidFill>
                  <a:srgbClr val="FF0000"/>
                </a:solidFill>
              </a:rPr>
              <a:t>Затем определить/инициализировать ключевые поля в конструкторе , и уже затем реализовать методы с логикой программы</a:t>
            </a:r>
            <a:endParaRPr lang="ru-RU" sz="20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4857752" cy="29357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8" name="Прямоугольник 17"/>
          <p:cNvSpPr/>
          <p:nvPr/>
        </p:nvSpPr>
        <p:spPr>
          <a:xfrm>
            <a:off x="2571736" y="5309258"/>
            <a:ext cx="47863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втором и третьем конструкторе параметры называются также, как и поля класса. И чтобы разграничить параметры и поля класса, к полям класса обращение идет через ключевое слово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rot="16200000" flipV="1">
            <a:off x="2321703" y="3821909"/>
            <a:ext cx="228601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104</Words>
  <Application>Microsoft Office PowerPoint</Application>
  <PresentationFormat>Экран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Введение в ООП: Программирование циклических алгоритмов</vt:lpstr>
      <vt:lpstr>Дополнительные материалы</vt:lpstr>
      <vt:lpstr>Слайд 3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83</cp:revision>
  <dcterms:created xsi:type="dcterms:W3CDTF">2024-02-01T09:49:19Z</dcterms:created>
  <dcterms:modified xsi:type="dcterms:W3CDTF">2026-09-30T20:40:49Z</dcterms:modified>
</cp:coreProperties>
</file>
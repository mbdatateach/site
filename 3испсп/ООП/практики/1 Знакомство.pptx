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67" r:id="rId6"/>
    <p:sldId id="262" r:id="rId7"/>
    <p:sldId id="268" r:id="rId8"/>
    <p:sldId id="265" r:id="rId9"/>
    <p:sldId id="270" r:id="rId10"/>
    <p:sldId id="263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5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Знакомство со средой разработки </a:t>
            </a:r>
            <a:r>
              <a:rPr lang="ru-RU" b="1" dirty="0" err="1" smtClean="0"/>
              <a:t>SharpDevelop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1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2928934"/>
            <a:ext cx="9144000" cy="1928826"/>
          </a:xfrm>
          <a:prstGeom prst="rect">
            <a:avLst/>
          </a:prstGeom>
          <a:solidFill>
            <a:srgbClr val="DDE3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72074"/>
            <a:ext cx="9144000" cy="17859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Среда разработки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2214546" y="1071546"/>
            <a:ext cx="692945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SharpDevelop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свободная среда разработки для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C#, Visual Basic .NET, Boo, IronPython, IronRuby, F#, C++.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Обычно используется как альтернатива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Studio .NET.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 descr="Логотип программы SharpDevel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1857375" cy="2124075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0" y="5072896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Возможности и особенности</a:t>
            </a:r>
            <a:r>
              <a:rPr lang="en-US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Подсветка синтаксиса для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C#, IronPython, HTML, ASP, ASP.NET, VBScript, VB.NET, XML, XAML.</a:t>
            </a: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Визуальный редактор для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WPF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 форм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Windows Forms (COM-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компоненты не поддерживаются).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857496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.NET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программная платформа, разработанная компанией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предоставляет среду выполнения для приложений на языках программирования C#,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.NET и других языках, совместимых с платформой .NET.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Платформа предоставляет разработчикам мощные инструменты и библиотеки для создания разнообразных приложений, включая настольные программы,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мобильные приложения и службы в облаке.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Начало работы</a:t>
            </a:r>
            <a:endParaRPr lang="ru-RU" b="1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2" y="1571612"/>
            <a:ext cx="6476992" cy="399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 rot="16200000" flipH="1">
            <a:off x="535785" y="1393017"/>
            <a:ext cx="214314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rot="10800000">
            <a:off x="0" y="100010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142876" y="2142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928934"/>
            <a:ext cx="4786314" cy="3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Прямая со стрелкой 31"/>
          <p:cNvCxnSpPr>
            <a:endCxn id="33" idx="0"/>
          </p:cNvCxnSpPr>
          <p:nvPr/>
        </p:nvCxnSpPr>
        <p:spPr>
          <a:xfrm rot="5400000">
            <a:off x="6733002" y="2160976"/>
            <a:ext cx="1928824" cy="46434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072198" y="3357562"/>
            <a:ext cx="2786082" cy="13573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rot="10800000">
            <a:off x="7929586" y="1428736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8072462" y="6429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4714876" y="5429264"/>
            <a:ext cx="400052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>
            <a:endCxn id="40" idx="1"/>
          </p:cNvCxnSpPr>
          <p:nvPr/>
        </p:nvCxnSpPr>
        <p:spPr>
          <a:xfrm flipV="1">
            <a:off x="2500298" y="5643578"/>
            <a:ext cx="221457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rot="10800000">
            <a:off x="2143108" y="6215082"/>
            <a:ext cx="35719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2071670" y="542926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71472" y="415333"/>
            <a:ext cx="3214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Создать новый проект можно непосредственно в Главном меню</a:t>
            </a:r>
            <a:endParaRPr lang="ru-RU" sz="16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500694" y="422956"/>
            <a:ext cx="27146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дисциплины нам понадобятся «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Консольное 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и «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Windows-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1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0" y="5637930"/>
            <a:ext cx="214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задать только имя и расположение (лучше создать новую папку)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786446" y="1571612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928670"/>
            <a:ext cx="33575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Смена вкладок для переключения между работой с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кодом</a:t>
            </a:r>
            <a:endParaRPr lang="ru-RU" sz="16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8926"/>
            <a:ext cx="4097253" cy="60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857356" y="6357958"/>
            <a:ext cx="1285884" cy="5000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5400000">
            <a:off x="1946662" y="2768192"/>
            <a:ext cx="5036365" cy="2643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7158" y="1428736"/>
            <a:ext cx="1428760" cy="1000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33925"/>
            <a:ext cx="18383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>
            <a:endCxn id="18" idx="3"/>
          </p:cNvCxnSpPr>
          <p:nvPr/>
        </p:nvCxnSpPr>
        <p:spPr>
          <a:xfrm rot="10800000">
            <a:off x="1785918" y="1928802"/>
            <a:ext cx="457203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6429388" y="2571744"/>
            <a:ext cx="1928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файлы проекта</a:t>
            </a:r>
            <a:endParaRPr lang="ru-RU" sz="1600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rot="10800000">
            <a:off x="6429388" y="292893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857884" y="1281585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857884" y="642918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Форма для создания графического интерфейса</a:t>
            </a:r>
            <a:endParaRPr lang="ru-RU" sz="1600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642918"/>
            <a:ext cx="351343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500166" y="857232"/>
            <a:ext cx="2286016" cy="2214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10800000" flipV="1">
            <a:off x="3786182" y="1285859"/>
            <a:ext cx="2071702" cy="6786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71438" y="642918"/>
            <a:ext cx="1357290" cy="5715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428728" y="2071677"/>
            <a:ext cx="4143404" cy="30718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5500694" y="1500174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Возможные для размещения на форме элементы</a:t>
            </a:r>
            <a:endParaRPr lang="ru-RU" sz="1600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rot="10800000">
            <a:off x="5572132" y="207167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364065"/>
            <a:ext cx="1507312" cy="449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endCxn id="35842" idx="1"/>
          </p:cNvCxnSpPr>
          <p:nvPr/>
        </p:nvCxnSpPr>
        <p:spPr>
          <a:xfrm rot="16200000" flipH="1">
            <a:off x="5409744" y="3662826"/>
            <a:ext cx="967719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rot="10800000">
            <a:off x="4286248" y="3643314"/>
            <a:ext cx="1152532" cy="13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4357686" y="3643314"/>
            <a:ext cx="15716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Свойства добавляемых элементов (правая панель) –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клавиша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F4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714356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создать два отдельных обработчика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двойной щелчок по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кнопке на редакторе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кнопок и прописать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в них условия изменения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Label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29241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0025" y="1500174"/>
            <a:ext cx="3556160" cy="5000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857224" y="2428868"/>
            <a:ext cx="2071702" cy="1785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>
            <a:endCxn id="9" idx="0"/>
          </p:cNvCxnSpPr>
          <p:nvPr/>
        </p:nvCxnSpPr>
        <p:spPr>
          <a:xfrm rot="16200000" flipH="1">
            <a:off x="1267994" y="1803787"/>
            <a:ext cx="642940" cy="60722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rot="10800000">
            <a:off x="1285852" y="1785926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1714480" y="1428736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Двойной щелчок</a:t>
            </a:r>
            <a:endParaRPr lang="ru-RU" sz="1600" dirty="0"/>
          </a:p>
        </p:txBody>
      </p:sp>
      <p:cxnSp>
        <p:nvCxnSpPr>
          <p:cNvPr id="14" name="Прямая со стрелкой 13"/>
          <p:cNvCxnSpPr>
            <a:stCxn id="9" idx="3"/>
            <a:endCxn id="15" idx="1"/>
          </p:cNvCxnSpPr>
          <p:nvPr/>
        </p:nvCxnSpPr>
        <p:spPr>
          <a:xfrm>
            <a:off x="2928926" y="3321843"/>
            <a:ext cx="2571768" cy="23574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/>
          <p:cNvSpPr/>
          <p:nvPr/>
        </p:nvSpPr>
        <p:spPr>
          <a:xfrm>
            <a:off x="5500694" y="5357826"/>
            <a:ext cx="3000396" cy="642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4929190" y="785794"/>
            <a:ext cx="3143272" cy="10001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857364"/>
            <a:ext cx="5575902" cy="249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2357422" y="2143116"/>
            <a:ext cx="1643074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0"/>
          </p:cNvCxnSpPr>
          <p:nvPr/>
        </p:nvCxnSpPr>
        <p:spPr>
          <a:xfrm rot="16200000" flipH="1">
            <a:off x="2375281" y="1339438"/>
            <a:ext cx="857256" cy="7500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rot="10800000">
            <a:off x="2428860" y="1285860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4929190" y="857232"/>
            <a:ext cx="30003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Изменить содержание текстового поля по его идентификатору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endParaRPr lang="ru-RU" sz="1600" b="1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2214546" y="2928934"/>
            <a:ext cx="3071834" cy="12144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>
            <a:off x="2857488" y="4143383"/>
            <a:ext cx="1428761" cy="140242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4286248" y="4929198"/>
            <a:ext cx="3214678" cy="138499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 выборе соответствующего пункта необходимо изменять содержание текстового поля по его идентификатору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Примечание: после каждого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должен идти свой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5" idx="2"/>
          </p:cNvCxnSpPr>
          <p:nvPr/>
        </p:nvCxnSpPr>
        <p:spPr>
          <a:xfrm rot="16200000" flipH="1">
            <a:off x="1136128" y="1814798"/>
            <a:ext cx="906670" cy="8929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-32" y="1500174"/>
            <a:ext cx="2286016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Двойной щелчок по списку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285860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Можно создать общий обработчик для двух кнопок и назначить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его при загрузке формы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3116"/>
            <a:ext cx="51816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636" y="3714752"/>
            <a:ext cx="2457446" cy="2395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5857852" y="2143116"/>
            <a:ext cx="328614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событие, которое срабатывает перед первым отображением формы.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добавляется в код двойным щелчком по форме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1"/>
          </p:cNvCxnSpPr>
          <p:nvPr/>
        </p:nvCxnSpPr>
        <p:spPr>
          <a:xfrm rot="10800000">
            <a:off x="1928794" y="2357430"/>
            <a:ext cx="3929058" cy="5243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1714488"/>
            <a:ext cx="4357718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357554" y="6000768"/>
            <a:ext cx="43577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 и вывода информации</a:t>
            </a:r>
            <a:endParaRPr lang="ru-RU" sz="20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4214818"/>
            <a:ext cx="3214678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Panel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объединяет элементы в группы. Она представляет собой прямоугольное окно без надписи, внутри которого можно помещать произвольные объекты. Если панель имеет много элементов, которые выходят за её границы, её можно сделать прокручиваемой, установив свойство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AutoScroll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42767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1" name="Прямая со стрелкой 30"/>
          <p:cNvCxnSpPr>
            <a:endCxn id="1028" idx="2"/>
          </p:cNvCxnSpPr>
          <p:nvPr/>
        </p:nvCxnSpPr>
        <p:spPr>
          <a:xfrm rot="10800000">
            <a:off x="2138364" y="1433498"/>
            <a:ext cx="3505207" cy="12096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Скругленный прямоугольник 33"/>
          <p:cNvSpPr/>
          <p:nvPr/>
        </p:nvSpPr>
        <p:spPr>
          <a:xfrm>
            <a:off x="5715008" y="3500438"/>
            <a:ext cx="1285884" cy="7143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28868"/>
            <a:ext cx="3071802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5" name="Прямая со стрелкой 34"/>
          <p:cNvCxnSpPr>
            <a:endCxn id="1029" idx="2"/>
          </p:cNvCxnSpPr>
          <p:nvPr/>
        </p:nvCxnSpPr>
        <p:spPr>
          <a:xfrm rot="10800000">
            <a:off x="1535902" y="3219444"/>
            <a:ext cx="2250281" cy="4953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5572132" y="2643182"/>
            <a:ext cx="185738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1214422"/>
            <a:ext cx="4714876" cy="2777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/>
          <p:nvPr/>
        </p:nvCxnSpPr>
        <p:spPr>
          <a:xfrm rot="5400000" flipH="1" flipV="1">
            <a:off x="6858016" y="1643050"/>
            <a:ext cx="2000264" cy="17145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3428992" y="3357562"/>
            <a:ext cx="2214578" cy="10715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stCxn id="20" idx="1"/>
          </p:cNvCxnSpPr>
          <p:nvPr/>
        </p:nvCxnSpPr>
        <p:spPr>
          <a:xfrm rot="10800000" flipV="1">
            <a:off x="1428728" y="3893347"/>
            <a:ext cx="2000264" cy="3214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8" y="5072074"/>
            <a:ext cx="3428992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36" name="Прямая со стрелкой 35"/>
          <p:cNvCxnSpPr/>
          <p:nvPr/>
        </p:nvCxnSpPr>
        <p:spPr>
          <a:xfrm rot="10800000" flipV="1">
            <a:off x="5072066" y="5214950"/>
            <a:ext cx="642942" cy="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0" y="571480"/>
            <a:ext cx="9144000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Здесь приведен только один из возможных шаблонов выполнения. Допускается размещать элементы программно или выводить информацию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другим способом (например, в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MessageBox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2928934"/>
            <a:ext cx="9144000" cy="39290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Игра на событиях</a:t>
            </a:r>
            <a:r>
              <a:rPr lang="en-US" b="1" dirty="0" smtClean="0"/>
              <a:t> (</a:t>
            </a:r>
            <a:r>
              <a:rPr lang="ru-RU" b="1" dirty="0" smtClean="0"/>
              <a:t>Дополнительно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928670"/>
            <a:ext cx="9144000" cy="163121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разместить на форме несколько кнопок и у каждой прописать обработчик, который скрывает или показывает определенные кнопки. Тогда у игры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будет одно верное решение.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Можете добавить генератор случайных чисел или прописать общий обработчик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000628" y="4868741"/>
            <a:ext cx="41433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Решение у головоломки было такое: запомнить, какие переключатели стоят вертикально в начале уровня. Нажать все по очереди на те, которые были вертикально в самом начале.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97237"/>
            <a:ext cx="4539534" cy="256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5" idx="1"/>
            <a:endCxn id="12" idx="3"/>
          </p:cNvCxnSpPr>
          <p:nvPr/>
        </p:nvCxnSpPr>
        <p:spPr>
          <a:xfrm rot="10800000" flipV="1">
            <a:off x="3571868" y="5607404"/>
            <a:ext cx="1428760" cy="1488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3000364" y="5440221"/>
            <a:ext cx="571504" cy="63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97105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Одним из аналогов этой задачи является 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головоломка на холодильнике 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ru-RU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игры-квеста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«Братья Пилоты» (1997). Головоломка заключается в том, чтобы выставить все вентили-кнопки в горизонтальное положение.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286116" y="2857496"/>
            <a:ext cx="2705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Интересный факт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342</Words>
  <Application>Microsoft Office PowerPoint</Application>
  <PresentationFormat>Экран (4:3)</PresentationFormat>
  <Paragraphs>45</Paragraphs>
  <Slides>10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Знакомство со средой разработки SharpDevelop</vt:lpstr>
      <vt:lpstr>Среда разработки</vt:lpstr>
      <vt:lpstr>Начало работы</vt:lpstr>
      <vt:lpstr>Задание 1 </vt:lpstr>
      <vt:lpstr>Задание 1 </vt:lpstr>
      <vt:lpstr>Задание 1</vt:lpstr>
      <vt:lpstr>Задание 1 </vt:lpstr>
      <vt:lpstr>Задание 1</vt:lpstr>
      <vt:lpstr>Задание 2 </vt:lpstr>
      <vt:lpstr>Игра на событиях (Дополнительно)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со средой разработки SharpDevelop</dc:title>
  <dc:creator>user</dc:creator>
  <cp:lastModifiedBy>user</cp:lastModifiedBy>
  <cp:revision>78</cp:revision>
  <dcterms:created xsi:type="dcterms:W3CDTF">2024-02-01T09:49:19Z</dcterms:created>
  <dcterms:modified xsi:type="dcterms:W3CDTF">2026-04-08T18:14:07Z</dcterms:modified>
</cp:coreProperties>
</file>
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71" r:id="rId5"/>
    <p:sldId id="265" r:id="rId6"/>
    <p:sldId id="266" r:id="rId7"/>
    <p:sldId id="269" r:id="rId8"/>
    <p:sldId id="27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ozhzhaev.ru/learn/cpp/classes_objects" TargetMode="External"/><Relationship Id="rId2" Type="http://schemas.openxmlformats.org/officeDocument/2006/relationships/hyperlink" Target="https://education.yandex.ru/handbook/cpp/article/classe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etanit.com/cpp/tutorial/8.4.php?ysclid=luqyjvqmnf874789181" TargetMode="External"/><Relationship Id="rId4" Type="http://schemas.openxmlformats.org/officeDocument/2006/relationships/hyperlink" Target="https://metanit.com/cpp/tutorial/5.7.php?ysclid=lt1nhdlcmk35513722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Основы ООП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527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Классы С++</a:t>
            </a:r>
          </a:p>
          <a:p>
            <a:pPr algn="just"/>
            <a:r>
              <a:rPr lang="en-US" sz="2500" b="1" dirty="0" smtClean="0">
                <a:latin typeface="Cambria" pitchFamily="18" charset="0"/>
                <a:hlinkClick r:id="rId2"/>
              </a:rPr>
              <a:t>https://education.yandex.ru/handbook/cpp/article/classes</a:t>
            </a: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Классы и объекты в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https://vozhzhaev.ru/learn/cpp/classes_objects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Статические поля и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https://metanit.com/cpp/tutorial/5.7.php?ysclid=lt1nhdlcmk355137226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Перегрузка операторов ввода/вывода в С++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5"/>
              </a:rPr>
              <a:t>https://metanit.com/cpp/tutorial/8.4.php?ysclid=luqyjvqmnf874789181</a:t>
            </a:r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Понятие класса и объекта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857232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Язык программирования 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является объектно-ориентированным языком, поэтому он подходит для создания решений на основе классов.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Описанием объекта является класс, а сам объект представляет экземпляр этого класса. Представьте себе человека как класс, где имя, возраст и другие характеристики являются атрибутами. Каждый человек является экземпляром этого класса и представляет собой уникальный объект с определёнными значениями атрибутов.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Класс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Поле класса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данные, содержащиеся внутри класса.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Методы класса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функции, входящие в состав класса.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390460"/>
            <a:ext cx="7143788" cy="246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Модификаторы доступности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182079"/>
            <a:ext cx="34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ublic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из любой части программы. Данные и функции, объявленные 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могут быть доступны всем другим классам и функциям.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rivate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только внутри класса. Они не могут быть доступны производным классам или другим частям программы.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rotected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Указывает, что члены класса доступны внутри класса и в производных (дочерних) классах, но не извне.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1856220"/>
            <a:ext cx="5643570" cy="500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программирования C++ для классов используются модификаторы доступности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modifiers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которые определяют, какие члены класса (данные и функции) доступны для других классов и функций, а какие нет. В C++ доступны три основных модификатора: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 (а)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40973"/>
            <a:ext cx="6858048" cy="503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Массив объектов класса в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последовательная коллекция объектов одного типа класса, расположенных в непрерывном отрезке памяти. Каждый элемент массива — экземпляр класса, который обладает своими атрибутами и методами.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286520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Массив объектов</a:t>
            </a:r>
            <a:endParaRPr lang="ru-RU" sz="2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 (</a:t>
            </a:r>
            <a:r>
              <a:rPr lang="ru-RU" b="1" dirty="0" smtClean="0"/>
              <a:t>б)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672784"/>
            <a:ext cx="5272100" cy="418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— это переменные, общие для всех объектов класса. Они нужны для: хранения данных, относящихся ко всему классу, а не к конкретным объектам; учёта количества созданных объектов; общих настроек или конфигураций для всех объектов.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методы — это функции, работающие со статическими полями.     Могут обращаться непосредственно только к статическим полям и вызывать только другие статические методы класса, поскольку им не передаётся скрытый указатель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Обращение к статическим методам производится так же, как к статическим полям — либо через имя класса, либо, если хотя бы один объект класса уже создан, через имя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000372"/>
            <a:ext cx="37147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нельзя инициализировать в теле класса, а также в методах. Статические поля должны инициализироваться аналогично глобальным переменным в области видимости файла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Структура — это определяемый пользователем тип данных, используемый для хранения разнородных типов данных.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объявляет его. С другой стороны, класс — это также определяемый пользователем тип данных для хранения данных разных типов.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обозначает это.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Однако основное различие между ними заключается в том, что класс скрывает детали реализации своих членов и по умолчанию делает все члены класса закрытыми, тогда как структура не скрывает детали реализации своих членов и по умолчанию делает все свои члены открытыми.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C++ структуры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могут выступать в качестве полей (членов данных) класса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распространённая практика для группировки связанных данных внутри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57525"/>
            <a:ext cx="55911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429000"/>
            <a:ext cx="23050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142984"/>
            <a:ext cx="35004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Перегрузка операторов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overloading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позволяет определить для объектов классов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втроенные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операторы, такие как +, -, * и т.д. Для определения оператора для объектов своего класса, необходимо определить функцию, название которой содержит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символ перегружаемого оператора. Функция оператора может быть определена как член класса, либо вне класса.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Перегрузить можно только те операторы, которые уже определены в C++. Создать новые операторы нельзя.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500042"/>
            <a:ext cx="5572132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646</Words>
  <Application>Microsoft Office PowerPoint</Application>
  <PresentationFormat>Экран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Основы ООП</vt:lpstr>
      <vt:lpstr>Дополнительные материалы</vt:lpstr>
      <vt:lpstr>Понятие класса и объекта</vt:lpstr>
      <vt:lpstr>Модификаторы доступности</vt:lpstr>
      <vt:lpstr>Задание 1 (а)</vt:lpstr>
      <vt:lpstr>Задание 1 (б)</vt:lpstr>
      <vt:lpstr>Задание 2</vt:lpstr>
      <vt:lpstr>Задание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57</cp:revision>
  <dcterms:created xsi:type="dcterms:W3CDTF">2024-02-01T11:07:17Z</dcterms:created>
  <dcterms:modified xsi:type="dcterms:W3CDTF">2026-04-03T22:55:05Z</dcterms:modified>
</cp:coreProperties>
</file>
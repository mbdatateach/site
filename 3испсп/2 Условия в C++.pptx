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9" r:id="rId4"/>
    <p:sldId id="270" r:id="rId5"/>
    <p:sldId id="271" r:id="rId6"/>
    <p:sldId id="266" r:id="rId7"/>
    <p:sldId id="274" r:id="rId8"/>
    <p:sldId id="272" r:id="rId9"/>
    <p:sldId id="27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D9"/>
    <a:srgbClr val="D9E2F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017" autoAdjust="0"/>
    <p:restoredTop sz="94660"/>
  </p:normalViewPr>
  <p:slideViewPr>
    <p:cSldViewPr>
      <p:cViewPr varScale="1">
        <p:scale>
          <a:sx n="111" d="100"/>
          <a:sy n="111" d="100"/>
        </p:scale>
        <p:origin x="-17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Язык С++: Условные алгоритмы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Условные операторы 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1000108"/>
            <a:ext cx="9144000" cy="156966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В языке программирования C++ для работы с условиями (ветвления) используются условные конструкции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— операторы 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, 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и 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switch-case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. Они позволяют выполнять разный код в зависимости от исхода проверки условия.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6" name="Picture 2" descr="https://248006.selcdn.ru/main/upload/setka_images/14510802062020_cc9fc8e6480ae902b98b6d5847371c9f0b9164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928934"/>
            <a:ext cx="5895942" cy="32188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4075" y="3429000"/>
            <a:ext cx="320992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11801" y="3429000"/>
            <a:ext cx="5832199" cy="314324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857232"/>
            <a:ext cx="9144000" cy="224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качестве 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условия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использоваться условное выражение, которое возвращает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или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Если условие возвращает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выполняются последующие инструкции, которые входят в блок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Если условие возвращает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последующие инструкции не выполняются. Блок инструкций заключается в фигурные скобки.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Условия можно комбинировать с помощью логических операторов &amp;&amp; (и), || (или) и ! (не).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3429000"/>
            <a:ext cx="3214678" cy="313932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Операторы &amp;&amp; и || ведут себя лениво: если первого аргумента уже достаточно для ответа, то второй аргумент вычисляться не будет. Например, в выражении condition1 &amp;&amp; condition2 второе условие не вычисляется, если первое ложно. Это часто используют для проверок корректности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071547"/>
            <a:ext cx="9144000" cy="39703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Конструкция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switch-case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C++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 множественного выбора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позволяет сравнивать значение переменной с набором возможных значений (блоками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выполнять код в зависимости от совпадения. Это замена длинной конструкции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if-else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которая сравнивает переменную с несколькими константными значениями.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Есть несколько преимуществ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switch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перед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Более чистый код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Код с несколькими цепочками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...выглядит запутанным и сложным в поддержке –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switchобеспечивает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более чистую структуру.</a:t>
            </a:r>
          </a:p>
          <a:p>
            <a:pPr algn="just"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Производительность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Для плотных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caseзначений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компилятор генерирует таблицу переходов, для разреженных — двоичный поиск или серию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поэтому в худшем случае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switchскорость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такая же, как и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но обычно выше. Хотя некоторые компиляторы могут аналогичным образом оптимизировать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Порядок тестов не имеет значения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Чтобы ускорить серию тестов с использованием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/,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elseнужно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сначала поставить наиболее вероятные случаи. С использованием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switch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программисту не нужно об этом думать.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5357826"/>
            <a:ext cx="9144000" cy="1323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Стоит отметить, что сравниваемое выражение в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switch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должно представлять один из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целочисленных или символьных типов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Стоит отметить важность использования оператора 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Если мы его не укажем в блоке 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то после этого блока выполнение перейдет к следующему блоку 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1000108"/>
            <a:ext cx="5643570" cy="193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В этом случае опять же будет выполняться оператор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case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2:, так как переменная x=2. Однако так как этот блок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case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не завершается оператором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break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то после его завершения будет выполняться набор инструкций после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case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3: даже несмотря на то, что переменная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по прежнему равна 2.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pSp>
        <p:nvGrpSpPr>
          <p:cNvPr id="8" name="Группа 7"/>
          <p:cNvGrpSpPr/>
          <p:nvPr/>
        </p:nvGrpSpPr>
        <p:grpSpPr>
          <a:xfrm>
            <a:off x="5715008" y="857232"/>
            <a:ext cx="3428992" cy="3000396"/>
            <a:chOff x="4848225" y="857232"/>
            <a:chExt cx="4295775" cy="3733800"/>
          </a:xfrm>
        </p:grpSpPr>
        <p:pic>
          <p:nvPicPr>
            <p:cNvPr id="1843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48225" y="857232"/>
              <a:ext cx="4295775" cy="3733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843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6675" y="857232"/>
              <a:ext cx="1457325" cy="981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145441"/>
            <a:ext cx="3286116" cy="3712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428992" y="4214818"/>
            <a:ext cx="5715008" cy="193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Можно определять для нескольких меток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case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один набор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инструкций. Здесь если x=1 или x=2, то выполняется одна и та же инструкция 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std::cout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&lt;&lt; "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2" &lt;&lt; "\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". Аналогично для вариантов x=3 и x=4 также определена общая инструкция.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b="1" dirty="0"/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841701"/>
            <a:ext cx="9144000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ctr">
              <a:spcBef>
                <a:spcPct val="0"/>
              </a:spcBef>
              <a:spcAft>
                <a:spcPct val="0"/>
              </a:spcAf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Тернарный оператор (? : ) в C++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— это сокращённый способ выполнения условных операций, альтернатива конструкции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if-else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. Он оценивает условие и выполняет одно из двух выражений на основе результата.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использоваться для простых условных присваиваний, где читаемость кода не важна.</a:t>
            </a:r>
          </a:p>
          <a:p>
            <a:pPr algn="just" fontAlgn="ctr">
              <a:spcBef>
                <a:spcPct val="0"/>
              </a:spcBef>
              <a:spcAft>
                <a:spcPct val="0"/>
              </a:spcAft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5414969" cy="251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5214950"/>
            <a:ext cx="914400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Тернарные операторы можно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вкладывать друг в друга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создания более разветвлённой логики. Например: если два числа равны - вернуть 0, если первое больше второго - вернуть 1, если второе больше первого - вернуть 2. Да, код хуже читается, но он сильно компактнее и умещается в одну строчку.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тернарный оператор ?: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1714488"/>
            <a:ext cx="2786082" cy="538917"/>
          </a:xfrm>
          <a:prstGeom prst="rect">
            <a:avLst/>
          </a:prstGeom>
          <a:noFill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0015" y="2643182"/>
            <a:ext cx="4003985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3469983"/>
            <a:ext cx="3786182" cy="3388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14620"/>
            <a:ext cx="3493165" cy="2424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Прямоугольник 21"/>
          <p:cNvSpPr/>
          <p:nvPr/>
        </p:nvSpPr>
        <p:spPr>
          <a:xfrm>
            <a:off x="1928794" y="4286256"/>
            <a:ext cx="428628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28926" y="3357562"/>
            <a:ext cx="22955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4" name="Прямая со стрелкой 23"/>
          <p:cNvCxnSpPr>
            <a:stCxn id="22" idx="3"/>
            <a:endCxn id="23" idx="1"/>
          </p:cNvCxnSpPr>
          <p:nvPr/>
        </p:nvCxnSpPr>
        <p:spPr>
          <a:xfrm flipV="1">
            <a:off x="2357422" y="3686175"/>
            <a:ext cx="571504" cy="7786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9256" y="2500306"/>
            <a:ext cx="2218870" cy="923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6" name="Прямая со стрелкой 25"/>
          <p:cNvCxnSpPr>
            <a:stCxn id="23" idx="3"/>
            <a:endCxn id="25" idx="1"/>
          </p:cNvCxnSpPr>
          <p:nvPr/>
        </p:nvCxnSpPr>
        <p:spPr>
          <a:xfrm flipV="1">
            <a:off x="5224451" y="2962268"/>
            <a:ext cx="204805" cy="72390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14290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i="1" dirty="0" smtClean="0"/>
              <a:t>Полезно знать: 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GUI </a:t>
            </a:r>
            <a:r>
              <a:rPr lang="ru-RU" sz="3200" b="1" dirty="0" smtClean="0"/>
              <a:t>интерфейс (</a:t>
            </a:r>
            <a:r>
              <a:rPr lang="en-US" sz="3200" b="1" dirty="0" err="1" smtClean="0"/>
              <a:t>wxWidgets</a:t>
            </a:r>
            <a:r>
              <a:rPr lang="ru-RU" sz="3200" b="1" dirty="0" smtClean="0"/>
              <a:t>)</a:t>
            </a:r>
            <a:endParaRPr lang="ru-RU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000108"/>
            <a:ext cx="9144000" cy="1552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8429652" y="1000108"/>
            <a:ext cx="642942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357158" y="2357430"/>
            <a:ext cx="42862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00430" y="2643182"/>
            <a:ext cx="11715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6786578" y="4429132"/>
            <a:ext cx="785818" cy="1071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357554" y="4824408"/>
            <a:ext cx="1984842" cy="203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1000108"/>
            <a:ext cx="9144000" cy="2308324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 многих средах (работающих с различными языками программирования) можно создавать графические приложения из готовых элементов. Работа с большим количеством таких элементов значительно упростится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 знании условий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Например,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операторы условий можно использовать для обработки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(выпадающего списка)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при программировании графического пользовательского интерфейса.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Codeblocks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визуализации можно использовать библиотеку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wxWidgets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(можно скачать по ссылке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https://disk.yandex.ru/d/tMpUmN4iZtnjVQ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57562"/>
            <a:ext cx="3493165" cy="2424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1928794" y="4929198"/>
            <a:ext cx="428628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4000504"/>
            <a:ext cx="22955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>
            <a:stCxn id="11" idx="3"/>
            <a:endCxn id="1027" idx="1"/>
          </p:cNvCxnSpPr>
          <p:nvPr/>
        </p:nvCxnSpPr>
        <p:spPr>
          <a:xfrm flipV="1">
            <a:off x="2357422" y="4329117"/>
            <a:ext cx="571504" cy="7786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3719523"/>
            <a:ext cx="290512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1027" idx="3"/>
            <a:endCxn id="1028" idx="1"/>
          </p:cNvCxnSpPr>
          <p:nvPr/>
        </p:nvCxnSpPr>
        <p:spPr>
          <a:xfrm flipV="1">
            <a:off x="5224451" y="4324361"/>
            <a:ext cx="704871" cy="47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0" y="5857892"/>
            <a:ext cx="914400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Остальные окна можно оставить без изменений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Заголовок 1"/>
          <p:cNvSpPr>
            <a:spLocks noGrp="1"/>
          </p:cNvSpPr>
          <p:nvPr>
            <p:ph type="title"/>
          </p:nvPr>
        </p:nvSpPr>
        <p:spPr>
          <a:xfrm>
            <a:off x="0" y="-142892"/>
            <a:ext cx="9086792" cy="1143000"/>
          </a:xfrm>
        </p:spPr>
        <p:txBody>
          <a:bodyPr>
            <a:normAutofit fontScale="90000"/>
          </a:bodyPr>
          <a:lstStyle/>
          <a:p>
            <a:r>
              <a:rPr lang="ru-RU" sz="3600" b="1" i="1" dirty="0" smtClean="0"/>
              <a:t>Полезно знать:</a:t>
            </a:r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sz="3600" b="1" dirty="0" smtClean="0"/>
              <a:t>проектирование пользовательских интерфейсов</a:t>
            </a:r>
            <a:endParaRPr lang="ru-RU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"/>
          <p:cNvSpPr>
            <a:spLocks noGrp="1"/>
          </p:cNvSpPr>
          <p:nvPr>
            <p:ph type="title"/>
          </p:nvPr>
        </p:nvSpPr>
        <p:spPr>
          <a:xfrm>
            <a:off x="0" y="-214338"/>
            <a:ext cx="9086792" cy="1143000"/>
          </a:xfrm>
        </p:spPr>
        <p:txBody>
          <a:bodyPr>
            <a:normAutofit/>
          </a:bodyPr>
          <a:lstStyle/>
          <a:p>
            <a:r>
              <a:rPr lang="ru-RU" sz="2800" b="1" i="1" dirty="0" smtClean="0"/>
              <a:t>Полезно знать: </a:t>
            </a:r>
            <a:r>
              <a:rPr lang="ru-RU" sz="2800" b="1" dirty="0" smtClean="0"/>
              <a:t/>
            </a:r>
            <a:br>
              <a:rPr lang="ru-RU" sz="2800" b="1" dirty="0" smtClean="0"/>
            </a:br>
            <a:r>
              <a:rPr lang="ru-RU" sz="2800" b="1" dirty="0" smtClean="0"/>
              <a:t>Условия при проектировании интерфейса в </a:t>
            </a:r>
            <a:r>
              <a:rPr lang="en-US" sz="2800" b="1" dirty="0" err="1" smtClean="0"/>
              <a:t>Codeblocks</a:t>
            </a:r>
            <a:r>
              <a:rPr lang="en-US" sz="2800" b="1" dirty="0" smtClean="0"/>
              <a:t> </a:t>
            </a:r>
            <a:endParaRPr lang="ru-RU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785794"/>
            <a:ext cx="3924300" cy="1166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8" y="2143116"/>
            <a:ext cx="475297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16200000" flipV="1">
            <a:off x="5214942" y="1785926"/>
            <a:ext cx="142876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5400000" flipH="1" flipV="1">
            <a:off x="2964645" y="1535893"/>
            <a:ext cx="1285884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rot="5400000" flipH="1" flipV="1">
            <a:off x="3821901" y="1607331"/>
            <a:ext cx="157163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0" y="2928934"/>
            <a:ext cx="9144000" cy="107721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добавить в рабочую область панель для размещения элементов (ее добавить обязательно первой),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кнопку. </a:t>
            </a:r>
          </a:p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Затем необходимо в свойствах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задать возможные значения.</a:t>
            </a:r>
          </a:p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Затем необходимо два раза щелкнуть по кнопке и ввести следующий код в открывшееся окно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5929322" y="1857364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4214810" y="1928802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3214678" y="1857364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ru-R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000504"/>
            <a:ext cx="444817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Прямоугольник 33"/>
          <p:cNvSpPr/>
          <p:nvPr/>
        </p:nvSpPr>
        <p:spPr>
          <a:xfrm>
            <a:off x="3857620" y="4919008"/>
            <a:ext cx="5286380" cy="1938992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switch (ComboBox1-&gt;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GetCurrentSelection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case 0: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wxMessageBox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Вы любите 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Эспрессо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",_("Сообщение"));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case 1: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wxMessageBox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Вы любите 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Латте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",_("Сообщение"));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//……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217</Words>
  <Application>Microsoft Office PowerPoint</Application>
  <PresentationFormat>Экран (4:3)</PresentationFormat>
  <Paragraphs>43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Язык С++: Условные алгоритмы </vt:lpstr>
      <vt:lpstr>Условные операторы </vt:lpstr>
      <vt:lpstr>Задание 1</vt:lpstr>
      <vt:lpstr>Задание 2</vt:lpstr>
      <vt:lpstr>Задание 2</vt:lpstr>
      <vt:lpstr>Задание 3</vt:lpstr>
      <vt:lpstr>Полезно знать:  GUI интерфейс (wxWidgets)</vt:lpstr>
      <vt:lpstr>Полезно знать: проектирование пользовательских интерфейсов</vt:lpstr>
      <vt:lpstr>Полезно знать:  Условия при проектировании интерфейса в Codeblocks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42</cp:revision>
  <dcterms:created xsi:type="dcterms:W3CDTF">2024-02-01T09:49:19Z</dcterms:created>
  <dcterms:modified xsi:type="dcterms:W3CDTF">2025-11-14T19:30:11Z</dcterms:modified>
</cp:coreProperties>
</file>
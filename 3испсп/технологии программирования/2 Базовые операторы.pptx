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85" r:id="rId4"/>
    <p:sldId id="279" r:id="rId5"/>
    <p:sldId id="280" r:id="rId6"/>
    <p:sldId id="281" r:id="rId7"/>
    <p:sldId id="286" r:id="rId8"/>
    <p:sldId id="287" r:id="rId9"/>
    <p:sldId id="288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20.2.php?ysclid=m1c4t75sz6218180615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Введение в ООП: базовые алгоритмы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21763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Math </a:t>
            </a:r>
            <a:r>
              <a:rPr lang="ru-RU" sz="2400" i="1" dirty="0" smtClean="0">
                <a:latin typeface="Cambria" pitchFamily="18" charset="0"/>
              </a:rPr>
              <a:t>Класс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https://learn.microsoft.com/ru-ru/dotnet/api/system.math?view=net-8.0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Операции со строками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https://metanit.com/sharp/tutorial/7.2.php?ysclid=m51ccmu34a23593086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структура класса в языке </a:t>
            </a:r>
            <a:r>
              <a:rPr lang="en-US" sz="4000" b="1" dirty="0" smtClean="0"/>
              <a:t>C</a:t>
            </a:r>
            <a:r>
              <a:rPr lang="ru-RU" sz="4000" b="1" dirty="0" smtClean="0"/>
              <a:t>#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786806"/>
            <a:ext cx="5005404" cy="607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500306"/>
            <a:ext cx="72390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1214414" y="3143248"/>
            <a:ext cx="1643074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3"/>
          </p:cNvCxnSpPr>
          <p:nvPr/>
        </p:nvCxnSpPr>
        <p:spPr>
          <a:xfrm rot="10800000" flipV="1">
            <a:off x="2857488" y="2214553"/>
            <a:ext cx="1285884" cy="10358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429256" y="3000372"/>
            <a:ext cx="714380" cy="5715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>
            <a:endCxn id="15" idx="0"/>
          </p:cNvCxnSpPr>
          <p:nvPr/>
        </p:nvCxnSpPr>
        <p:spPr>
          <a:xfrm>
            <a:off x="4143372" y="2214554"/>
            <a:ext cx="1643074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rot="10800000">
            <a:off x="4143372" y="221455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929190" y="1500174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Правой кнопкой мыши по проекту; Добавить класс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1142984"/>
            <a:ext cx="4071934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0" y="1071546"/>
            <a:ext cx="40719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Класс </a:t>
            </a:r>
            <a:r>
              <a:rPr lang="ru-RU" dirty="0" smtClean="0">
                <a:latin typeface="Cambria" pitchFamily="18" charset="0"/>
              </a:rPr>
              <a:t>—</a:t>
            </a:r>
            <a:r>
              <a:rPr lang="ru-RU" b="1" dirty="0" smtClean="0">
                <a:latin typeface="Cambria" pitchFamily="18" charset="0"/>
              </a:rPr>
              <a:t> </a:t>
            </a:r>
            <a:r>
              <a:rPr lang="ru-RU" dirty="0" smtClean="0">
                <a:latin typeface="Cambria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9144000" cy="4572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14422"/>
            <a:ext cx="8728602" cy="38893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429132"/>
            <a:ext cx="2149610" cy="214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Скругленный прямоугольник 4"/>
          <p:cNvSpPr/>
          <p:nvPr/>
        </p:nvSpPr>
        <p:spPr>
          <a:xfrm>
            <a:off x="1857356" y="4929198"/>
            <a:ext cx="1357322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143372" y="5214950"/>
            <a:ext cx="2500298" cy="50006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929058" y="5143512"/>
            <a:ext cx="30003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Количество входных полей зависит от задания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6457890"/>
            <a:ext cx="47863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2000" dirty="0"/>
          </a:p>
        </p:txBody>
      </p:sp>
      <p:cxnSp>
        <p:nvCxnSpPr>
          <p:cNvPr id="9" name="Прямая со стрелкой 8"/>
          <p:cNvCxnSpPr>
            <a:stCxn id="6" idx="1"/>
            <a:endCxn id="5" idx="3"/>
          </p:cNvCxnSpPr>
          <p:nvPr/>
        </p:nvCxnSpPr>
        <p:spPr>
          <a:xfrm rot="10800000">
            <a:off x="3214678" y="5107793"/>
            <a:ext cx="928694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4090165" cy="208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00034" y="342900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155" y="4143380"/>
            <a:ext cx="8620125" cy="17430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142876" y="5857892"/>
            <a:ext cx="900112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Метод объекта класса получает индекс выбора (по умолчанию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индексируется с нуля) и в зависимости от числа возвращает нужную строку.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 есть метод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change_choice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просто набор условий по проверке индекса</a:t>
            </a:r>
            <a:endParaRPr lang="ru-RU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1428736"/>
            <a:ext cx="4311241" cy="1838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5214942" y="3286124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Программное заполнение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 rot="10800000" flipV="1">
            <a:off x="3214678" y="1800195"/>
            <a:ext cx="35004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428728" y="594360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085948"/>
            <a:ext cx="57435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Скругленный прямоугольник 13"/>
          <p:cNvSpPr/>
          <p:nvPr/>
        </p:nvSpPr>
        <p:spPr>
          <a:xfrm>
            <a:off x="357158" y="3086080"/>
            <a:ext cx="2071702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1300130"/>
            <a:ext cx="3000396" cy="14287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endCxn id="14" idx="3"/>
          </p:cNvCxnSpPr>
          <p:nvPr/>
        </p:nvCxnSpPr>
        <p:spPr>
          <a:xfrm rot="5400000">
            <a:off x="2071670" y="2157386"/>
            <a:ext cx="1500198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95825" y="5943600"/>
            <a:ext cx="4448175" cy="9144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2" idx="1"/>
          </p:cNvCxnSpPr>
          <p:nvPr/>
        </p:nvCxnSpPr>
        <p:spPr>
          <a:xfrm rot="10800000">
            <a:off x="2357423" y="4014774"/>
            <a:ext cx="2338403" cy="23860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285720" y="3586146"/>
            <a:ext cx="2071702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71480"/>
            <a:ext cx="5619737" cy="952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Скругленный прямоугольник 12"/>
          <p:cNvSpPr/>
          <p:nvPr/>
        </p:nvSpPr>
        <p:spPr>
          <a:xfrm>
            <a:off x="8572528" y="1857364"/>
            <a:ext cx="357190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>
            <a:endCxn id="13" idx="2"/>
          </p:cNvCxnSpPr>
          <p:nvPr/>
        </p:nvCxnSpPr>
        <p:spPr>
          <a:xfrm flipV="1">
            <a:off x="7786710" y="2143116"/>
            <a:ext cx="964413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6143604" y="2928934"/>
            <a:ext cx="30003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Передать через запятую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levo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результат расчета функции</a:t>
            </a:r>
            <a:endParaRPr lang="ru-RU" sz="20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0" y="1242940"/>
            <a:ext cx="51435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Возможный конструктор класса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4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42844" y="485776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3357586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Прямоугольник 21"/>
          <p:cNvSpPr/>
          <p:nvPr/>
        </p:nvSpPr>
        <p:spPr>
          <a:xfrm>
            <a:off x="4857752" y="5286388"/>
            <a:ext cx="48577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класса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8541" y="1000108"/>
            <a:ext cx="5455459" cy="43386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10800000">
            <a:off x="2285984" y="3143248"/>
            <a:ext cx="1714512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rot="10800000" flipV="1">
            <a:off x="928662" y="3857628"/>
            <a:ext cx="3071834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0" y="5780782"/>
            <a:ext cx="4572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Доступ 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переменным возможен только внутри одного и того же класса. Иногда нужно получить к ним доступ вне класса — это можно сделать с помощью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Прямая со стрелкой 14"/>
          <p:cNvCxnSpPr>
            <a:stCxn id="14" idx="0"/>
          </p:cNvCxnSpPr>
          <p:nvPr/>
        </p:nvCxnSpPr>
        <p:spPr>
          <a:xfrm rot="5400000" flipH="1" flipV="1">
            <a:off x="3110365" y="3819081"/>
            <a:ext cx="1137336" cy="2786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rot="16200000" flipV="1">
            <a:off x="4929190" y="5143512"/>
            <a:ext cx="114300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4643438" y="5786454"/>
            <a:ext cx="4500562" cy="9541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Например, в этом конкретном случае можно сбрасывать переменные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answer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answer_ish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(присвоив им значение =""). Это позволит перезапускать программу несколько раз с новыми данными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198</Words>
  <Application>Microsoft Office PowerPoint</Application>
  <PresentationFormat>Экран (4:3)</PresentationFormat>
  <Paragraphs>42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Введение в ООП: базовые алгоритмы</vt:lpstr>
      <vt:lpstr>Дополнительные материалы</vt:lpstr>
      <vt:lpstr>структура класса в языке C#</vt:lpstr>
      <vt:lpstr>Задание 1-3 Решение с помощью ООП </vt:lpstr>
      <vt:lpstr>Задание 1-3 Решение с помощью ООП </vt:lpstr>
      <vt:lpstr>Задание 1-3 Решение с помощью ООП </vt:lpstr>
      <vt:lpstr>Задание 2 Решение с помощью ООП </vt:lpstr>
      <vt:lpstr>Слайд 8</vt:lpstr>
      <vt:lpstr>Задание 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ООП: Линейные алгоритмы</dc:title>
  <dc:creator>user</dc:creator>
  <cp:lastModifiedBy>user</cp:lastModifiedBy>
  <cp:revision>82</cp:revision>
  <dcterms:created xsi:type="dcterms:W3CDTF">2024-02-01T09:49:19Z</dcterms:created>
  <dcterms:modified xsi:type="dcterms:W3CDTF">2026-04-03T23:11:22Z</dcterms:modified>
</cp:coreProperties>
</file>
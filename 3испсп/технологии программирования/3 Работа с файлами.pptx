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ssingdays.gitbooks.io/c-exam/content/14.html" TargetMode="External"/><Relationship Id="rId2" Type="http://schemas.openxmlformats.org/officeDocument/2006/relationships/hyperlink" Target="https://proglib.io/p/samouchitel-po-c-dlya-nachinayushchih-za-30-minut-chast-2-oop-i-kollekcii-2022-03-0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utube.ru/video/c76639a566af6fdb23663f01324912d2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Работа с файлами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 lang="en-US" sz="2400" i="1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ООП и коллекции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2"/>
              </a:rPr>
              <a:t>https://proglib.io/p/samouchitel-po-c-dlya-nachinayushchih-za-30-minut-chast-2-oop-i-kollekcii-2022-03-08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Работа с файлами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3"/>
              </a:rPr>
              <a:t>https://missingdays.gitbooks.io/c-exam/content/14.html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ru-RU" sz="2400" dirty="0" smtClean="0">
              <a:latin typeface="Cambria" pitchFamily="18" charset="0"/>
            </a:endParaRPr>
          </a:p>
          <a:p>
            <a:pPr fontAlgn="base"/>
            <a:r>
              <a:rPr lang="ru-RU" sz="2400" b="1" dirty="0" smtClean="0">
                <a:latin typeface="Cambria" pitchFamily="18" charset="0"/>
              </a:rPr>
              <a:t>Анимация на </a:t>
            </a:r>
            <a:r>
              <a:rPr lang="en-US" sz="2400" b="1" dirty="0" smtClean="0">
                <a:latin typeface="Cambria" pitchFamily="18" charset="0"/>
              </a:rPr>
              <a:t>C# (</a:t>
            </a:r>
            <a:r>
              <a:rPr lang="ru-RU" sz="2400" b="1" dirty="0" smtClean="0">
                <a:latin typeface="Cambria" pitchFamily="18" charset="0"/>
              </a:rPr>
              <a:t>задание </a:t>
            </a:r>
            <a:r>
              <a:rPr lang="en-US" sz="2400" b="1" dirty="0" smtClean="0">
                <a:latin typeface="Cambria" pitchFamily="18" charset="0"/>
              </a:rPr>
              <a:t>2)</a:t>
            </a:r>
            <a:endParaRPr lang="ru-RU" sz="2400" b="1" dirty="0" smtClean="0">
              <a:latin typeface="Cambria" pitchFamily="18" charset="0"/>
            </a:endParaRPr>
          </a:p>
          <a:p>
            <a:pPr fontAlgn="base"/>
            <a:r>
              <a:rPr lang="en-US" sz="2400" b="1" dirty="0" smtClean="0">
                <a:latin typeface="Cambria" pitchFamily="18" charset="0"/>
                <a:hlinkClick r:id="rId4"/>
              </a:rPr>
              <a:t>https://rutube.ru/video/c76639a566af6fdb23663f01324912d2/</a:t>
            </a:r>
            <a:endParaRPr lang="ru-RU" sz="2400" b="1" dirty="0" smtClean="0">
              <a:latin typeface="Cambria" pitchFamily="18" charset="0"/>
            </a:endParaRPr>
          </a:p>
          <a:p>
            <a:pPr fontAlgn="base"/>
            <a:endParaRPr lang="ru-RU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Работа с файлами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857232"/>
            <a:ext cx="4000528" cy="4452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289265" y="5345684"/>
            <a:ext cx="4068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Примерный внешний вид приложения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14812" y="642918"/>
            <a:ext cx="4529188" cy="79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3995" y="1500174"/>
            <a:ext cx="4350005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Прямая со стрелкой 11"/>
          <p:cNvCxnSpPr>
            <a:stCxn id="10" idx="1"/>
          </p:cNvCxnSpPr>
          <p:nvPr/>
        </p:nvCxnSpPr>
        <p:spPr>
          <a:xfrm rot="10800000" flipV="1">
            <a:off x="3428992" y="1038092"/>
            <a:ext cx="1185820" cy="274809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11" idx="1"/>
          </p:cNvCxnSpPr>
          <p:nvPr/>
        </p:nvCxnSpPr>
        <p:spPr>
          <a:xfrm rot="10800000" flipV="1">
            <a:off x="4000497" y="2428868"/>
            <a:ext cx="793499" cy="18573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62520" y="3643314"/>
            <a:ext cx="4181480" cy="113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stCxn id="1027" idx="1"/>
          </p:cNvCxnSpPr>
          <p:nvPr/>
        </p:nvCxnSpPr>
        <p:spPr>
          <a:xfrm rot="10800000" flipV="1">
            <a:off x="4000496" y="4208910"/>
            <a:ext cx="962024" cy="72028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-32" y="58578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b="1" i="1" dirty="0" smtClean="0">
                <a:latin typeface="Cambria" pitchFamily="18" charset="0"/>
              </a:rPr>
              <a:t>Примечание</a:t>
            </a:r>
            <a:r>
              <a:rPr lang="ru-RU" i="1" dirty="0" smtClean="0">
                <a:latin typeface="Cambria" pitchFamily="18" charset="0"/>
              </a:rPr>
              <a:t>: для удаления можно открыть файл на чтение и на запись одновременно. Можно прочитать все строки, кроме удаленной, записать результат в переменную и перезаписать файл после окончания чтения.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962525" cy="331470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4357694"/>
            <a:ext cx="7391400" cy="1323975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cxnSp>
        <p:nvCxnSpPr>
          <p:cNvPr id="10" name="Shape 9"/>
          <p:cNvCxnSpPr>
            <a:stCxn id="2050" idx="3"/>
            <a:endCxn id="2051" idx="0"/>
          </p:cNvCxnSpPr>
          <p:nvPr/>
        </p:nvCxnSpPr>
        <p:spPr>
          <a:xfrm>
            <a:off x="4962525" y="2586020"/>
            <a:ext cx="376217" cy="1771674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-32" y="600076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b="1" i="1" dirty="0" smtClean="0">
                <a:latin typeface="Cambria" pitchFamily="18" charset="0"/>
              </a:rPr>
              <a:t>Примечание</a:t>
            </a:r>
            <a:r>
              <a:rPr lang="ru-RU" i="1" dirty="0" smtClean="0">
                <a:latin typeface="Cambria" pitchFamily="18" charset="0"/>
              </a:rPr>
              <a:t>: для дальнейший работы каждую строку в файле можно разбить на смысловые части и записать их в коллекцию, где каждая строка – объект класса.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4638675" cy="402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Работа с изображениями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43042" y="5429264"/>
            <a:ext cx="1759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Основной класс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500694" y="2285992"/>
            <a:ext cx="3643306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Дополнительная возможность: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Модификация пикселей. После загрузки изображения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получить доступ и изменить отдельные данные пикселей с помощью методов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GetPixel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 flipV="1">
            <a:off x="4143372" y="3301655"/>
            <a:ext cx="1357322" cy="559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Работа с изображениями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15074" y="857232"/>
            <a:ext cx="292892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PictureBox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695965" cy="4604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 flipV="1">
            <a:off x="1357290" y="1214422"/>
            <a:ext cx="4857784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1500166" y="1214422"/>
            <a:ext cx="4714908" cy="200026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428596" y="3571876"/>
            <a:ext cx="6215106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6000760" y="1857364"/>
            <a:ext cx="2928942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Timer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Forms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C#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компонент для запуска действий, повторяющихся через определённый промежуток времени.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81575" y="4357694"/>
            <a:ext cx="4162425" cy="1924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stCxn id="23555" idx="1"/>
          </p:cNvCxnSpPr>
          <p:nvPr/>
        </p:nvCxnSpPr>
        <p:spPr>
          <a:xfrm rot="10800000">
            <a:off x="500035" y="5286389"/>
            <a:ext cx="4481541" cy="333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642918"/>
            <a:ext cx="5915025" cy="39147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2430288" y="4572008"/>
            <a:ext cx="4070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Общий шаблон класса представления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1928802"/>
            <a:ext cx="9144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получения размеров одного кадра необходимо разделить полотно на нужное количество кадров (и по ширине, и по высоте). Код для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PlayAnim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9638" y="3124200"/>
            <a:ext cx="73247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143240" y="3714752"/>
            <a:ext cx="2225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dirty="0" smtClean="0">
                <a:latin typeface="Cambria" pitchFamily="18" charset="0"/>
              </a:rPr>
              <a:t>Настройка таймера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786322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2400" dirty="0" smtClean="0">
                <a:latin typeface="Cambria" pitchFamily="18" charset="0"/>
              </a:rPr>
              <a:t>Для работы функции </a:t>
            </a:r>
            <a:r>
              <a:rPr lang="en-US" sz="2400" b="1" dirty="0" smtClean="0">
                <a:latin typeface="Cambria" pitchFamily="18" charset="0"/>
              </a:rPr>
              <a:t>update</a:t>
            </a:r>
            <a:r>
              <a:rPr lang="ru-RU" sz="2400" dirty="0" smtClean="0">
                <a:latin typeface="Cambria" pitchFamily="18" charset="0"/>
              </a:rPr>
              <a:t> и </a:t>
            </a:r>
            <a:r>
              <a:rPr lang="en-US" sz="2400" b="1" dirty="0" err="1" smtClean="0">
                <a:latin typeface="Cambria" pitchFamily="18" charset="0"/>
              </a:rPr>
              <a:t>PlayAnim</a:t>
            </a:r>
            <a:r>
              <a:rPr lang="ru-RU" sz="2400" dirty="0" smtClean="0">
                <a:latin typeface="Cambria" pitchFamily="18" charset="0"/>
              </a:rPr>
              <a:t> также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необходимо создать переменную счетчика кадров </a:t>
            </a:r>
            <a:r>
              <a:rPr lang="en-US" sz="2400" b="1" dirty="0" err="1" smtClean="0">
                <a:latin typeface="Cambria" pitchFamily="18" charset="0"/>
              </a:rPr>
              <a:t>CurrFrame</a:t>
            </a:r>
            <a:r>
              <a:rPr lang="en-US" sz="2400" dirty="0" smtClean="0">
                <a:latin typeface="Cambria" pitchFamily="18" charset="0"/>
              </a:rPr>
              <a:t>. </a:t>
            </a:r>
            <a:r>
              <a:rPr lang="ru-RU" sz="2400" dirty="0" smtClean="0">
                <a:latin typeface="Cambria" pitchFamily="18" charset="0"/>
              </a:rPr>
              <a:t>Ее увеличение происходит в функции </a:t>
            </a:r>
            <a:r>
              <a:rPr lang="en-US" sz="2400" b="1" dirty="0" smtClean="0">
                <a:latin typeface="Cambria" pitchFamily="18" charset="0"/>
              </a:rPr>
              <a:t>update</a:t>
            </a:r>
            <a:r>
              <a:rPr lang="en-US" sz="2400" dirty="0" smtClean="0">
                <a:latin typeface="Cambria" pitchFamily="18" charset="0"/>
              </a:rPr>
              <a:t>. </a:t>
            </a:r>
            <a:r>
              <a:rPr lang="ru-RU" sz="2400" dirty="0" smtClean="0">
                <a:latin typeface="Cambria" pitchFamily="18" charset="0"/>
              </a:rPr>
              <a:t>Там же необходимо прописать проверку условия достижения последнего кадра.</a:t>
            </a:r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205</Words>
  <Application>Microsoft Office PowerPoint</Application>
  <PresentationFormat>Экран (4:3)</PresentationFormat>
  <Paragraphs>29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Работа с файлами</vt:lpstr>
      <vt:lpstr>Дополнительные материалы</vt:lpstr>
      <vt:lpstr>Работа с файлами</vt:lpstr>
      <vt:lpstr>Задание 1 </vt:lpstr>
      <vt:lpstr>Работа с изображениями </vt:lpstr>
      <vt:lpstr>Работа с изображениями</vt:lpstr>
      <vt:lpstr>Задание 2 </vt:lpstr>
      <vt:lpstr>Задание 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102</cp:revision>
  <dcterms:created xsi:type="dcterms:W3CDTF">2024-02-01T09:49:19Z</dcterms:created>
  <dcterms:modified xsi:type="dcterms:W3CDTF">2026-04-03T23:32:28Z</dcterms:modified>
</cp:coreProperties>
</file>
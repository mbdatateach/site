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FD33-EE0E-472E-829B-4AC3DBDB7554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Мини-проект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базовом случае программисту необходимо разделить логику программы на две части: модель и представление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Model-View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Модель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содержит данные и логику их обработки, отвечает за управление состоянием приложения, выполнение операций над данными.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Представление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отображает данные модели пользователю, обновляет свое состояние в зависимости от работы модели (или пользовательского ввода), может принимать данные от пользователя и отправлять их в модель для дальнейшей обработки.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071678"/>
            <a:ext cx="8298996" cy="3843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2928926" y="6000768"/>
            <a:ext cx="3106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Примерный </a:t>
            </a:r>
            <a:r>
              <a:rPr lang="ru-RU" i="1" dirty="0" smtClean="0">
                <a:latin typeface="Cambria" pitchFamily="18" charset="0"/>
              </a:rPr>
              <a:t>мини-проекта 1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Рисование фигур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14950"/>
            <a:ext cx="3618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Примерный внешний вид задания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424666" cy="42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06621" y="1571612"/>
            <a:ext cx="3537379" cy="3395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786314" y="857232"/>
            <a:ext cx="292892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PictureBox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>
            <a:stCxn id="9" idx="2"/>
          </p:cNvCxnSpPr>
          <p:nvPr/>
        </p:nvCxnSpPr>
        <p:spPr>
          <a:xfrm rot="16200000" flipH="1">
            <a:off x="5667491" y="1809849"/>
            <a:ext cx="2202438" cy="103586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Рисование фигур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43525"/>
            <a:ext cx="63341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2516638"/>
            <a:ext cx="2643174" cy="434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5122" idx="0"/>
            <a:endCxn id="5123" idx="1"/>
          </p:cNvCxnSpPr>
          <p:nvPr/>
        </p:nvCxnSpPr>
        <p:spPr>
          <a:xfrm rot="5400000" flipH="1" flipV="1">
            <a:off x="4505841" y="3348541"/>
            <a:ext cx="656206" cy="33337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0" y="571480"/>
            <a:ext cx="91440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в C# объявляется с ключевым словом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Такой класс имеет следующие правила: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нельзя создавать экземпляры (объекты) абстрактного класса;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может содержать как абстрактные методы/свойства, так и обычные;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классе-наследнике должны быть реализованы все абстрактные методы и свойства, объявленные в базовом классе.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Абстрактный метод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— это метод, который не имеет своей реализации в базовом классе, но он должен быть реализован в классе-наследнике. Абстрактный метод может быть объявлен только в абстрактном классе.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0" y="2571744"/>
            <a:ext cx="5429256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Объявление абстрактного метода происходит при помощи ключевого слова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при этом фигурные скобки опускаются, точка с запятой ставится после заголовка метода.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Реализация абстрактного метода в классе-наследнике происходит так же, как и переопределение метода, при помощи ключевого слова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Рисование фигур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4451594" cy="61070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8" name="Picture 4" descr="https://c-sharp.pro/wp-content/uploads/2018/03/%D0%9A%D0%BE%D1%80%D0%B0%D0%B1%D0%BB%D0%B8%D0%B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3409" y="1500174"/>
            <a:ext cx="4830591" cy="2681274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4857752" y="4214818"/>
            <a:ext cx="4017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Рисование на форме в </a:t>
            </a:r>
            <a:r>
              <a:rPr lang="ru-RU" i="1" dirty="0" err="1" smtClean="0">
                <a:latin typeface="Cambria" pitchFamily="18" charset="0"/>
              </a:rPr>
              <a:t>Windows</a:t>
            </a:r>
            <a:r>
              <a:rPr lang="ru-RU" i="1" dirty="0" smtClean="0">
                <a:latin typeface="Cambria" pitchFamily="18" charset="0"/>
              </a:rPr>
              <a:t> </a:t>
            </a:r>
            <a:r>
              <a:rPr lang="ru-RU" i="1" dirty="0" err="1" smtClean="0">
                <a:latin typeface="Cambria" pitchFamily="18" charset="0"/>
              </a:rPr>
              <a:t>Forms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Поиск предметов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4786303" cy="29682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643042" y="4071942"/>
            <a:ext cx="2221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Шаблон класса </a:t>
            </a:r>
            <a:r>
              <a:rPr lang="en-US" i="1" dirty="0" smtClean="0">
                <a:latin typeface="Cambria" pitchFamily="18" charset="0"/>
              </a:rPr>
              <a:t>Item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429125" y="6286520"/>
            <a:ext cx="47148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i="1" dirty="0" smtClean="0">
                <a:latin typeface="Cambria" pitchFamily="18" charset="0"/>
              </a:rPr>
              <a:t>Вариант </a:t>
            </a:r>
            <a:r>
              <a:rPr lang="ru-RU" i="1" dirty="0" smtClean="0">
                <a:latin typeface="Cambria" pitchFamily="18" charset="0"/>
              </a:rPr>
              <a:t>интерфейсной </a:t>
            </a:r>
            <a:r>
              <a:rPr lang="ru-RU" i="1" dirty="0" smtClean="0">
                <a:latin typeface="Cambria" pitchFamily="18" charset="0"/>
              </a:rPr>
              <a:t>части мини-проекта 2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2928934"/>
            <a:ext cx="4714876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072074"/>
            <a:ext cx="4286248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786454"/>
            <a:ext cx="4368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Начало обработчика клика на картинку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286380" y="1071546"/>
            <a:ext cx="385762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можете использовать любые фоны и объекты (в т.ч. Из сети Интернет)</a:t>
            </a: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Поиск предметов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 descr="https://allsoft.ru/upload/screenshots/24a/24a1a30c54f96fd143e159f8eec4425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4762512" cy="3571884"/>
          </a:xfrm>
          <a:prstGeom prst="rect">
            <a:avLst/>
          </a:prstGeom>
          <a:noFill/>
        </p:spPr>
      </p:pic>
      <p:pic>
        <p:nvPicPr>
          <p:cNvPr id="2052" name="Picture 4" descr="https://sun9-14.userapi.com/impf/Jxscdm3o1JMWi3UhdSEe1yZeag-b6IUj4k691g/ugbKjrS_u2Y.jpg?size=1771x997&amp;quality=96&amp;proxy=1&amp;sign=1bd19de7f69f0176fd4a48afb68aab39&amp;type=alb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06763" y="3571876"/>
            <a:ext cx="5837237" cy="3286124"/>
          </a:xfrm>
          <a:prstGeom prst="rect">
            <a:avLst/>
          </a:prstGeom>
          <a:noFill/>
        </p:spPr>
      </p:pic>
      <p:sp>
        <p:nvSpPr>
          <p:cNvPr id="12" name="Прямоугольник 11"/>
          <p:cNvSpPr/>
          <p:nvPr/>
        </p:nvSpPr>
        <p:spPr>
          <a:xfrm>
            <a:off x="1214414" y="4286256"/>
            <a:ext cx="1790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Тайны города </a:t>
            </a:r>
            <a:r>
              <a:rPr lang="en-US" i="1" dirty="0" smtClean="0">
                <a:latin typeface="Cambria" pitchFamily="18" charset="0"/>
              </a:rPr>
              <a:t>N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500694" y="3214686"/>
            <a:ext cx="2547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Рождественская песнь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857752" y="928670"/>
            <a:ext cx="4286248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«Поиск предметов»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(англ.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Hidden object game, Hidden picture, Hidden object game adventure, HOPA) —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поджанр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игр-головоломок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которых игрок должен находить предметы из списка, скрытые на уровне.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4929198"/>
            <a:ext cx="321467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Предметы, как правило, замаскированы в окружающей обстановке, а сама обстановка задумана так, чтобы найти их было сложнее.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292</Words>
  <Application>Microsoft Office PowerPoint</Application>
  <PresentationFormat>Экран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Мини-проект</vt:lpstr>
      <vt:lpstr>Слайд 2</vt:lpstr>
      <vt:lpstr>Слайд 3</vt:lpstr>
      <vt:lpstr>Рисование фигур </vt:lpstr>
      <vt:lpstr>Рисование фигур </vt:lpstr>
      <vt:lpstr>Рисование фигур </vt:lpstr>
      <vt:lpstr>Поиск предметов </vt:lpstr>
      <vt:lpstr>Поиск предметов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2026-03-12T15:25:37Z</dcterms:created>
  <dcterms:modified xsi:type="dcterms:W3CDTF">2026-04-06T18:08:34Z</dcterms:modified>
</cp:coreProperties>
</file>
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F2F08-77E9-4D5A-BDFB-DF2633486EF0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tanit.com/sharp/aspnet6/11.1.php?ysclid=mmb0fc7mgh55599540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tepik.org/lesson/1253156/step/1?unit=1267076" TargetMode="External"/><Relationship Id="rId2" Type="http://schemas.openxmlformats.org/officeDocument/2006/relationships/hyperlink" Target="https://telegrambots.github.io/book/1/quickstart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isk.yandex.ru/i/m--e7LQFAFgBlQ" TargetMode="External"/><Relationship Id="rId2" Type="http://schemas.openxmlformats.org/officeDocument/2006/relationships/hyperlink" Target="https://metanit.com/sharp/tutorial/3.46.php?ysclid=mmb1rpxbus531260456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metanit.com/sharp/patterns/1.1.php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to/kevinwalker/nunit-vs-xunit-vs-mstest-differences-between-them-33mm?ysclid=mn0q193ek2615718352" TargetMode="External"/><Relationship Id="rId2" Type="http://schemas.openxmlformats.org/officeDocument/2006/relationships/hyperlink" Target="https://metanit.com/sharp/tutorial/9.3.php?ysclid=mmz0sc7smi533010303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metanit.com/sharp/tutorial/21.1.php?ysclid=mn0qnn23lo303952396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Паттерны</a:t>
            </a:r>
            <a:r>
              <a:rPr lang="en-US" dirty="0" smtClean="0"/>
              <a:t>,</a:t>
            </a:r>
            <a:r>
              <a:rPr lang="ru-RU" dirty="0" smtClean="0"/>
              <a:t> проекты</a:t>
            </a:r>
            <a:r>
              <a:rPr lang="en-US" dirty="0" smtClean="0"/>
              <a:t>, </a:t>
            </a:r>
            <a:r>
              <a:rPr lang="ru-RU" dirty="0" smtClean="0"/>
              <a:t>интеграция с другими языками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5429256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ASP.NET расширяет платформу .NET инструментами и библиотеками, специально предназначенными для создания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веб-приложений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Вот некоторые вещи, которые ASP.NET добавляет к платформе .NET: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Базовая структура для обработки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веб-запросов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на C# или F#.</a:t>
            </a:r>
          </a:p>
          <a:p>
            <a:pPr algn="just">
              <a:buFont typeface="Arial" pitchFamily="34" charset="0"/>
              <a:buChar char="•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Синтаксис шаблонов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веб-страниц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известный как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Razor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для создания динамических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веб-страниц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 использованием C#</a:t>
            </a:r>
          </a:p>
          <a:p>
            <a:pPr algn="just">
              <a:buFont typeface="Arial" pitchFamily="34" charset="0"/>
              <a:buChar char="•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Библиотеки для распространенных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веб-шаблонов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например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View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Controller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(модель — представление — контроллер)</a:t>
            </a:r>
          </a:p>
          <a:p>
            <a:pPr algn="just">
              <a:buFont typeface="Arial" pitchFamily="34" charset="0"/>
              <a:buChar char="•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Система проверки подлинности, включающая библиотеки, базу данных и страницы шаблонов для обработки входов в систему, включая многофакторную проверку подлинности и внешнюю проверку подлинности с помощью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X и т. д.</a:t>
            </a:r>
          </a:p>
          <a:p>
            <a:pPr algn="just">
              <a:buFont typeface="Arial" pitchFamily="34" charset="0"/>
              <a:buChar char="•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Расширения редактора, обеспечивающие подсветку синтаксиса, завершение кода и другие функции, специально предназначенные для разработки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веб-страниц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https://ucarecdn.stepik.net/5ef73d84-0a5d-44c3-b576-1ca640fd4dfe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8325" y="0"/>
            <a:ext cx="3495675" cy="4781551"/>
          </a:xfrm>
          <a:prstGeom prst="rect">
            <a:avLst/>
          </a:prstGeom>
          <a:noFill/>
        </p:spPr>
      </p:pic>
      <p:pic>
        <p:nvPicPr>
          <p:cNvPr id="1028" name="Picture 4" descr="https://ucarecdn.stepik.net/6a1090f1-2d06-4dee-bd54-e1af47656d08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5450" y="4591049"/>
            <a:ext cx="3638550" cy="2266951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0" y="6000768"/>
            <a:ext cx="5429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https://metanit.com/sharp/aspnet6/11.1.php?ysclid=mmb0fc7mgh555995401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https://telegrambots.github.io/book/1/quickstart.html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https://stepik.org/lesson/1253156/step/1?unit=1267076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2" name="Picture 2" descr="https://ucarecdn.stepik.net/1f6f10d9-b67a-49af-8e9d-2a9a206ae0d9/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95850" y="2214554"/>
            <a:ext cx="4248150" cy="2409826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0" y="1285860"/>
            <a:ext cx="4572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Ключевые шаги разработки: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Создать бота у @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BotFather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получить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токен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Создать проект на C# (.NET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Console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App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Web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API).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Установить библиотеку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Telegram.Bot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Написать код, который обрабатывает сообщения.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Запустить программу и проверить работу бота.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Подключение к </a:t>
            </a:r>
            <a:r>
              <a:rPr lang="ru-RU" b="1" dirty="0" err="1" smtClean="0"/>
              <a:t>веб-сервису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86225" y="3000372"/>
            <a:ext cx="5057775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000108"/>
            <a:ext cx="40957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hape 7"/>
          <p:cNvCxnSpPr>
            <a:stCxn id="1029" idx="2"/>
            <a:endCxn id="1028" idx="1"/>
          </p:cNvCxnSpPr>
          <p:nvPr/>
        </p:nvCxnSpPr>
        <p:spPr>
          <a:xfrm rot="16200000" flipH="1">
            <a:off x="2588397" y="3283719"/>
            <a:ext cx="1314464" cy="1681192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6314" y="1571612"/>
            <a:ext cx="4101527" cy="10715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5090686" y="2643182"/>
            <a:ext cx="35532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Создание объекта класса сервиса</a:t>
            </a:r>
            <a:endParaRPr lang="ru-RU" b="1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5072074"/>
            <a:ext cx="4224976" cy="1428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 err="1" smtClean="0"/>
              <a:t>alglib</a:t>
            </a:r>
            <a:r>
              <a:rPr lang="en-US" sz="3200" dirty="0" smtClean="0"/>
              <a:t>:</a:t>
            </a:r>
            <a:r>
              <a:rPr lang="ru-RU" sz="3200" dirty="0" smtClean="0"/>
              <a:t>Подключение библиотеки к проекту</a:t>
            </a:r>
            <a:endParaRPr lang="ru-RU" sz="32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285860"/>
            <a:ext cx="4276725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554" y="3214686"/>
            <a:ext cx="4323555" cy="3224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10800000" flipV="1">
            <a:off x="3857620" y="1643050"/>
            <a:ext cx="2643206" cy="207170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6500826" y="1643050"/>
            <a:ext cx="1500198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29322" y="714356"/>
            <a:ext cx="2881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Вот здесь нужно найти ссылку на файл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alglibnet2.dll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DLL</a:t>
            </a:r>
          </a:p>
          <a:p>
            <a:pPr algn="ctr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https://metanit.com/sharp/tutorial/3.46.php?ysclid=mmb1rpxbus531260456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Как импортировать DLL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https://disk.yandex.ru/i/m--e7LQFAFgBlQ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7224" y="1928802"/>
            <a:ext cx="7397459" cy="4929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14414" y="857232"/>
            <a:ext cx="71272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https://metanit.com/sharp/patterns/1.1.php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Паттерны проектирования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2274838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Паттерны проектирования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 (шаблоны проектирования) — это типовые решения часто встречающихся задач при создании программного обеспечения. Они не описывают готовый код — задают структуру взаимодействия объектов, классов и методов, чтобы решать задачи повторяемым и проверенным способом.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643438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928934"/>
            <a:ext cx="4643438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91075" y="28575"/>
            <a:ext cx="4352925" cy="5400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86446" y="4766541"/>
            <a:ext cx="3357554" cy="209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214422"/>
            <a:ext cx="91440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Использование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IronPython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в .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NET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https://metanit.com/sharp/tutorial/9.3.php?ysclid=mmz0sc7smi533010303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Фреймоврки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для тестирования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https://dev.to/kevinwalker/nunit-vs-xunit-vs-mstest-differences-between-them-33mm?ysclid=mn0q193ek2615718352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C#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Службы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https://metanit.com/sharp/tutorial/21.1.php?ysclid=mn0qnn23lo303952396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un9-66.userapi.com/s/v1/ig2/tJNH781-gNrHhVJJOMktGVPoDIMMCOx1AtqikQpdXooLn8I17j88VgC0W1GcIZ7Pft1x5B9HkrYC0vTYmclnvK-o.jpg?quality=95&amp;as=32x25,48x38,72x57,108x85,160x126,240x190,360x284,438x346&amp;from=bu&amp;cs=438x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516416" cy="4357718"/>
          </a:xfrm>
          <a:prstGeom prst="rect">
            <a:avLst/>
          </a:prstGeom>
          <a:noFill/>
        </p:spPr>
      </p:pic>
      <p:pic>
        <p:nvPicPr>
          <p:cNvPr id="1028" name="Picture 4" descr="https://sun9-66.userapi.com/s/v1/ig2/gl1iZKlmyjGsM87l_Fw73tkC7Gz6P6eoUqapAd8vS7aLkKpCHDYKKTYNeG_nxu-r4i7-KCK3k3DgyKDRqcGQ3_Gb.jpg?quality=95&amp;as=32x14,48x22,72x33,108x49,160x72,240x108,360x163,480x217,540x244,640x289,715x323&amp;from=bu&amp;cs=715x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33625" y="3781425"/>
            <a:ext cx="6810375" cy="3076575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4786322"/>
            <a:ext cx="2357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pip install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pythonnet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Прямая со стрелкой 5"/>
          <p:cNvCxnSpPr>
            <a:stCxn id="4" idx="0"/>
          </p:cNvCxnSpPr>
          <p:nvPr/>
        </p:nvCxnSpPr>
        <p:spPr>
          <a:xfrm rot="5400000" flipH="1" flipV="1">
            <a:off x="1375161" y="3804062"/>
            <a:ext cx="785818" cy="117870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https://sun9-36.userapi.com/s/v1/ig2/uiX0L1GMSUDMpuqNjkIBCn2-jhGXk1i1F18t767YxjAB5n4N5v2wZa81Dp-9neUOfltcPipGORmRWONI3BVUy687.jpg?quality=95&amp;as=32x20,48x30,72x44,108x66,160x98,240x148,360x221,480x295,540x332,640x394,720x443,751x462&amp;from=bu&amp;cs=751x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63526" y="1"/>
            <a:ext cx="4180473" cy="2571743"/>
          </a:xfrm>
          <a:prstGeom prst="rect">
            <a:avLst/>
          </a:prstGeom>
          <a:noFill/>
        </p:spPr>
      </p:pic>
      <p:sp>
        <p:nvSpPr>
          <p:cNvPr id="8" name="Прямоугольник 7"/>
          <p:cNvSpPr/>
          <p:nvPr/>
        </p:nvSpPr>
        <p:spPr>
          <a:xfrm>
            <a:off x="2643174" y="0"/>
            <a:ext cx="23574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DLL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072198" y="2571744"/>
            <a:ext cx="23574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DLL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создается через библиотеку классов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16437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4" y="3460763"/>
            <a:ext cx="5072066" cy="339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3143240" y="0"/>
            <a:ext cx="23574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COM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85860"/>
            <a:ext cx="3571868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75" y="0"/>
            <a:ext cx="55721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642910" y="0"/>
            <a:ext cx="23574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WEB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28662" y="0"/>
            <a:ext cx="62865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Вызов Питона из файла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C#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58" name="Picture 2" descr="https://sun4-21.userapi.com/s/v1/ig2/AXY4AC8Vik38Put6tyvAYLfg82VjRjBa3RHlYZanjyn51ukYwHKKPQO8ZZPlwCQ06_29MRBjXpj98Oi-3YkDLGkj.jpg?quality=95&amp;as=32x46,48x70,72x104,108x157,160x232,240x348,360x522,480x696,528x766&amp;from=bu&amp;cs=528x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714356"/>
            <a:ext cx="5029200" cy="61436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572164" cy="5394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555" y="4260285"/>
            <a:ext cx="5786446" cy="2597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2643174" y="0"/>
            <a:ext cx="51435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Вызов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C#-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файла из Питон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4714876" cy="1340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" y="2285992"/>
            <a:ext cx="4885355" cy="4572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4786314" y="571480"/>
            <a:ext cx="435768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Arrange: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создали экземпляр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Calculator,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задали входные числа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указали ожидаемый результат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expected.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Act: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вызвали метод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аргументами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сохранили результат в переменную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result.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Assert: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проверили, что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result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равен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expected (8 = 8).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071670" y="0"/>
            <a:ext cx="51435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Тестирование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29190" y="3305175"/>
            <a:ext cx="3800475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331</Words>
  <Application>Microsoft Office PowerPoint</Application>
  <PresentationFormat>Экран (4:3)</PresentationFormat>
  <Paragraphs>53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Паттерны, проекты, интеграция с другими языками</vt:lpstr>
      <vt:lpstr>Слайд 2</vt:lpstr>
      <vt:lpstr>Слайд 3</vt:lpstr>
      <vt:lpstr>Подключение к веб-сервису</vt:lpstr>
      <vt:lpstr>alglib:Подключение библиотеки к проекту</vt:lpstr>
      <vt:lpstr>Слайд 6</vt:lpstr>
      <vt:lpstr>Слайд 7</vt:lpstr>
      <vt:lpstr>Слайд 8</vt:lpstr>
      <vt:lpstr>Дополнительные материалы</vt:lpstr>
      <vt:lpstr>Слайд 10</vt:lpstr>
      <vt:lpstr>Слайд 11</vt:lpstr>
      <vt:lpstr>Слайд 12</vt:lpstr>
      <vt:lpstr>Слайд 13</vt:lpstr>
      <vt:lpstr>Слайд 14</vt:lpstr>
      <vt:lpstr>Слайд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15</cp:revision>
  <dcterms:created xsi:type="dcterms:W3CDTF">2026-03-03T19:32:17Z</dcterms:created>
  <dcterms:modified xsi:type="dcterms:W3CDTF">2026-04-03T23:02:05Z</dcterms:modified>
</cp:coreProperties>
</file>
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  <p:sldId id="264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917C5-37CB-42E7-BB65-BAEA85CEF70E}" type="datetimeFigureOut">
              <a:rPr lang="ru-RU" smtClean="0"/>
              <a:pPr/>
              <a:t>16.02.2026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E4BA9A-FE03-4B2B-AC76-F8CA3926FFC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c-sharp/c-vs-c-sharp/?ysclid=mllbnme7tm725382624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Введение в C# и .NET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dirty="0" smtClean="0"/>
              <a:t>Различия между С++ и </a:t>
            </a:r>
            <a:r>
              <a:rPr lang="en-US" dirty="0" smtClean="0"/>
              <a:t>C#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857892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hlinkClick r:id="rId2"/>
              </a:rPr>
              <a:t>https://www.geeksforgeeks.org/c-sharp/c-vs-c-sharp/?ysclid=mllbnme7tm725382624</a:t>
            </a:r>
            <a:endParaRPr lang="en-US" b="1" dirty="0" smtClean="0"/>
          </a:p>
          <a:p>
            <a:pPr algn="ctr"/>
            <a:endParaRPr lang="ru-RU" b="1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0" y="857232"/>
          <a:ext cx="9144000" cy="475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166"/>
                <a:gridCol w="3143272"/>
                <a:gridCol w="4500562"/>
              </a:tblGrid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Признаки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C++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C#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Память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В C++ управление памятью выполняется программистом вручную. Если программист создает объект, то он несет ответственность за уничтожение этого объекта после завершения задачи, связанной с этим объектом.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В C# управление памятью выполняется автоматически сборщиком мусора. Если программист создает объект и после завершения задачи, связанной с этим объектом, сборщик мусора автоматически удалит этот объект.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Указатели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В C++ указатели можно использовать в любом месте программы.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В C# указатели можно использовать только в небезопасном режиме.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Компиляция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Код на C++ преобразуется в машинный код непосредственно после компиляции. 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 smtClean="0">
                          <a:latin typeface="Times New Roman" pitchFamily="18" charset="0"/>
                          <a:cs typeface="Times New Roman" pitchFamily="18" charset="0"/>
                        </a:rPr>
                        <a:t>Код на C# преобразуется в код на промежуточном языке после компиляции.</a:t>
                      </a:r>
                      <a:endParaRPr lang="ru-RU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4857752" cy="283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9460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62628" y="0"/>
            <a:ext cx="3381372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9461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24000" y="4314825"/>
            <a:ext cx="7620000" cy="254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9463" name="Picture 7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0" y="3214686"/>
            <a:ext cx="1857375" cy="212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9466" name="Picture 10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3428992" y="2285992"/>
            <a:ext cx="2071702" cy="24010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48" y="1571612"/>
            <a:ext cx="7368792" cy="39290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5380672"/>
            <a:ext cx="9144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Программа видит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using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System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 и «подгружает» нужные инструменты (в данном случае — возможность выводить текст).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Она «входит» в пространство имён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MyFirstApp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чтобы знать, где находится наш код.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Находит класс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Program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внутри него — метод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Main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Выполняет код внутри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Main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(), то есть выводит на экран «Привет, мир!».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57200" y="-24"/>
            <a:ext cx="8229600" cy="1143000"/>
          </a:xfrm>
          <a:prstGeom prst="rect">
            <a:avLst/>
          </a:prstGeom>
        </p:spPr>
        <p:txBody>
          <a:bodyPr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Базовый проект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Ввод‑вывод</a:t>
            </a:r>
            <a:r>
              <a:rPr lang="ru-RU" dirty="0" smtClean="0"/>
              <a:t> в консольном приложении</a:t>
            </a: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1214423"/>
            <a:ext cx="5795901" cy="5643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Ввод‑вывод</a:t>
            </a:r>
            <a:r>
              <a:rPr lang="ru-RU" dirty="0" smtClean="0"/>
              <a:t> в консольном приложении</a:t>
            </a:r>
            <a:endParaRPr lang="ru-RU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4414" y="1135536"/>
            <a:ext cx="6215073" cy="5722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000108"/>
            <a:ext cx="4857751" cy="5429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err="1" smtClean="0"/>
              <a:t>Ввод‑вывод</a:t>
            </a:r>
            <a:r>
              <a:rPr lang="ru-RU" dirty="0" smtClean="0"/>
              <a:t> в </a:t>
            </a:r>
            <a:r>
              <a:rPr lang="en-US" dirty="0" err="1" smtClean="0"/>
              <a:t>WinForms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72000" y="2071678"/>
            <a:ext cx="4572000" cy="33187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785794"/>
            <a:ext cx="9144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using System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namespace </a:t>
            </a:r>
            <a:r>
              <a:rPr lang="en-US" sz="2800" dirty="0" err="1" smtClean="0">
                <a:latin typeface="Courier New" pitchFamily="49" charset="0"/>
                <a:cs typeface="Courier New" pitchFamily="49" charset="0"/>
              </a:rPr>
              <a:t>MyApp</a:t>
            </a:r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{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class Program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static void Main()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{ </a:t>
            </a:r>
          </a:p>
          <a:p>
            <a:pPr algn="just"/>
            <a:r>
              <a:rPr lang="en-US" sz="2800" dirty="0" err="1" smtClean="0">
                <a:latin typeface="Courier New" pitchFamily="49" charset="0"/>
                <a:cs typeface="Courier New" pitchFamily="49" charset="0"/>
              </a:rPr>
              <a:t>Console.WriteLine</a:t>
            </a:r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("Hello, World!")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} </a:t>
            </a:r>
          </a:p>
          <a:p>
            <a:pPr algn="just"/>
            <a:r>
              <a:rPr lang="en-US" sz="2800" dirty="0" smtClean="0">
                <a:latin typeface="Courier New" pitchFamily="49" charset="0"/>
                <a:cs typeface="Courier New" pitchFamily="49" charset="0"/>
              </a:rPr>
              <a:t>}</a:t>
            </a:r>
            <a:endParaRPr lang="ru-RU" sz="2800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Program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{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public static void Main(string[]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)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{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Console.WriteLine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("Hello World!");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Console.Write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("Press any key to continue . . . ");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Console.ReadKey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(true);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}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}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/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class Launcher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{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public static void Main(string[]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)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{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Console.WriteLine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("Hello Launcher!");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Console.Write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("Press any key to continue . . . ");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Console.ReadKey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(true);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}</a:t>
            </a:r>
            <a:br>
              <a:rPr lang="en-US" sz="2000" dirty="0" smtClean="0">
                <a:latin typeface="Courier New" pitchFamily="49" charset="0"/>
                <a:cs typeface="Courier New" pitchFamily="49" charset="0"/>
              </a:rPr>
            </a:b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}</a:t>
            </a:r>
            <a:endParaRPr lang="ru-RU" sz="2000" dirty="0" smtClean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5934670"/>
            <a:ext cx="914400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Решение: найдите в файле *.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csproj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строку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OutputType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&gt;Exe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&lt;/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OutputType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&gt;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добавьте под ней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StartupObject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&gt;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test_class.Launcher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&lt;/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StartupObject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&gt;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где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test_class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– название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namespace.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262</Words>
  <Application>Microsoft Office PowerPoint</Application>
  <PresentationFormat>Экран (4:3)</PresentationFormat>
  <Paragraphs>34</Paragraphs>
  <Slides>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Тема Office</vt:lpstr>
      <vt:lpstr>Введение в C# и .NET</vt:lpstr>
      <vt:lpstr>Различия между С++ и C#</vt:lpstr>
      <vt:lpstr>Слайд 3</vt:lpstr>
      <vt:lpstr>Слайд 4</vt:lpstr>
      <vt:lpstr>Ввод‑вывод в консольном приложении</vt:lpstr>
      <vt:lpstr>Ввод‑вывод в консольном приложении</vt:lpstr>
      <vt:lpstr>Ввод‑вывод в WinForms</vt:lpstr>
      <vt:lpstr>Слайд 8</vt:lpstr>
      <vt:lpstr>Слайд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14</cp:revision>
  <dcterms:created xsi:type="dcterms:W3CDTF">2026-02-10T11:34:12Z</dcterms:created>
  <dcterms:modified xsi:type="dcterms:W3CDTF">2026-02-16T11:00:56Z</dcterms:modified>
</cp:coreProperties>
</file>
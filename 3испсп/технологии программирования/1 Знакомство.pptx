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5" r:id="rId11"/>
    <p:sldId id="268" r:id="rId12"/>
    <p:sldId id="269" r:id="rId13"/>
    <p:sldId id="270" r:id="rId14"/>
    <p:sldId id="263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Знакомство со средой разработки </a:t>
            </a:r>
            <a:r>
              <a:rPr lang="ru-RU" b="1" dirty="0" err="1" smtClean="0"/>
              <a:t>SharpDevelop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8042019" cy="467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5575" y="3600450"/>
            <a:ext cx="6448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endCxn id="11266" idx="0"/>
          </p:cNvCxnSpPr>
          <p:nvPr/>
        </p:nvCxnSpPr>
        <p:spPr>
          <a:xfrm>
            <a:off x="2214546" y="857232"/>
            <a:ext cx="3705242" cy="27432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1928794" y="642918"/>
            <a:ext cx="28575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1571604" y="2285992"/>
            <a:ext cx="2500330" cy="11430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endCxn id="24" idx="3"/>
          </p:cNvCxnSpPr>
          <p:nvPr/>
        </p:nvCxnSpPr>
        <p:spPr>
          <a:xfrm rot="10800000" flipV="1">
            <a:off x="4071934" y="2071678"/>
            <a:ext cx="357190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rot="10800000">
            <a:off x="7643834" y="207167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7286644" y="1714488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Область ввода кода</a:t>
            </a:r>
            <a:endParaRPr lang="ru-RU" sz="16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071538" y="214290"/>
            <a:ext cx="18573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Запуск программы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7208" y="0"/>
            <a:ext cx="9201208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Типы данных</a:t>
            </a:r>
            <a:r>
              <a:rPr lang="en-US" b="1" dirty="0" smtClean="0"/>
              <a:t>, </a:t>
            </a:r>
            <a:r>
              <a:rPr lang="ru-RU" b="1" dirty="0" smtClean="0"/>
              <a:t>Консольный ввод/вывод</a:t>
            </a:r>
            <a:endParaRPr lang="ru-RU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16277"/>
            <a:ext cx="4491051" cy="5741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4763" y="1223957"/>
            <a:ext cx="4389237" cy="56340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Примерный результат вычисления</a:t>
            </a:r>
            <a:endParaRPr lang="ru-RU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643314"/>
            <a:ext cx="5234014" cy="180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714488"/>
            <a:ext cx="7778475" cy="4619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32772" idx="2"/>
            <a:endCxn id="32771" idx="0"/>
          </p:cNvCxnSpPr>
          <p:nvPr/>
        </p:nvCxnSpPr>
        <p:spPr>
          <a:xfrm rot="16200000" flipH="1">
            <a:off x="3376915" y="2903056"/>
            <a:ext cx="1466862" cy="1365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714356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создать два отдельных обработчика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двойной щелчок по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кнопке на редакторе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кнопок и прописать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в них условия изменения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Label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25" y="1500174"/>
            <a:ext cx="3556160" cy="50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>
            <a:endCxn id="9" idx="0"/>
          </p:cNvCxnSpPr>
          <p:nvPr/>
        </p:nvCxnSpPr>
        <p:spPr>
          <a:xfrm rot="16200000" flipH="1">
            <a:off x="1267994" y="1803787"/>
            <a:ext cx="642940" cy="60722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rot="10800000">
            <a:off x="1285852" y="1785926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1714480" y="1428736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14" name="Прямая со стрелкой 13"/>
          <p:cNvCxnSpPr>
            <a:stCxn id="9" idx="3"/>
            <a:endCxn id="15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285860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создать общий обработчик для двух кнопок и назначить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его при загрузке формы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3116"/>
            <a:ext cx="51816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6" y="3714752"/>
            <a:ext cx="2457446" cy="239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857852" y="2143116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>
            <a:off x="1928794" y="2357430"/>
            <a:ext cx="3929058" cy="52435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4929190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857364"/>
            <a:ext cx="5575902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2357422" y="2143116"/>
            <a:ext cx="1643074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0"/>
          </p:cNvCxnSpPr>
          <p:nvPr/>
        </p:nvCxnSpPr>
        <p:spPr>
          <a:xfrm rot="16200000" flipH="1">
            <a:off x="2375281" y="1339438"/>
            <a:ext cx="857256" cy="7500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2428860" y="1285860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929190" y="857232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Изменить содержание текстового поля по его идентификатору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endParaRPr lang="ru-RU" sz="16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2214546" y="2928934"/>
            <a:ext cx="3071834" cy="1214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>
            <a:off x="2857488" y="4143383"/>
            <a:ext cx="1428761" cy="140242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286248" y="4929198"/>
            <a:ext cx="3214678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выборе соответствующего пункта необходимо изменять содержание текстового поля по его идентификатору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после каждого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должен идти свой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5" idx="2"/>
          </p:cNvCxnSpPr>
          <p:nvPr/>
        </p:nvCxnSpPr>
        <p:spPr>
          <a:xfrm rot="16200000" flipH="1">
            <a:off x="1136128" y="1814798"/>
            <a:ext cx="906670" cy="8929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-32" y="1500174"/>
            <a:ext cx="2286016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списку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 (</a:t>
            </a:r>
            <a:r>
              <a:rPr lang="ru-RU" b="1" dirty="0" smtClean="0"/>
              <a:t>б</a:t>
            </a:r>
            <a:r>
              <a:rPr lang="en-US" b="1" dirty="0" smtClean="0"/>
              <a:t>)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4630532" cy="3429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5429256" y="57148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4" idx="1"/>
          </p:cNvCxnSpPr>
          <p:nvPr/>
        </p:nvCxnSpPr>
        <p:spPr>
          <a:xfrm rot="10800000">
            <a:off x="1857356" y="1214422"/>
            <a:ext cx="3571900" cy="9572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4500570"/>
            <a:ext cx="4548190" cy="909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5857892"/>
            <a:ext cx="3371850" cy="695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23" name="Прямая со стрелкой 22"/>
          <p:cNvCxnSpPr/>
          <p:nvPr/>
        </p:nvCxnSpPr>
        <p:spPr>
          <a:xfrm>
            <a:off x="3357554" y="3929066"/>
            <a:ext cx="1643074" cy="571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029" idx="3"/>
          </p:cNvCxnSpPr>
          <p:nvPr/>
        </p:nvCxnSpPr>
        <p:spPr>
          <a:xfrm flipV="1">
            <a:off x="3800446" y="5072074"/>
            <a:ext cx="1557372" cy="113348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2571744"/>
            <a:ext cx="2105025" cy="7784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857752" y="3357562"/>
            <a:ext cx="42862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GroupBox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его содержимого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(rb1, rb2 –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Присваивание функции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rb1.CheckedChanged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+=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RadioButton_CheckedChanged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14488"/>
            <a:ext cx="435771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357554" y="6000768"/>
            <a:ext cx="4357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 и вывода информации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4214818"/>
            <a:ext cx="3214678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объединяет элементы в группы. Она представляет собой прямоугольное окно без надписи, внутри которого можно помещать произвольные объекты. Если панель имеет много элементов, которые выходят за её границы, её можно сделать прокручиваемой, установив свойство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AutoScroll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2767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Прямая со стрелкой 30"/>
          <p:cNvCxnSpPr>
            <a:endCxn id="1028" idx="2"/>
          </p:cNvCxnSpPr>
          <p:nvPr/>
        </p:nvCxnSpPr>
        <p:spPr>
          <a:xfrm rot="10800000">
            <a:off x="2138364" y="1433498"/>
            <a:ext cx="3505207" cy="1209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>
          <a:xfrm>
            <a:off x="5715008" y="3500438"/>
            <a:ext cx="128588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307180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Прямая со стрелкой 34"/>
          <p:cNvCxnSpPr>
            <a:endCxn id="1029" idx="2"/>
          </p:cNvCxnSpPr>
          <p:nvPr/>
        </p:nvCxnSpPr>
        <p:spPr>
          <a:xfrm rot="10800000">
            <a:off x="1535902" y="3219444"/>
            <a:ext cx="2250281" cy="4953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572132" y="2643182"/>
            <a:ext cx="185738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214422"/>
            <a:ext cx="4714876" cy="27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5400000" flipH="1" flipV="1">
            <a:off x="6858016" y="1643050"/>
            <a:ext cx="2000264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28992" y="3357562"/>
            <a:ext cx="2214578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0" idx="1"/>
          </p:cNvCxnSpPr>
          <p:nvPr/>
        </p:nvCxnSpPr>
        <p:spPr>
          <a:xfrm rot="10800000" flipV="1">
            <a:off x="1428728" y="3893347"/>
            <a:ext cx="2000264" cy="3214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5072074"/>
            <a:ext cx="3428992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36" name="Прямая со стрелкой 35"/>
          <p:cNvCxnSpPr/>
          <p:nvPr/>
        </p:nvCxnSpPr>
        <p:spPr>
          <a:xfrm rot="10800000" flipV="1">
            <a:off x="5072066" y="5214950"/>
            <a:ext cx="642942" cy="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7148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Здесь приведен только один из возможных шаблонов выполнения. Допускается размещать элементы программно или выводить информацию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другим способом (например, в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Игра на событиях</a:t>
            </a:r>
            <a:r>
              <a:rPr lang="en-US" b="1" dirty="0" smtClean="0"/>
              <a:t> (</a:t>
            </a:r>
            <a:r>
              <a:rPr lang="ru-RU" b="1" dirty="0" smtClean="0"/>
              <a:t>Дополнительно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379</Words>
  <Application>Microsoft Office PowerPoint</Application>
  <PresentationFormat>Экран (4:3)</PresentationFormat>
  <Paragraphs>55</Paragraphs>
  <Slides>14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Знакомство со средой разработки SharpDevelop</vt:lpstr>
      <vt:lpstr>Среда разработки</vt:lpstr>
      <vt:lpstr>Начало работы</vt:lpstr>
      <vt:lpstr>Задание 1</vt:lpstr>
      <vt:lpstr>Задание 1 Типы данных, Консольный ввод/вывод</vt:lpstr>
      <vt:lpstr>Задание 1 Примерный результат вычисления</vt:lpstr>
      <vt:lpstr>Задание 2 </vt:lpstr>
      <vt:lpstr>Задание 2 </vt:lpstr>
      <vt:lpstr>Задание 2</vt:lpstr>
      <vt:lpstr>Задание 2</vt:lpstr>
      <vt:lpstr>Задание 2 </vt:lpstr>
      <vt:lpstr>Задание 2 (б) </vt:lpstr>
      <vt:lpstr>Задание 3 </vt:lpstr>
      <vt:lpstr>Игра на событиях (Дополнительно)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со средой разработки SharpDevelop</dc:title>
  <dc:creator>user</dc:creator>
  <cp:lastModifiedBy>user</cp:lastModifiedBy>
  <cp:revision>77</cp:revision>
  <dcterms:created xsi:type="dcterms:W3CDTF">2024-02-01T09:49:19Z</dcterms:created>
  <dcterms:modified xsi:type="dcterms:W3CDTF">2026-02-26T18:39:43Z</dcterms:modified>
</cp:coreProperties>
</file>
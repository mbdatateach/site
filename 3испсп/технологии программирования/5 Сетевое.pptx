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5" r:id="rId3"/>
    <p:sldId id="284" r:id="rId4"/>
    <p:sldId id="285" r:id="rId5"/>
    <p:sldId id="288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5795" autoAdjust="0"/>
  </p:normalViewPr>
  <p:slideViewPr>
    <p:cSldViewPr>
      <p:cViewPr>
        <p:scale>
          <a:sx n="75" d="100"/>
          <a:sy n="75" d="100"/>
        </p:scale>
        <p:origin x="-2580" y="-8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jvu.online/file/G214Bk35fWuMT?ysclid=m45opnsgj3793532433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Сетевое программирование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14422"/>
            <a:ext cx="9144000" cy="193899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ru-RU" sz="2400" i="1" dirty="0" smtClean="0">
                <a:latin typeface="Cambria" pitchFamily="18" charset="0"/>
              </a:rPr>
              <a:t>Пример 133. Получение </a:t>
            </a:r>
            <a:r>
              <a:rPr lang="ru-RU" sz="2400" i="1" dirty="0" err="1" smtClean="0">
                <a:latin typeface="Cambria" pitchFamily="18" charset="0"/>
              </a:rPr>
              <a:t>веб-приложением</a:t>
            </a:r>
            <a:r>
              <a:rPr lang="ru-RU" sz="2400" i="1" dirty="0" smtClean="0">
                <a:latin typeface="Cambria" pitchFamily="18" charset="0"/>
              </a:rPr>
              <a:t> данных от </a:t>
            </a:r>
            <a:r>
              <a:rPr lang="ru-RU" sz="2400" i="1" dirty="0" err="1" smtClean="0">
                <a:latin typeface="Cambria" pitchFamily="18" charset="0"/>
              </a:rPr>
              <a:t>веб-службы</a:t>
            </a:r>
            <a:r>
              <a:rPr lang="ru-RU" sz="2400" i="1" dirty="0" smtClean="0">
                <a:latin typeface="Cambria" pitchFamily="18" charset="0"/>
              </a:rPr>
              <a:t> Центрального банка РФ (стр. 424)</a:t>
            </a:r>
          </a:p>
          <a:p>
            <a:pPr fontAlgn="base"/>
            <a:r>
              <a:rPr lang="en-US" sz="2400" dirty="0" smtClean="0">
                <a:latin typeface="Cambria" pitchFamily="18" charset="0"/>
                <a:hlinkClick r:id="rId2"/>
              </a:rPr>
              <a:t>https://djvu.online/file/G214Bk35fWuMT?ysclid=m45opnsgj3793532433</a:t>
            </a:r>
          </a:p>
          <a:p>
            <a:pPr fontAlgn="base"/>
            <a:endParaRPr lang="en-US" sz="2400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Подключение к </a:t>
            </a:r>
            <a:r>
              <a:rPr lang="ru-RU" b="1" dirty="0" err="1" smtClean="0"/>
              <a:t>веб-сервису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744" y="3143248"/>
            <a:ext cx="5057775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000108"/>
            <a:ext cx="40957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hape 7"/>
          <p:cNvCxnSpPr>
            <a:stCxn id="1029" idx="2"/>
            <a:endCxn id="1028" idx="1"/>
          </p:cNvCxnSpPr>
          <p:nvPr/>
        </p:nvCxnSpPr>
        <p:spPr>
          <a:xfrm rot="16200000" flipH="1">
            <a:off x="2331218" y="3540897"/>
            <a:ext cx="1457340" cy="1309711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1571612"/>
            <a:ext cx="4101527" cy="10715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5090686" y="2643182"/>
            <a:ext cx="3553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Создание объекта класса сервиса</a:t>
            </a:r>
            <a:endParaRPr lang="ru-RU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643174" y="3286124"/>
            <a:ext cx="2803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Примерный внешний вид</a:t>
            </a:r>
            <a:endParaRPr lang="ru-RU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4678" y="4714884"/>
            <a:ext cx="5505438" cy="1552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000500"/>
            <a:ext cx="28575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2051" idx="1"/>
            <a:endCxn id="2052" idx="3"/>
          </p:cNvCxnSpPr>
          <p:nvPr/>
        </p:nvCxnSpPr>
        <p:spPr>
          <a:xfrm rot="10800000">
            <a:off x="2857500" y="5429250"/>
            <a:ext cx="357178" cy="6192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3071802" y="6286520"/>
            <a:ext cx="5840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Добавление строки о первой валюте в таблицу  (пункт 2)</a:t>
            </a:r>
            <a:endParaRPr lang="ru-RU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642918"/>
            <a:ext cx="78867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2928934"/>
            <a:ext cx="9144000" cy="164307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3209038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Более подробную информацию по визуализации данных можно получить в файле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chart.pdf</a:t>
            </a:r>
            <a:endParaRPr lang="ru-RU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41" y="714356"/>
            <a:ext cx="797242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3929058" y="2143116"/>
            <a:ext cx="1568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Работа с </a:t>
            </a:r>
            <a:r>
              <a:rPr lang="en-US" b="1" dirty="0" smtClean="0"/>
              <a:t>chart</a:t>
            </a:r>
            <a:endParaRPr lang="ru-RU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62</Words>
  <Application>Microsoft Office PowerPoint</Application>
  <PresentationFormat>Экран (4:3)</PresentationFormat>
  <Paragraphs>12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Сетевое программирование </vt:lpstr>
      <vt:lpstr>Дополнительные материалы</vt:lpstr>
      <vt:lpstr>Подключение к веб-сервису</vt:lpstr>
      <vt:lpstr>Задание 1 </vt:lpstr>
      <vt:lpstr>Задание 1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Язык С++: основные операции, ветвления и циклы</dc:title>
  <dc:creator>user</dc:creator>
  <cp:lastModifiedBy>user</cp:lastModifiedBy>
  <cp:revision>89</cp:revision>
  <dcterms:created xsi:type="dcterms:W3CDTF">2024-02-01T09:49:19Z</dcterms:created>
  <dcterms:modified xsi:type="dcterms:W3CDTF">2026-04-03T23:33:17Z</dcterms:modified>
</cp:coreProperties>
</file>
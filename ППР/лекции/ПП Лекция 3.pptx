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4644-0862-427E-9DCF-2658B16DCF1C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39F35-17CA-488A-8D70-90E103CA94E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4644-0862-427E-9DCF-2658B16DCF1C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39F35-17CA-488A-8D70-90E103CA94E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4644-0862-427E-9DCF-2658B16DCF1C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39F35-17CA-488A-8D70-90E103CA94E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4644-0862-427E-9DCF-2658B16DCF1C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39F35-17CA-488A-8D70-90E103CA94E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4644-0862-427E-9DCF-2658B16DCF1C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39F35-17CA-488A-8D70-90E103CA94E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4644-0862-427E-9DCF-2658B16DCF1C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39F35-17CA-488A-8D70-90E103CA94E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4644-0862-427E-9DCF-2658B16DCF1C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39F35-17CA-488A-8D70-90E103CA94E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4644-0862-427E-9DCF-2658B16DCF1C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39F35-17CA-488A-8D70-90E103CA94E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4644-0862-427E-9DCF-2658B16DCF1C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39F35-17CA-488A-8D70-90E103CA94E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4644-0862-427E-9DCF-2658B16DCF1C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39F35-17CA-488A-8D70-90E103CA94E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54644-0862-427E-9DCF-2658B16DCF1C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39F35-17CA-488A-8D70-90E103CA94E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54644-0862-427E-9DCF-2658B16DCF1C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39F35-17CA-488A-8D70-90E103CA94EE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park.ru/user/258319/blog/264617/10-besplatnih-nejrosetej-dlya-sozdaniya-prezentatsij-po-gotovomu-tekstu-i-po-tem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loud.mail.ru/public/CyAn/W9bbwLQHc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Редактор презентаций и визуальная коммуникация в рекламе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4354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471488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ru-RU" b="1" dirty="0">
                <a:latin typeface="Times New Roman" pitchFamily="18" charset="0"/>
                <a:cs typeface="Times New Roman" pitchFamily="18" charset="0"/>
              </a:rPr>
              <a:t>10 бесплатных 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нейросетей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для создания презентаций по готовому тексту и по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теме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 fontAlgn="base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https://spark.ru/user/258319/blog/264617/10-besplatnih-nejrosetej-dlya-sozdaniya-prezentatsij-po-gotovomu-tekstu-i-po-teme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 fontAlgn="base"/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Бесплатные сервисы для дизайна презентаций</a:t>
            </a:r>
            <a:endParaRPr lang="en-US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Typewolf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https://www.typewolf.com/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) —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 генератор, а галерея реальных сайтов с указанием использованных шрифтовых пар. Хорошо для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насмотренности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вдохновения.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https://mycolor.space/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– Выдает градиенты и палитру по нужному цвету.</a:t>
            </a:r>
          </a:p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Hunt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https://colorhunt.co/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— галерея готовых палитр, подобранных сообществом. Можно искать по настроению и стилю — ближе всего к тому, что делал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Picular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 ассоциациями. 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Где брать картинки для презентации — полное руководство</a:t>
            </a:r>
          </a:p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https://elama.ru/blog/gde-brat-kartinki-dlya-prezentatsii/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225689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Формат сдачи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файл (PPTX, PDF), ссылка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Slides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Prezi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— под требования вуза.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Офлайн‑доступ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нужен ли запуск без интернета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PowerPoint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облачные решения).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Совместная работа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требуется ли редактирование несколькими участниками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Slides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365).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Анимация и сложные эффекты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нужны ли переходы, триггеры, макросы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PowerPoint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даёт максимум возможностей).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Шаблоны и стиль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наличие готовых тем, соответствие фирменному стилю вуза/проекта.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Интеграция данных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вставка графиков из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диаграмм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Экспорт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возможность сохранить в PDF, видео, для публикации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онлайн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Доступность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лицензия: бесплатный/лицензионный инструмент, есть ли ПО на компьютерах вуза.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Критерии выбора инструмента для презентации в дипломном проекте</a:t>
            </a:r>
            <a:endParaRPr kumimoji="0" 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Пример презентации для защиты диплома по специальности «реклама»</a:t>
            </a:r>
            <a:endParaRPr kumimoji="0" 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5780782"/>
            <a:ext cx="9144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https://cloud.mail.ru/public/CyAn/W9bbwLQHc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88" y="1824038"/>
            <a:ext cx="7286625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733246"/>
            <a:ext cx="9144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Один главный посыл на слайд.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На одном слайде — одна мысль и один призыв к действию. Это снижает когнитивную нагрузку и повышает запоминаемость — особенно важно для рекламных и дипломных презентаций, где аудитория быстро сканирует информацию.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Чёткая иерархия через размер и жирность.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Заголовок — крупно и жирно, подзаголовок — средним кеглем, детали — мелким. Так взгляд сразу цепляется за главное. Учитывая вашу работу с экономистами и студентами, такой подход помогает даже при слабой подготовке аудитории быстро схватывать суть.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Контраст как инструмент фокуса.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Используйте контраст по цвету, тону или размеру: например, тёмный текст на светлом фоне или один яркий элемент (кнопка, цифра) среди нейтральных. Это работает даже при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минималистичном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дизайне и усиливает акцент на ключевом предложении.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«Воздух» (отступы и свободное пространство).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Пустые зоны вокруг ключевых элементов визуально выделяют их и делают слайд чище. В рекламных материалах это воспринимается как признак профессионализма и уверенности бренда.</a:t>
            </a:r>
          </a:p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Инфографика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 вместо сплошного текста.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Диаграмма, иконка или простая схема передают смысл быстрее и точнее, чем абзац текста. Для экономических и рекламных задач это особенно ценно: цифры и тренды считываются мгновенно.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Единая стилистика.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Одинаковые шрифты, отступы, цвета и типы иконок создают ощущение системности. Это повышает доверие к сообщению: аудитория считывает, что над материалом продумали детали.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Визуальные подсказки.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Стрелки, рамки, нумерация или нумерация шагов направляют взгляд по логике «проблема → решение → данные → следующий шаг». Такой приём хорошо ложится на структуру презентации для диплома или рекламного проекта.</a:t>
            </a:r>
          </a:p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Минималистичные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 фото и метафоры.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Одно выразительное фото или простая иллюстрация-метафора (например, весы для баланса цены и качества) усиливают посыл без перегрузки. Главное — чтобы образ однозначно считывался и не отвлекал.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Акцент на цифрах.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Крупные, выделенные цифры (рост, экономия, охват) работают как якоря внимания. В рекламе и в экономических презентациях это сразу даёт измеримый эффект и делает предложение осязаемым.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Последовательность ритма.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Чередуйте «плотные» слайды (с данными) и «лёгкие» (с одной фразой и картинкой). Это удерживает внимание и не даёт аудитории устать — важно при защите диплома или презентации рекламного решения.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0010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Дизайн и визуальные приёмы: как усилить рекламный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посыл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066930" cy="3806806"/>
          </a:xfrm>
          <a:prstGeom prst="rect">
            <a:avLst/>
          </a:prstGeom>
          <a:noFill/>
        </p:spPr>
      </p:pic>
      <p:pic>
        <p:nvPicPr>
          <p:cNvPr id="18436" name="Picture 4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295054"/>
            <a:ext cx="9144000" cy="3562946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5072066" y="0"/>
            <a:ext cx="407193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Минимум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анимаций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: 1–2 эффекта на слайд — чтобы не отвлекать от смысла.</a:t>
            </a:r>
            <a:endParaRPr lang="en-US" sz="15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Появление по частям: шаг за шагом раскрывайте данные — так аудитория успевает осмыслить.</a:t>
            </a:r>
            <a:endParaRPr lang="en-US" sz="15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Единые переходы: один тип перехода для всей презентации — сохраняет профессиональный вид.</a:t>
            </a:r>
            <a:endParaRPr lang="en-US" sz="15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Акцент, а не шоу: анимация только для ключевых цифр/выводов.</a:t>
            </a:r>
            <a:endParaRPr lang="en-US" sz="15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Без звуковых эффектов: звук чаще мешает, чем помогает.</a:t>
            </a:r>
            <a:endParaRPr lang="en-US" sz="15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Проверяйте на слабых ПК: сложные эффекты могут тормозить — это отвлекает.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0" y="357166"/>
            <a:ext cx="9144000" cy="656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50" b="1" dirty="0" smtClean="0">
                <a:latin typeface="Times New Roman" pitchFamily="18" charset="0"/>
                <a:cs typeface="Times New Roman" pitchFamily="18" charset="0"/>
              </a:rPr>
              <a:t>PDF — для финальной передачи</a:t>
            </a:r>
          </a:p>
          <a:p>
            <a:pPr algn="just"/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•	Зачем: сохраняет вёрстку, шрифты и цвета на любом устройстве.</a:t>
            </a:r>
          </a:p>
          <a:p>
            <a:pPr algn="just"/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•	Для кого: клиент (гарантия корректного отображения), комиссия (часто требуется вузами), </a:t>
            </a:r>
            <a:r>
              <a:rPr lang="ru-RU" sz="1450" dirty="0" err="1" smtClean="0">
                <a:latin typeface="Times New Roman" pitchFamily="18" charset="0"/>
                <a:cs typeface="Times New Roman" pitchFamily="18" charset="0"/>
              </a:rPr>
              <a:t>портфолио</a:t>
            </a:r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 (удобно публиковать).</a:t>
            </a:r>
          </a:p>
          <a:p>
            <a:pPr algn="just"/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•	Нюансы: защита паролем, запрет редактирования; при экспорте выбирать «Стандартное» или «Высокое качество», проверить сохранение ссылок.</a:t>
            </a:r>
          </a:p>
          <a:p>
            <a:pPr algn="just"/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________________________________________</a:t>
            </a:r>
          </a:p>
          <a:p>
            <a:pPr algn="just"/>
            <a:r>
              <a:rPr lang="ru-RU" sz="1450" b="1" dirty="0" smtClean="0">
                <a:latin typeface="Times New Roman" pitchFamily="18" charset="0"/>
                <a:cs typeface="Times New Roman" pitchFamily="18" charset="0"/>
              </a:rPr>
              <a:t>Видео (MP4) — для автономного просмотра</a:t>
            </a:r>
          </a:p>
          <a:p>
            <a:pPr algn="just"/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•	Как сделать: экспорт в </a:t>
            </a:r>
            <a:r>
              <a:rPr lang="ru-RU" sz="1450" dirty="0" err="1" smtClean="0">
                <a:latin typeface="Times New Roman" pitchFamily="18" charset="0"/>
                <a:cs typeface="Times New Roman" pitchFamily="18" charset="0"/>
              </a:rPr>
              <a:t>PowerPoint</a:t>
            </a:r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 с настройкой времени показа слайдов и закадровым голосом.</a:t>
            </a:r>
          </a:p>
          <a:p>
            <a:pPr algn="just"/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•	Где использовать: </a:t>
            </a:r>
            <a:r>
              <a:rPr lang="ru-RU" sz="1450" dirty="0" err="1" smtClean="0">
                <a:latin typeface="Times New Roman" pitchFamily="18" charset="0"/>
                <a:cs typeface="Times New Roman" pitchFamily="18" charset="0"/>
              </a:rPr>
              <a:t>соцсети</a:t>
            </a:r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 (короткие ролики 1–2 мин), </a:t>
            </a:r>
            <a:r>
              <a:rPr lang="ru-RU" sz="1450" dirty="0" err="1" smtClean="0">
                <a:latin typeface="Times New Roman" pitchFamily="18" charset="0"/>
                <a:cs typeface="Times New Roman" pitchFamily="18" charset="0"/>
              </a:rPr>
              <a:t>лендинги</a:t>
            </a:r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 (встраивание), рассылки (ссылка/вложение), диплом (приложение с описанием многоканального распространения).</a:t>
            </a:r>
          </a:p>
          <a:p>
            <a:pPr algn="just"/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•	Ограничения: не подходит для мелкого текста и таблиц; оптимальная длительность — до 3–4 мин.</a:t>
            </a:r>
          </a:p>
          <a:p>
            <a:pPr algn="just"/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________________________________________</a:t>
            </a:r>
          </a:p>
          <a:p>
            <a:pPr algn="just"/>
            <a:r>
              <a:rPr lang="ru-RU" sz="1450" b="1" dirty="0" err="1" smtClean="0">
                <a:latin typeface="Times New Roman" pitchFamily="18" charset="0"/>
                <a:cs typeface="Times New Roman" pitchFamily="18" charset="0"/>
              </a:rPr>
              <a:t>Онлайн</a:t>
            </a:r>
            <a:r>
              <a:rPr lang="ru-RU" sz="1450" b="1" dirty="0" smtClean="0">
                <a:latin typeface="Times New Roman" pitchFamily="18" charset="0"/>
                <a:cs typeface="Times New Roman" pitchFamily="18" charset="0"/>
              </a:rPr>
              <a:t> просмотр (ссылка) — для согласования</a:t>
            </a:r>
          </a:p>
          <a:p>
            <a:pPr algn="just"/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•	Инструменты: </a:t>
            </a:r>
            <a:r>
              <a:rPr lang="ru-RU" sz="1450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50" dirty="0" err="1" smtClean="0">
                <a:latin typeface="Times New Roman" pitchFamily="18" charset="0"/>
                <a:cs typeface="Times New Roman" pitchFamily="18" charset="0"/>
              </a:rPr>
              <a:t>Slides</a:t>
            </a:r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50" dirty="0" err="1" smtClean="0">
                <a:latin typeface="Times New Roman" pitchFamily="18" charset="0"/>
                <a:cs typeface="Times New Roman" pitchFamily="18" charset="0"/>
              </a:rPr>
              <a:t>Яндекс</a:t>
            </a:r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 Презентации, </a:t>
            </a:r>
            <a:r>
              <a:rPr lang="ru-RU" sz="1450" dirty="0" err="1" smtClean="0">
                <a:latin typeface="Times New Roman" pitchFamily="18" charset="0"/>
                <a:cs typeface="Times New Roman" pitchFamily="18" charset="0"/>
              </a:rPr>
              <a:t>PowerPoint</a:t>
            </a:r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50" dirty="0" err="1" smtClean="0">
                <a:latin typeface="Times New Roman" pitchFamily="18" charset="0"/>
                <a:cs typeface="Times New Roman" pitchFamily="18" charset="0"/>
              </a:rPr>
              <a:t>Online</a:t>
            </a:r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•	Плюсы: совместная работа, комментарии на слайдах, история версий, мгновенное обновление для всех.</a:t>
            </a:r>
          </a:p>
          <a:p>
            <a:pPr algn="just"/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•	Важно: не как финальный артефакт (риск потери доступа); обязательно сохранять локально в PPTX и PDF.</a:t>
            </a:r>
          </a:p>
          <a:p>
            <a:pPr algn="just"/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•	Для диплома: можно зафиксировать в пояснительной записке эффективность согласования через совместный доступ.</a:t>
            </a:r>
          </a:p>
          <a:p>
            <a:pPr algn="just"/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________________________________________</a:t>
            </a:r>
          </a:p>
          <a:p>
            <a:pPr algn="just"/>
            <a:r>
              <a:rPr lang="ru-RU" sz="1450" b="1" dirty="0" smtClean="0">
                <a:latin typeface="Times New Roman" pitchFamily="18" charset="0"/>
                <a:cs typeface="Times New Roman" pitchFamily="18" charset="0"/>
              </a:rPr>
              <a:t>Печать и </a:t>
            </a:r>
            <a:r>
              <a:rPr lang="ru-RU" sz="1450" b="1" dirty="0" err="1" smtClean="0">
                <a:latin typeface="Times New Roman" pitchFamily="18" charset="0"/>
                <a:cs typeface="Times New Roman" pitchFamily="18" charset="0"/>
              </a:rPr>
              <a:t>раздатка</a:t>
            </a:r>
            <a:r>
              <a:rPr lang="ru-RU" sz="1450" b="1" dirty="0" smtClean="0">
                <a:latin typeface="Times New Roman" pitchFamily="18" charset="0"/>
                <a:cs typeface="Times New Roman" pitchFamily="18" charset="0"/>
              </a:rPr>
              <a:t> (А4) — для работы с деталями</a:t>
            </a:r>
          </a:p>
          <a:p>
            <a:pPr algn="just"/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•	Что включать: полные таблицы, дополнительные графики, </a:t>
            </a:r>
            <a:r>
              <a:rPr lang="ru-RU" sz="1450" dirty="0" err="1" smtClean="0">
                <a:latin typeface="Times New Roman" pitchFamily="18" charset="0"/>
                <a:cs typeface="Times New Roman" pitchFamily="18" charset="0"/>
              </a:rPr>
              <a:t>скриншоты</a:t>
            </a:r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, источники, краткие комментарии к слайдам.</a:t>
            </a:r>
          </a:p>
          <a:p>
            <a:pPr algn="just"/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•	Что исключить: слайды с одним заголовком/цифрой, титульный, анимации.</a:t>
            </a:r>
          </a:p>
          <a:p>
            <a:pPr algn="just"/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•	Варианты печати: 1 слайд на страницу (крупно) или 2–3 слайда на страницу; либо отдельный текстовый документ приложение.</a:t>
            </a:r>
          </a:p>
          <a:p>
            <a:pPr algn="just"/>
            <a:r>
              <a:rPr lang="ru-RU" sz="1450" dirty="0" smtClean="0">
                <a:latin typeface="Times New Roman" pitchFamily="18" charset="0"/>
                <a:cs typeface="Times New Roman" pitchFamily="18" charset="0"/>
              </a:rPr>
              <a:t>•	Для комиссии: экономит время, упрощает работу с цифрами, демонстрирует проработку деталей.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0" y="0"/>
            <a:ext cx="90010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itchFamily="18" charset="0"/>
                <a:cs typeface="Times New Roman" pitchFamily="18" charset="0"/>
              </a:rPr>
              <a:t>Экспорт и публикация: как подготовить материалы под разные задачи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207</Words>
  <Application>Microsoft Office PowerPoint</Application>
  <PresentationFormat>Экран (4:3)</PresentationFormat>
  <Paragraphs>61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Редактор презентаций и визуальная коммуникация в рекламе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5</cp:revision>
  <dcterms:created xsi:type="dcterms:W3CDTF">2026-09-08T14:52:12Z</dcterms:created>
  <dcterms:modified xsi:type="dcterms:W3CDTF">2026-09-08T15:40:02Z</dcterms:modified>
</cp:coreProperties>
</file>
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28A7D-8BB6-4518-BE71-22F91D154EEB}" type="datetimeFigureOut">
              <a:rPr lang="ru-RU" smtClean="0"/>
              <a:pPr/>
              <a:t>31.08.2026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B724E-D4E0-49E8-8234-5CD2B2C6C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Программные продукты в рекламе и </a:t>
            </a:r>
            <a:r>
              <a:rPr lang="ru-RU" b="1" dirty="0" smtClean="0"/>
              <a:t>PR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Программный продукт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 набор компьютерных программ, баз данных, документации и других файлов, разработанный для решения определённой задачи или класса задач. В контексте работы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специалиста по рекламе это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могут быть инструменты для создания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автоматизации процессов, анализа данных или управления кампаниями.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285992"/>
            <a:ext cx="5857875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143504" y="1687354"/>
            <a:ext cx="400049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Группировка 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ПП 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по рабочим сценариям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Создание и обработка </a:t>
            </a:r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Инструменты для генерации финальных материалов (тексты, изображения, видео и пр.). Примеры: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Figma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Photoshop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Canva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Практический эффект: единые шаблоны дают узнаваемость бренда и экономят время.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Аналитика, отчётность и работа с данными.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ПО для принятия решений на основе метрик: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Метрика,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BI. Эффект: автоматизация отчётов снижает ошибки, делает выводы измеримыми.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Управление проектами и задачами.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Таск‑трекеры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и планировщики: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Notion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Jira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Эффект: прозрачная фиксация этапов и сроков снижает риски срывов.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Коммуникации и совместная работа.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Почта,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мессенджеры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видеосвязь, облачные редакторы: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Workspace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360. Эффект: упрощаются согласования и передача файлов, фиксируется история правок.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571876"/>
            <a:ext cx="492919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Классификация по способу распространения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Коммерческое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Adobe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). Плюсы: функциональность, совместимость со стандартами. Минусы: стоимость, лицензирование. Подходит для финальных макетов и презентаций.</a:t>
            </a:r>
          </a:p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Свободное и </a:t>
            </a:r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условно‑бесплатное</a:t>
            </a:r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GIMP,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LibreOffice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). Плюсы: бесплатно, легально. Минусы: может не хватать функций или совместимости. Подходит для черновиков и прототипов.</a:t>
            </a:r>
          </a:p>
          <a:p>
            <a:pPr algn="just"/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Canva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Figma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Trello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). Плюсы: быстрый старт, совместная работа, история версий. Минусы: зависимость от интернета, ограничения тарифов. Подходит для командной работы и согласований.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14942" y="428604"/>
            <a:ext cx="392905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Классификация </a:t>
            </a:r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ПП </a:t>
            </a:r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для рекламы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4071934" cy="35858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51344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Стоимость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 лицензирование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коммерческие ПП требуют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бюджета и оформления лицензий.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Совместимость и передача результатов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у некоторых инструментов могут быть проблемы с открытием файлов у заказчика.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Зависимость от интернета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 облачные решения не работают без стабильного соединения.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Ограничения функционала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в бесплатных 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условно‑бесплатных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версиях может не хватать нужных опций.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Безопасность и хранение данных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в облаках есть риски утечки; локальные решения уязвимы при сбоях оборудования.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Экспорт и форматы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некоторые сервисы ограничивают варианты выгрузки или ухудшают качество при экспорте.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072530" cy="5078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Риски и ограничения при выборе инструментов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785794"/>
            <a:ext cx="9144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Определите цель и результат задачи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(например, макет баннера, отчёт по CTR, согласование с клиентом) — это задаёт нужный класс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ПП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контент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аналитика, коммуникации и т. п.).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Выпишите обязательные требования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(форматы экспорта, совместимость, доступ заказчика, безопасность данных) — так Вы сразу отсечёте неподходящие варианты.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Оцените сроки и этап проекта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(черновик/прототип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vs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финальный продукт) — для черновиков подойдут бесплатные и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SaaS‑инструменты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для финалов — коммерческое и локальное ПО.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Учтите бюджет и лицензии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— сопоставьте стоимость с ценностью результата (например, лицензия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Adobe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оправдана для финальных макетов, но избыточна для набросков).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Проверьте доступность для всей команды и заказчика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(интернет, ОС, права доступа, возможность открыть файл) — это исключит проблемы на этапе передачи результатов.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Протестируйте 1–2 кандидата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мини‑задаче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(экспорт, совместная правка, выгрузка отчёта) — так Вы увидите реальные ограничения и удобство в работе. 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· 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Зафиксируйте выбор и обоснование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для отчётности (в том числе для диплома): какой инструмент, зачем, какой эффект дал, какие риски учтены.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072530" cy="5078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Алгоритм выбора </a:t>
            </a:r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ПП </a:t>
            </a:r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под рекламную задачу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 b="1101"/>
          <a:stretch>
            <a:fillRect/>
          </a:stretch>
        </p:blipFill>
        <p:spPr bwMode="auto">
          <a:xfrm>
            <a:off x="0" y="1643050"/>
            <a:ext cx="458703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572000" y="117693"/>
            <a:ext cx="4572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Практическая часть нашей работа заключается в том, что мы проанализировали рекламу как средства социальной коммуникации на примере конкретной африканской компании –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Bakhresa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Анализируется рекламная упаковка конкретного товара – муки серии AZAM. Слева на 13 слайде отображена рекламная упаковка непосредственно самой компании, а справа представлен наш вариант рекламной упаковки для этого товара.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Прототип упаковки был создан при помощи классических инструментов программы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Photoshop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Были добавлены традиционные африканские узоры для привлечения внимания, изменен цвет самой упаковки на более подходящий для страны продажи, а также было изменено позиционирование некоторых ключевых частей (название товара и компании) для более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минималистичного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понятного дизайна, что позволит покупателю быстрее сделать выводы о товаре.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428604"/>
            <a:ext cx="46434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Практическая часть в дипломе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28604"/>
            <a:ext cx="9144000" cy="507831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Подумайте, какие программные продукты вы бы могли применить в своем дипломе и для какой задачи? Какие инструменты вы бы для этого использовали?</a:t>
            </a:r>
            <a:endParaRPr lang="ru-RU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353</Words>
  <Application>Microsoft Office PowerPoint</Application>
  <PresentationFormat>Экран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Программные продукты в рекламе и PR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2026-08-30T11:25:38Z</dcterms:created>
  <dcterms:modified xsi:type="dcterms:W3CDTF">2026-08-31T09:32:46Z</dcterms:modified>
</cp:coreProperties>
</file>
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Офисный пакет: текстовый редактор и работа с документами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WordArt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коллекция текстовых стилей, которые можно добавлять в документы для создания декоративных эффектов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таких как тени или отражённый текст. 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можно, например, растянуть заголовок, наклонить текст, вписать текст в фигуру или применить градиентную заливку.</a:t>
            </a:r>
          </a:p>
        </p:txBody>
      </p:sp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3161131"/>
            <a:ext cx="4929158" cy="36968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dirty="0" err="1" smtClean="0"/>
              <a:t>SmartArt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инструмент для создания ярких и информативных визуализаций. С его помощью можно кратко и наглядно излагать важную информацию в графическом виде.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7124029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00108"/>
            <a:ext cx="8367715" cy="5232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flipV="1">
            <a:off x="285720" y="2928934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8824907" cy="3384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4291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Разрывы страниц в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нужны для более удобной разметки документа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чтобы новая глава начиналась всегда с новой страницы, независимо от правок в другой части документа. Без разрыва новая глава бы «прыгала» и начиналась то с новой страницы, то с середины. 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Также разрывы страниц помогают: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Разместить заголовки и подзаголовки на отдельных страницах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Это делает текст более структурированным и удобочитаемым.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Структурировать листы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разбить их на колонки, части и т. п..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Настроить альбомную или портретную ориентацию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для размещения громоздких таблиц, схем, рисунков и графиков.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Номера страниц</a:t>
            </a:r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8639236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00438"/>
            <a:ext cx="8467739" cy="177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2" y="5572140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Колонтитулы также можно редактировать: изменять текст или стиль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Стили</a:t>
            </a:r>
            <a:endParaRPr lang="ru-RU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0481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1071538" y="1357298"/>
            <a:ext cx="342902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500562" y="857232"/>
            <a:ext cx="35004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изменить стиль нужно нажать по нему правой кнопкой мыши на панели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Главная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571744"/>
            <a:ext cx="4493557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0800000" flipV="1">
            <a:off x="714348" y="4214818"/>
            <a:ext cx="4429156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5143504" y="3714752"/>
            <a:ext cx="3500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Различные аспекты стиля можно менять из выпадающего меню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Оглавление</a:t>
            </a:r>
            <a:endParaRPr lang="ru-RU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857232"/>
            <a:ext cx="3810000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643702" y="857232"/>
            <a:ext cx="25002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перечень частей и разделов документа с указанием страниц, на которых они расположены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29388" y="4000504"/>
            <a:ext cx="27146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Оно помогает быстро сориентироваться в объёмном материале, структурирует текст и показывает затронутые в нём темы.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428736"/>
            <a:ext cx="25717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может создаваться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автоматически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вручную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первом случае текстовый редактор создаёт его из отформатированных заголовков. Во втором — пользователь самостоятельно вводит названия глав и номера страниц.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PresentationFormat>Экран (4:3)</PresentationFormat>
  <Paragraphs>46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Офисный пакет: текстовый редактор и работа с документами</vt:lpstr>
      <vt:lpstr>WordArt</vt:lpstr>
      <vt:lpstr>SmartArt</vt:lpstr>
      <vt:lpstr>Работа с разрывами</vt:lpstr>
      <vt:lpstr>Работа с разрывами</vt:lpstr>
      <vt:lpstr>Номера страниц</vt:lpstr>
      <vt:lpstr>Стили</vt:lpstr>
      <vt:lpstr>Оглавление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Офисный пакет: текстовый редактор и работа с документами</dc:title>
  <dc:creator>user</dc:creator>
  <cp:lastModifiedBy>user</cp:lastModifiedBy>
  <cp:revision>1</cp:revision>
  <dcterms:created xsi:type="dcterms:W3CDTF">2026-09-05T20:43:45Z</dcterms:created>
  <dcterms:modified xsi:type="dcterms:W3CDTF">2026-09-05T20:45:34Z</dcterms:modified>
</cp:coreProperties>
</file>
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codecpp.com/archives/1012" TargetMode="External"/><Relationship Id="rId2" Type="http://schemas.openxmlformats.org/officeDocument/2006/relationships/hyperlink" Target="https://metanit.com/cpp/tutorial/2.15.php?ysclid=mgxohutttl100811689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cpp/tutorial/4.6.php?ysclid=lsz1608awg681344146" TargetMode="External"/><Relationship Id="rId4" Type="http://schemas.openxmlformats.org/officeDocument/2006/relationships/hyperlink" Target="https://metanit.com/cpp/tutorial/4.7.php?ysclid=lsz14gee1t30473758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Одномерные массивы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14356"/>
            <a:ext cx="9144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Массивы</a:t>
            </a:r>
          </a:p>
          <a:p>
            <a:pPr algn="just"/>
            <a:r>
              <a:rPr lang="en-US" sz="2600" b="1" i="1" dirty="0" smtClean="0">
                <a:latin typeface="Cambria" pitchFamily="18" charset="0"/>
                <a:hlinkClick r:id="rId2"/>
              </a:rPr>
              <a:t>https://metanit.com/cpp/tutorial/2.15.php?ysclid=mgxohutttl100811689</a:t>
            </a:r>
            <a:endParaRPr lang="ru-RU" sz="2600" b="1" i="1" dirty="0" smtClean="0">
              <a:latin typeface="Cambria" pitchFamily="18" charset="0"/>
            </a:endParaRPr>
          </a:p>
          <a:p>
            <a:pPr algn="just"/>
            <a:endParaRPr lang="ru-RU" sz="2800" b="1" dirty="0" smtClean="0"/>
          </a:p>
          <a:p>
            <a:pPr algn="just"/>
            <a:r>
              <a:rPr lang="ru-RU" sz="2600" i="1" dirty="0" err="1" smtClean="0">
                <a:latin typeface="Cambria" pitchFamily="18" charset="0"/>
              </a:rPr>
              <a:t>rand</a:t>
            </a:r>
            <a:r>
              <a:rPr lang="ru-RU" sz="2600" i="1" dirty="0" smtClean="0">
                <a:latin typeface="Cambria" pitchFamily="18" charset="0"/>
              </a:rPr>
              <a:t>() – генератор случайных чисел в C++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https://purecodecpp.com/archives/1012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Передача массивов в функцию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https://metanit.com/cpp/tutorial/4.7.php?ysclid=lsz14gee1t304737588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Указатели в параметрах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5"/>
              </a:rPr>
              <a:t>https://metanit.com/cpp/tutorial/4.6.php?ysclid=lsz1608awg681344146</a:t>
            </a:r>
            <a:endParaRPr lang="ru-RU" sz="2600" b="1" dirty="0" smtClean="0">
              <a:latin typeface="Cambria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Дополнительные 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материлоы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928934"/>
            <a:ext cx="7786710" cy="1743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28604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Массив</a:t>
            </a:r>
            <a:r>
              <a:rPr lang="ru-RU" sz="2200" dirty="0" smtClean="0">
                <a:latin typeface="Cambria" pitchFamily="18" charset="0"/>
              </a:rPr>
              <a:t> – это набор однотипных элементов, расположенных в памяти друг за другом, доступ к которым осуществляется по индексу.</a:t>
            </a:r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ru-RU" sz="2200" dirty="0" smtClean="0">
              <a:latin typeface="Cambria" pitchFamily="18" charset="0"/>
            </a:endParaRPr>
          </a:p>
          <a:p>
            <a:pPr algn="just"/>
            <a:r>
              <a:rPr lang="ru-RU" sz="2200" dirty="0" smtClean="0">
                <a:latin typeface="Cambria" pitchFamily="18" charset="0"/>
              </a:rPr>
              <a:t>Индексация массива начинается с 0, последний элемент массива длины </a:t>
            </a:r>
            <a:r>
              <a:rPr lang="en-US" sz="2200" dirty="0" smtClean="0">
                <a:latin typeface="Cambria" pitchFamily="18" charset="0"/>
              </a:rPr>
              <a:t>n </a:t>
            </a:r>
            <a:r>
              <a:rPr lang="ru-RU" sz="2200" dirty="0" smtClean="0">
                <a:latin typeface="Cambria" pitchFamily="18" charset="0"/>
              </a:rPr>
              <a:t>имеет индекс </a:t>
            </a:r>
            <a:r>
              <a:rPr lang="en-US" sz="2200" dirty="0" smtClean="0">
                <a:latin typeface="Cambria" pitchFamily="18" charset="0"/>
              </a:rPr>
              <a:t>n-1.</a:t>
            </a:r>
            <a:endParaRPr lang="ru-RU" sz="22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142984"/>
            <a:ext cx="714380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929198"/>
            <a:ext cx="6946980" cy="103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857356" y="457200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Заполнение массива с помощью указателей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5918" y="591718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Вывод массива на экран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6400800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int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=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) /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[0]); //размер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массива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Указатели</a:t>
            </a:r>
            <a:r>
              <a:rPr lang="ru-RU" sz="2200" dirty="0" smtClean="0">
                <a:latin typeface="Cambria" pitchFamily="18" charset="0"/>
              </a:rPr>
              <a:t> позволяют передвигаться по массивам с помощью арифметики указателей.</a:t>
            </a:r>
            <a:endParaRPr lang="en-US" sz="2200" dirty="0" smtClean="0">
              <a:latin typeface="Cambria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280225" cy="1223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28596" y="3000372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Cambria" pitchFamily="18" charset="0"/>
              </a:rPr>
              <a:t>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вправо.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(p-k)</a:t>
            </a:r>
            <a:r>
              <a:rPr lang="ru-RU" sz="2400" dirty="0" smtClean="0">
                <a:latin typeface="Cambria" pitchFamily="18" charset="0"/>
              </a:rPr>
              <a:t>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влево.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(q-p)</a:t>
            </a:r>
            <a:r>
              <a:rPr lang="ru-RU" sz="2400" dirty="0" smtClean="0">
                <a:latin typeface="Cambria" pitchFamily="18" charset="0"/>
              </a:rPr>
              <a:t> – количество ячеек между указателями.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p[k]</a:t>
            </a:r>
            <a:r>
              <a:rPr lang="ru-RU" sz="2400" dirty="0" smtClean="0">
                <a:latin typeface="Cambria" pitchFamily="18" charset="0"/>
              </a:rPr>
              <a:t> эквивалентно *(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" y="471488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Cambria" pitchFamily="18" charset="0"/>
              </a:rPr>
              <a:t>Примечания</a:t>
            </a:r>
            <a:r>
              <a:rPr lang="ru-RU" sz="2400" dirty="0" smtClean="0">
                <a:latin typeface="Cambria" pitchFamily="18" charset="0"/>
              </a:rPr>
              <a:t>: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для генерирования значения массива используйте </a:t>
            </a:r>
            <a:r>
              <a:rPr lang="en-US" sz="2400" dirty="0" smtClean="0">
                <a:latin typeface="Cambria" pitchFamily="18" charset="0"/>
              </a:rPr>
              <a:t>rand(): </a:t>
            </a:r>
            <a:br>
              <a:rPr lang="en-US" sz="2400" dirty="0" smtClean="0">
                <a:latin typeface="Cambria" pitchFamily="18" charset="0"/>
              </a:rPr>
            </a:br>
            <a:r>
              <a:rPr lang="en-US" sz="2400" dirty="0" err="1" smtClean="0">
                <a:latin typeface="Cambria" pitchFamily="18" charset="0"/>
              </a:rPr>
              <a:t>arr</a:t>
            </a:r>
            <a:r>
              <a:rPr lang="en-US" sz="2400" dirty="0" smtClean="0">
                <a:latin typeface="Cambria" pitchFamily="18" charset="0"/>
              </a:rPr>
              <a:t>[</a:t>
            </a:r>
            <a:r>
              <a:rPr lang="en-US" sz="2400" dirty="0" err="1" smtClean="0">
                <a:latin typeface="Cambria" pitchFamily="18" charset="0"/>
              </a:rPr>
              <a:t>i</a:t>
            </a:r>
            <a:r>
              <a:rPr lang="en-US" sz="2400" dirty="0" smtClean="0">
                <a:latin typeface="Cambria" pitchFamily="18" charset="0"/>
              </a:rPr>
              <a:t>] = </a:t>
            </a:r>
            <a:r>
              <a:rPr lang="ru-RU" sz="2400" i="1" dirty="0" smtClean="0">
                <a:latin typeface="Cambria" pitchFamily="18" charset="0"/>
              </a:rPr>
              <a:t>граница1</a:t>
            </a:r>
            <a:r>
              <a:rPr lang="en-US" sz="2400" dirty="0" smtClean="0">
                <a:latin typeface="Cambria" pitchFamily="18" charset="0"/>
              </a:rPr>
              <a:t>+ rand() % </a:t>
            </a:r>
            <a:r>
              <a:rPr lang="ru-RU" sz="2400" i="1" dirty="0" smtClean="0">
                <a:latin typeface="Cambria" pitchFamily="18" charset="0"/>
              </a:rPr>
              <a:t>граница2</a:t>
            </a:r>
            <a:r>
              <a:rPr lang="en-US" sz="2400" dirty="0" smtClean="0">
                <a:latin typeface="Cambria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для поиска максимального и минимального элемента можете использовать библиотеку: </a:t>
            </a:r>
            <a:r>
              <a:rPr lang="en-US" sz="2400" b="1" dirty="0" smtClean="0">
                <a:latin typeface="Cambria" pitchFamily="18" charset="0"/>
              </a:rPr>
              <a:t>#include &lt;algorithm&gt;</a:t>
            </a:r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28860" y="6000768"/>
            <a:ext cx="463146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Cambria" pitchFamily="18" charset="0"/>
              </a:rPr>
              <a:t>Передача массива в функцию</a:t>
            </a:r>
            <a:endParaRPr lang="ru-RU" sz="2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Передача массива в функцию может осуществляться по указателю на нулевой элемент, с дополнительной информацией о количестве элементов в массиве.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281212"/>
            <a:ext cx="8507632" cy="364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3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220424" y="5700712"/>
            <a:ext cx="282641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Cambria" pitchFamily="18" charset="0"/>
              </a:rPr>
              <a:t>Шаблон функции</a:t>
            </a:r>
            <a:endParaRPr lang="ru-RU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643182"/>
            <a:ext cx="8469704" cy="30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928670"/>
            <a:ext cx="9144000" cy="15696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Также передача массива в функцию может осуществляться по указателю на нулевой элемент и на последний элемент. Кроме того, можно передать в функцию и другие элементы, которые, например, нужно изменить.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71538" y="3071810"/>
            <a:ext cx="77867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if(…) </a:t>
            </a:r>
            <a:r>
              <a:rPr lang="en-US" dirty="0" smtClean="0"/>
              <a:t>return false</a:t>
            </a:r>
            <a:r>
              <a:rPr lang="en-US" dirty="0" smtClean="0"/>
              <a:t>; //</a:t>
            </a:r>
            <a:r>
              <a:rPr lang="ru-RU" dirty="0" smtClean="0"/>
              <a:t>при каком условии мы понимаем, что массив пустой и </a:t>
            </a:r>
          </a:p>
          <a:p>
            <a:r>
              <a:rPr lang="en-US" dirty="0" smtClean="0"/>
              <a:t>// </a:t>
            </a:r>
            <a:r>
              <a:rPr lang="ru-RU" dirty="0" smtClean="0"/>
              <a:t>возвращаем </a:t>
            </a:r>
            <a:r>
              <a:rPr lang="en-US" dirty="0" smtClean="0"/>
              <a:t>false</a:t>
            </a:r>
            <a:r>
              <a:rPr lang="ru-RU" dirty="0" smtClean="0"/>
              <a:t>?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241</Words>
  <Application>Microsoft Office PowerPoint</Application>
  <PresentationFormat>Экран (4:3)</PresentationFormat>
  <Paragraphs>40</Paragraphs>
  <Slides>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Одномерные массивы</vt:lpstr>
      <vt:lpstr>Слайд 2</vt:lpstr>
      <vt:lpstr>Задание 1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50</cp:revision>
  <dcterms:created xsi:type="dcterms:W3CDTF">2024-02-01T11:07:17Z</dcterms:created>
  <dcterms:modified xsi:type="dcterms:W3CDTF">2025-10-25T06:45:09Z</dcterms:modified>
</cp:coreProperties>
</file>
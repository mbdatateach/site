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63" r:id="rId4"/>
    <p:sldId id="271" r:id="rId5"/>
    <p:sldId id="265" r:id="rId6"/>
    <p:sldId id="266" r:id="rId7"/>
    <p:sldId id="269" r:id="rId8"/>
    <p:sldId id="272" r:id="rId9"/>
    <p:sldId id="270" r:id="rId10"/>
    <p:sldId id="268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28.11.2025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ozhzhaev.ru/learn/cpp/classes_objects" TargetMode="External"/><Relationship Id="rId2" Type="http://schemas.openxmlformats.org/officeDocument/2006/relationships/hyperlink" Target="https://education.yandex.ru/handbook/cpp/article/classes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metanit.com/cpp/tutorial/8.4.php?ysclid=luqyjvqmnf874789181" TargetMode="External"/><Relationship Id="rId4" Type="http://schemas.openxmlformats.org/officeDocument/2006/relationships/hyperlink" Target="https://metanit.com/cpp/tutorial/5.7.php?ysclid=lt1nhdlcmk355137226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Основы ООП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5278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Классы С++</a:t>
            </a:r>
          </a:p>
          <a:p>
            <a:pPr algn="just"/>
            <a:r>
              <a:rPr lang="en-US" sz="2500" b="1" dirty="0" smtClean="0">
                <a:latin typeface="Cambria" pitchFamily="18" charset="0"/>
                <a:hlinkClick r:id="rId2"/>
              </a:rPr>
              <a:t>https://education.yandex.ru/handbook/cpp/article/classes</a:t>
            </a: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Классы и объекты в С++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3"/>
              </a:rPr>
              <a:t>https://</a:t>
            </a:r>
            <a:r>
              <a:rPr lang="en-US" sz="2600" b="1" dirty="0" smtClean="0">
                <a:latin typeface="Cambria" pitchFamily="18" charset="0"/>
                <a:hlinkClick r:id="rId3"/>
              </a:rPr>
              <a:t>vozhzhaev.ru/learn/cpp/classes_objects</a:t>
            </a:r>
            <a:endParaRPr lang="ru-RU" sz="2600" b="1" dirty="0" smtClean="0">
              <a:latin typeface="Cambria" pitchFamily="18" charset="0"/>
            </a:endParaRPr>
          </a:p>
          <a:p>
            <a:pPr algn="just"/>
            <a:endParaRPr lang="ru-RU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Статические поля и функции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4"/>
              </a:rPr>
              <a:t>https://metanit.com/cpp/tutorial/5.7.php?ysclid=lt1nhdlcmk355137226</a:t>
            </a:r>
            <a:endParaRPr lang="en-US" sz="2600" b="1" dirty="0" smtClean="0">
              <a:latin typeface="Cambria" pitchFamily="18" charset="0"/>
            </a:endParaRPr>
          </a:p>
          <a:p>
            <a:pPr algn="just"/>
            <a:endParaRPr lang="en-US" sz="2600" b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Перегрузка операторов ввода/вывода в С++</a:t>
            </a:r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en-US" sz="2600" b="1" dirty="0" smtClean="0">
                <a:latin typeface="Cambria" pitchFamily="18" charset="0"/>
                <a:hlinkClick r:id="rId5"/>
              </a:rPr>
              <a:t>https://</a:t>
            </a:r>
            <a:r>
              <a:rPr lang="en-US" sz="2600" b="1" dirty="0" smtClean="0">
                <a:latin typeface="Cambria" pitchFamily="18" charset="0"/>
                <a:hlinkClick r:id="rId5"/>
              </a:rPr>
              <a:t>metanit.com/cpp/tutorial/8.4.php?ysclid=luqyjvqmnf874789181</a:t>
            </a:r>
            <a:endParaRPr lang="ru-RU" sz="26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Понятие класса и объекта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857232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Язык программирования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++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является объектно-ориентированным языком, поэтому он подходит для создания решений на основе классов.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Описанием объекта является класс, а сам объект представляет экземпляр этого класса. Представьте себе человека как класс, где имя, возраст и другие характеристики являются атрибутами. Каждый человек является экземпляром этого класса и представляет собой уникальный объект с определёнными значениями атрибутов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Класс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абстракция, описывающая свойства и методы ещё не существующих объектов (пользовательский тип данных).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Поле класса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это данные, содержащиеся внутри класса.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Методы класса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 это функции, входящие в состав класса.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4390460"/>
            <a:ext cx="7143788" cy="246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Модификаторы доступности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2182079"/>
            <a:ext cx="34289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ublic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 члены класса доступны из любой части программы. Данные и функции, объявленные как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могут быть доступны всем другим классам и функциям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rivate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 члены класса доступны только внутри класса. Они не могут быть доступны производным классам или другим частям программы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rotected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Указывает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 члены класса доступны внутри класса и в производных (дочерних) классах, но не извне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1856220"/>
            <a:ext cx="5643570" cy="5001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57148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языке программирования C++ для классов используются модификаторы доступности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modifiers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которые определяют, какие члены класса (данные и функции) доступны для других классов и функций, а какие нет. В C++ доступны три основных модификатора: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 (а)</a:t>
            </a:r>
            <a:endParaRPr lang="ru-RU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40973"/>
            <a:ext cx="6858048" cy="503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0004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Массив объектов класса в C++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последовательная коллекция объектов одного типа класса, расположенных в непрерывном отрезке памяти. Каждый элемент массива — экземпляр класса, который обладает своими атрибутами и методами.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6286520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Массив объектов</a:t>
            </a:r>
            <a:endParaRPr lang="ru-RU" sz="2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 (</a:t>
            </a:r>
            <a:r>
              <a:rPr lang="ru-RU" b="1" dirty="0" smtClean="0"/>
              <a:t>б)</a:t>
            </a:r>
            <a:endParaRPr lang="ru-R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2672784"/>
            <a:ext cx="5272100" cy="418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0004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поля — это переменные, общие для всех объектов класса. Они нужны для: хранения данных, относящихся ко всему классу, а не к конкретным объектам; учёта количества созданных объектов; общих настроек или конфигураций для всех объектов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методы — это функции, работающие со статическими полями.     Могут обращаться непосредственно только к статическим полям и вызывать только другие статические методы класса, поскольку им не передаётся скрытый указатель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Обращение к статическим методам производится так же, как к статическим полям — либо через имя класса, либо, если хотя бы один объект класса уже создан, через имя объекта.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3000372"/>
            <a:ext cx="37147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Статические поля нельзя инициализировать в теле класса, а также в методах. Статические поля должны инициализироваться аналогично глобальным переменным в области видимости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файла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Структура — это определяемый пользователем тип данных, используемый для хранения разнородных типов данных.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объявляет его. С другой стороны, класс — это также определяемый пользователем тип данных для хранения данных разных типов.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обозначает это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Однако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основное различие между ними заключается в том, что класс скрывает детали реализации своих членов и по умолчанию делает все члены класса закрытыми, тогда как структура не скрывает детали реализации своих членов и по умолчанию делает все свои члены открытыми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C++ структуры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могут выступать в качестве полей (членов данных) класса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Это распространённая практика для группировки связанных данных внутри объекта.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57525"/>
            <a:ext cx="559117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74" y="3429000"/>
            <a:ext cx="230505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142984"/>
            <a:ext cx="350043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Перегрузка операторов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overloading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позволяет определить для объектов классов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втроенные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операторы, такие как +, -, * и т.д. Для определения оператора для объектов своего класса, необходимо определить функцию, название которой содержит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operator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символ перегружаемого оператора. Функция оператора может быть определена как член класса, либо вне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класса.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Перегрузить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только те операторы, которые уже определены в C++. Создать новые операторы нельзя.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68" y="500042"/>
            <a:ext cx="5572132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914" y="2500306"/>
            <a:ext cx="9110086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357158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3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294143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Пример работы</a:t>
            </a:r>
            <a:endParaRPr lang="ru-RU" sz="2600" dirty="0">
              <a:latin typeface="Cambria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714356"/>
            <a:ext cx="52863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C++ можно реализовать динамический массив (структуру данных) с помощью класса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используя механизмы динамического выделения памяти. Это позволяет создавать гибкие структуры данных, размер которых определяется во время выполнения, и управлять памятью.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642918"/>
            <a:ext cx="3786182" cy="194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3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-285784" y="6437019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Примерный шаблон класса </a:t>
            </a:r>
            <a:r>
              <a:rPr lang="ru-RU" sz="2600" b="1" dirty="0" smtClean="0">
                <a:latin typeface="Cambria" pitchFamily="18" charset="0"/>
              </a:rPr>
              <a:t>класса</a:t>
            </a:r>
            <a:endParaRPr lang="ru-RU" sz="2600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252" y="500042"/>
            <a:ext cx="8998342" cy="242889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357562"/>
            <a:ext cx="3857620" cy="92869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cxnSp>
        <p:nvCxnSpPr>
          <p:cNvPr id="26" name="Прямая соединительная линия 25"/>
          <p:cNvCxnSpPr/>
          <p:nvPr/>
        </p:nvCxnSpPr>
        <p:spPr>
          <a:xfrm rot="5400000">
            <a:off x="2857885" y="4286653"/>
            <a:ext cx="2713850" cy="15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rot="10800000">
            <a:off x="3857620" y="4071942"/>
            <a:ext cx="357190" cy="1588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4214810" y="4071942"/>
            <a:ext cx="357190" cy="1588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71670" y="4500570"/>
            <a:ext cx="4572000" cy="186830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grpSp>
        <p:nvGrpSpPr>
          <p:cNvPr id="17" name="Группа 16"/>
          <p:cNvGrpSpPr/>
          <p:nvPr/>
        </p:nvGrpSpPr>
        <p:grpSpPr>
          <a:xfrm>
            <a:off x="4572001" y="3324231"/>
            <a:ext cx="4572000" cy="962025"/>
            <a:chOff x="4572001" y="3324231"/>
            <a:chExt cx="4572000" cy="962025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572001" y="3324231"/>
              <a:ext cx="4572000" cy="962025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sp>
          <p:nvSpPr>
            <p:cNvPr id="16" name="Прямоугольник 15"/>
            <p:cNvSpPr/>
            <p:nvPr/>
          </p:nvSpPr>
          <p:spPr>
            <a:xfrm>
              <a:off x="6715140" y="3857628"/>
              <a:ext cx="857256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695</Words>
  <Application>Microsoft Office PowerPoint</Application>
  <PresentationFormat>Экран (4:3)</PresentationFormat>
  <Paragraphs>41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Основы ООП</vt:lpstr>
      <vt:lpstr>Дополнительные материалы</vt:lpstr>
      <vt:lpstr>Понятие класса и объекта</vt:lpstr>
      <vt:lpstr>Модификаторы доступности</vt:lpstr>
      <vt:lpstr>Задание 1 (а)</vt:lpstr>
      <vt:lpstr>Задание 1 (б)</vt:lpstr>
      <vt:lpstr>Задание 2</vt:lpstr>
      <vt:lpstr>Задание 2</vt:lpstr>
      <vt:lpstr>Слайд 9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56</cp:revision>
  <dcterms:created xsi:type="dcterms:W3CDTF">2024-02-01T11:07:17Z</dcterms:created>
  <dcterms:modified xsi:type="dcterms:W3CDTF">2025-11-28T21:04:37Z</dcterms:modified>
</cp:coreProperties>
</file>
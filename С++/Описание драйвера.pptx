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85" r:id="rId2"/>
    <p:sldId id="286" r:id="rId3"/>
    <p:sldId id="287" r:id="rId4"/>
    <p:sldId id="293" r:id="rId5"/>
    <p:sldId id="294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0F2"/>
    <a:srgbClr val="DDE3F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2386" autoAdjust="0"/>
  </p:normalViewPr>
  <p:slideViewPr>
    <p:cSldViewPr>
      <p:cViewPr varScale="1">
        <p:scale>
          <a:sx n="118" d="100"/>
          <a:sy n="11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15.12.2025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15.12.2025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15.12.2025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15.12.2025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15.12.2025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15.12.2025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15.12.2025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15.12.2025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85794"/>
            <a:ext cx="4152900" cy="531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/>
          <p:nvPr/>
        </p:nvCxnSpPr>
        <p:spPr>
          <a:xfrm rot="10800000" flipV="1">
            <a:off x="4000496" y="1928802"/>
            <a:ext cx="1785950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0" y="1857364"/>
            <a:ext cx="4000496" cy="13573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5786446" y="1500174"/>
            <a:ext cx="31432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Условие задачи, которую необходимо решить с помощью языка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++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Прямая со стрелкой 10"/>
          <p:cNvCxnSpPr/>
          <p:nvPr/>
        </p:nvCxnSpPr>
        <p:spPr>
          <a:xfrm rot="10800000">
            <a:off x="2571736" y="3000372"/>
            <a:ext cx="1857388" cy="7143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29124" y="3071810"/>
            <a:ext cx="471487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После условия записано, каким образом должны передаваться параметры на вход и какой ответ должна возвращать программа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Например, в этом случае данные могут передаваться так:</a:t>
            </a:r>
            <a:endParaRPr lang="ru-RU" sz="20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14842" y="5314969"/>
            <a:ext cx="4857752" cy="4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14380"/>
            <a:ext cx="4152900" cy="531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/>
          <p:nvPr/>
        </p:nvCxnSpPr>
        <p:spPr>
          <a:xfrm rot="10800000">
            <a:off x="2643174" y="1285860"/>
            <a:ext cx="2286016" cy="5000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0" y="1714488"/>
            <a:ext cx="4000496" cy="13573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4929190" y="1428736"/>
            <a:ext cx="3143240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Необходимо передать путь до файла с расширением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.exe,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котором содержится решение задачи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714356"/>
            <a:ext cx="3652834" cy="4674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29190" y="642918"/>
            <a:ext cx="3572412" cy="4572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Прямая со стрелкой 10"/>
          <p:cNvCxnSpPr/>
          <p:nvPr/>
        </p:nvCxnSpPr>
        <p:spPr>
          <a:xfrm rot="5400000" flipH="1" flipV="1">
            <a:off x="4036215" y="4536289"/>
            <a:ext cx="1500198" cy="7143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 rot="10800000">
            <a:off x="2428860" y="4143380"/>
            <a:ext cx="2000264" cy="150019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0" y="5143512"/>
            <a:ext cx="3143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Результат проверки тестов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1" name="Прямая со стрелкой 20"/>
          <p:cNvCxnSpPr/>
          <p:nvPr/>
        </p:nvCxnSpPr>
        <p:spPr>
          <a:xfrm rot="16200000" flipV="1">
            <a:off x="1785918" y="5286388"/>
            <a:ext cx="571504" cy="14287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2910" y="5643578"/>
            <a:ext cx="3143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возникли ошибки, можно перерешать задачу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0" y="-24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В любом случае после одной попытки решить задачу можно перейти к следующей</a:t>
            </a:r>
            <a:endParaRPr lang="ru-RU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Рисунок 9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86446" y="5557054"/>
            <a:ext cx="3357554" cy="13009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2071670" y="6457890"/>
            <a:ext cx="2357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Итоговый результат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Прямая со стрелкой 13"/>
          <p:cNvCxnSpPr>
            <a:stCxn id="13" idx="3"/>
            <a:endCxn id="10" idx="1"/>
          </p:cNvCxnSpPr>
          <p:nvPr/>
        </p:nvCxnSpPr>
        <p:spPr>
          <a:xfrm flipV="1">
            <a:off x="4429092" y="6207527"/>
            <a:ext cx="1357354" cy="4504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/>
          <p:cNvSpPr/>
          <p:nvPr/>
        </p:nvSpPr>
        <p:spPr>
          <a:xfrm>
            <a:off x="2143108" y="2285992"/>
            <a:ext cx="4500562" cy="4143380"/>
          </a:xfrm>
          <a:prstGeom prst="rect">
            <a:avLst/>
          </a:prstGeom>
          <a:solidFill>
            <a:srgbClr val="DDE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Где найти </a:t>
            </a:r>
            <a:r>
              <a:rPr lang="en-US" b="1" dirty="0" smtClean="0"/>
              <a:t>exe-</a:t>
            </a:r>
            <a:r>
              <a:rPr lang="ru-RU" b="1" dirty="0" smtClean="0"/>
              <a:t>файл?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669177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После запуска программы в папке с решением по пути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bin\Debug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будет находиться файл с расширением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exe.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Также можно собирать отдельные файлы .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cpp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тогда файл .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exe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будет создаваться в этой же директории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53605" y="4714884"/>
            <a:ext cx="2290066" cy="171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7" name="Прямая со стрелкой 16"/>
          <p:cNvCxnSpPr/>
          <p:nvPr/>
        </p:nvCxnSpPr>
        <p:spPr>
          <a:xfrm rot="16200000" flipH="1">
            <a:off x="4036215" y="4179099"/>
            <a:ext cx="1071570" cy="42862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143108" y="2786058"/>
            <a:ext cx="43576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Проще всего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exe-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файлы загружать в папку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task,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тогда в драйвер необходимо передать путь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например: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task\solution.exe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072066" y="2000240"/>
            <a:ext cx="435768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первой строке идет задача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Во второй данные для ввода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третьей правильные ответы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Примечание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драйвер поддерживает три теста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Тесты отделяются знаком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$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Как изменить задачи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4572000" y="1428736"/>
            <a:ext cx="43576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Открыть блокнотом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357298"/>
            <a:ext cx="3084591" cy="27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7" name="Прямая со стрелкой 16"/>
          <p:cNvCxnSpPr/>
          <p:nvPr/>
        </p:nvCxnSpPr>
        <p:spPr>
          <a:xfrm rot="10800000" flipV="1">
            <a:off x="1714480" y="1643050"/>
            <a:ext cx="2857520" cy="135732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3500437"/>
            <a:ext cx="2357454" cy="1948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3" name="Прямая со стрелкой 12"/>
          <p:cNvCxnSpPr>
            <a:stCxn id="14" idx="1"/>
          </p:cNvCxnSpPr>
          <p:nvPr/>
        </p:nvCxnSpPr>
        <p:spPr>
          <a:xfrm rot="10800000" flipV="1">
            <a:off x="2857488" y="3123624"/>
            <a:ext cx="2214578" cy="87687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</TotalTime>
  <Words>164</Words>
  <Application>Microsoft Office PowerPoint</Application>
  <PresentationFormat>Экран (4:3)</PresentationFormat>
  <Paragraphs>22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Слайд 1</vt:lpstr>
      <vt:lpstr>Слайд 2</vt:lpstr>
      <vt:lpstr>Слайд 3</vt:lpstr>
      <vt:lpstr>Где найти exe-файл?</vt:lpstr>
      <vt:lpstr>Как изменить задачи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Описание драйвера</dc:title>
  <dc:creator>user</dc:creator>
  <cp:lastModifiedBy>user</cp:lastModifiedBy>
  <cp:revision>90</cp:revision>
  <dcterms:created xsi:type="dcterms:W3CDTF">2024-02-01T09:49:19Z</dcterms:created>
  <dcterms:modified xsi:type="dcterms:W3CDTF">2025-12-15T16:29:12Z</dcterms:modified>
</cp:coreProperties>
</file>
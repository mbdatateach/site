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0" r:id="rId4"/>
    <p:sldId id="265" r:id="rId5"/>
    <p:sldId id="267" r:id="rId6"/>
    <p:sldId id="268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nit.com/cpp/tutorial/2.18.php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Двумерные массивы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Многомерные массивы</a:t>
            </a:r>
          </a:p>
          <a:p>
            <a:pPr algn="just"/>
            <a:r>
              <a:rPr lang="en-US" sz="2600" i="1" dirty="0" smtClean="0">
                <a:latin typeface="Cambria" pitchFamily="18" charset="0"/>
                <a:hlinkClick r:id="rId2"/>
              </a:rPr>
              <a:t>https://metanit.com/cpp/tutorial/2.18.php</a:t>
            </a:r>
            <a:endParaRPr lang="ru-RU" sz="2600" i="1" dirty="0" smtClean="0">
              <a:latin typeface="Cambria" pitchFamily="18" charset="0"/>
            </a:endParaRPr>
          </a:p>
          <a:p>
            <a:pPr algn="just"/>
            <a:endParaRPr lang="ru-RU" sz="2600" i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4070293"/>
            <a:ext cx="4114798" cy="2787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Кроме одномерных массивов в C++ есть и многомерные. Элементы таких массивов сами в свою очередь являются массивами, в которых также элементы могут быть массивами. Как правило, распространены двухмерные и трехмерные массивы. Например, определим двухмерный массив чисел: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2571744"/>
            <a:ext cx="91440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массив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имеет две размерности (две пары квадратных скобок): первая размерность равна 3, а вторая размерность - 2. Такой массив состоит из трех элементов, при этом каждый элемент представляет массив из двух элементов. Двухмерный массив еще можно представить в виде таблицы, где первая размерность представляет количество строк, а вторая размерность - количество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1928802"/>
            <a:ext cx="2740610" cy="62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928670"/>
            <a:ext cx="614362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6053" y="4714884"/>
            <a:ext cx="5457947" cy="16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4643446"/>
            <a:ext cx="3643306" cy="20313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Каждый элемент 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row_ptrs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[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] хранит адрес начала </a:t>
            </a:r>
            <a:r>
              <a:rPr kumimoji="0" lang="ru-RU" sz="1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-й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строки статической матрицы. Это позволяет: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обращаться к элементам как 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row_ptrs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[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][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] (синтаксис двумерного массива);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передавать отдельные строки в функции как одномерные массивы: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-642974" y="-214338"/>
            <a:ext cx="103727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Передача двумерного массива в функцию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430420" cy="3413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409950"/>
            <a:ext cx="4076700" cy="3448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3504" y="857232"/>
            <a:ext cx="4000496" cy="328614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286380" y="5534561"/>
            <a:ext cx="3857620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Cambria" pitchFamily="18" charset="0"/>
              </a:rPr>
              <a:t>3 способ</a:t>
            </a:r>
          </a:p>
          <a:p>
            <a:pPr algn="ctr"/>
            <a:r>
              <a:rPr lang="ru-RU" sz="2000" dirty="0" smtClean="0">
                <a:latin typeface="Cambria" pitchFamily="18" charset="0"/>
              </a:rPr>
              <a:t>Передать указатель на нулевой элемент массива, количество строк и количество столбцов</a:t>
            </a:r>
            <a:endParaRPr lang="ru-RU" sz="2000" dirty="0">
              <a:latin typeface="Cambria" pitchFamily="18" charset="0"/>
            </a:endParaRPr>
          </a:p>
        </p:txBody>
      </p:sp>
      <p:cxnSp>
        <p:nvCxnSpPr>
          <p:cNvPr id="12" name="Shape 11"/>
          <p:cNvCxnSpPr>
            <a:stCxn id="10" idx="0"/>
            <a:endCxn id="4101" idx="3"/>
          </p:cNvCxnSpPr>
          <p:nvPr/>
        </p:nvCxnSpPr>
        <p:spPr>
          <a:xfrm rot="16200000" flipV="1">
            <a:off x="6017140" y="4336511"/>
            <a:ext cx="400586" cy="1995514"/>
          </a:xfrm>
          <a:prstGeom prst="curvedConnector2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642918"/>
            <a:ext cx="9144000" cy="37856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Алгоритм</a:t>
            </a:r>
            <a:r>
              <a:rPr kumimoji="0" lang="ru-RU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генерации лабиринта может выглядеть так: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Задайте две ключевые константы: CELL_SIZE (размер ячейки) и MARGIN (отступ от края окна). Создайте двумерный массив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maze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с размерами под ваш лабиринт, где 0 — проход, 1 — стена; экспериментируйте с разными конфигурациями.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 функции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drawWall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реализуйте рисование квадратного блока: установите цвета фона и заливки, нарисуйте контур через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rectangle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затем заполните внутренность через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floodfill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(смещение +1 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гарантирует попадание внутрь контура).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 функции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drawLab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через двойные циклы переберите все ячейки массива: для каждой вычислите экранные координаты как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= MARGIN + 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* CELL_SIZE,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y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= MARGIN + 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* CELL_SIZE; если значение ячейки равно 1, вызовите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drawWall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с вычисленными координатами и размером.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929198"/>
            <a:ext cx="4329635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4572008"/>
            <a:ext cx="4357686" cy="1853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156</Words>
  <Application>Microsoft Office PowerPoint</Application>
  <PresentationFormat>Экран (4:3)</PresentationFormat>
  <Paragraphs>20</Paragraphs>
  <Slides>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Двумерные массивы</vt:lpstr>
      <vt:lpstr>Дополнительные материалы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52</cp:revision>
  <dcterms:created xsi:type="dcterms:W3CDTF">2024-02-01T11:07:17Z</dcterms:created>
  <dcterms:modified xsi:type="dcterms:W3CDTF">2025-11-10T15:48:53Z</dcterms:modified>
</cp:coreProperties>
</file>
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57" r:id="rId4"/>
    <p:sldId id="273" r:id="rId5"/>
    <p:sldId id="274" r:id="rId6"/>
    <p:sldId id="272" r:id="rId7"/>
    <p:sldId id="263" r:id="rId8"/>
    <p:sldId id="264" r:id="rId9"/>
    <p:sldId id="266" r:id="rId10"/>
    <p:sldId id="271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urecodecpp.com/archives/1538" TargetMode="External"/><Relationship Id="rId2" Type="http://schemas.openxmlformats.org/officeDocument/2006/relationships/hyperlink" Target="https://metanit.com/cpp/tutorial/5.8.php?ysclid=lsz3k1c7co308885428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cppstudio.com/post/8106/?ysclid=ltu6oxvq93575518708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Структуры</a:t>
            </a:r>
            <a:r>
              <a:rPr lang="en-US" b="1" dirty="0" smtClean="0"/>
              <a:t> C++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914400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i="1" dirty="0" smtClean="0">
                <a:latin typeface="Cambria" pitchFamily="18" charset="0"/>
              </a:rPr>
              <a:t>Структуры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2"/>
              </a:rPr>
              <a:t>https://metanit.com/cpp/tutorial/5.8.php?ysclid=lsz3k1c7co308885428</a:t>
            </a:r>
            <a:endParaRPr lang="ru-RU" sz="2600" b="1" dirty="0" smtClean="0">
              <a:latin typeface="Cambria" pitchFamily="18" charset="0"/>
            </a:endParaRPr>
          </a:p>
          <a:p>
            <a:pPr algn="just"/>
            <a:endParaRPr lang="ru-RU" sz="2600" b="1" dirty="0" smtClean="0">
              <a:latin typeface="Cambria" pitchFamily="18" charset="0"/>
            </a:endParaRPr>
          </a:p>
          <a:p>
            <a:pPr algn="just"/>
            <a:r>
              <a:rPr lang="ru-RU" sz="2600" b="1" i="1" dirty="0" smtClean="0">
                <a:solidFill>
                  <a:srgbClr val="FF0000"/>
                </a:solidFill>
                <a:latin typeface="Cambria" pitchFamily="18" charset="0"/>
              </a:rPr>
              <a:t>Динамический массив структур С++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3"/>
              </a:rPr>
              <a:t>https://purecodecpp.com/archives/1538</a:t>
            </a:r>
            <a:endParaRPr lang="ru-RU" sz="2600" b="1" dirty="0" smtClean="0">
              <a:latin typeface="Cambria" pitchFamily="18" charset="0"/>
            </a:endParaRPr>
          </a:p>
          <a:p>
            <a:pPr algn="just"/>
            <a:endParaRPr lang="en-US" sz="2600" b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Перечисления в С++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4"/>
              </a:rPr>
              <a:t>http://cppstudio.com/post/8106/?ysclid=ltu6oxvq93575518708</a:t>
            </a:r>
            <a:endParaRPr lang="ru-RU" sz="2600" b="1" dirty="0" smtClean="0">
              <a:latin typeface="Cambria" pitchFamily="18" charset="0"/>
            </a:endParaRPr>
          </a:p>
          <a:p>
            <a:pPr algn="just"/>
            <a:endParaRPr lang="en-US" sz="26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57818" y="3469983"/>
            <a:ext cx="3786182" cy="3388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714620"/>
            <a:ext cx="3493165" cy="2424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Прямоугольник 21"/>
          <p:cNvSpPr/>
          <p:nvPr/>
        </p:nvSpPr>
        <p:spPr>
          <a:xfrm>
            <a:off x="1928794" y="4286256"/>
            <a:ext cx="428628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28926" y="3357562"/>
            <a:ext cx="229552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4" name="Прямая со стрелкой 23"/>
          <p:cNvCxnSpPr>
            <a:stCxn id="22" idx="3"/>
            <a:endCxn id="23" idx="1"/>
          </p:cNvCxnSpPr>
          <p:nvPr/>
        </p:nvCxnSpPr>
        <p:spPr>
          <a:xfrm flipV="1">
            <a:off x="2357422" y="3686175"/>
            <a:ext cx="571504" cy="7786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29256" y="2500306"/>
            <a:ext cx="2218870" cy="923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6" name="Прямая со стрелкой 25"/>
          <p:cNvCxnSpPr>
            <a:stCxn id="23" idx="3"/>
            <a:endCxn id="25" idx="1"/>
          </p:cNvCxnSpPr>
          <p:nvPr/>
        </p:nvCxnSpPr>
        <p:spPr>
          <a:xfrm flipV="1">
            <a:off x="5224451" y="2962268"/>
            <a:ext cx="204805" cy="72390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b="1" dirty="0" smtClean="0"/>
              <a:t>GUI </a:t>
            </a:r>
            <a:r>
              <a:rPr lang="ru-RU" b="1" dirty="0" smtClean="0"/>
              <a:t>интерфейс (</a:t>
            </a:r>
            <a:r>
              <a:rPr lang="en-US" b="1" dirty="0" err="1" smtClean="0"/>
              <a:t>wxWidgets</a:t>
            </a:r>
            <a:r>
              <a:rPr lang="ru-RU" b="1" dirty="0" smtClean="0"/>
              <a:t>)</a:t>
            </a:r>
            <a:endParaRPr lang="ru-RU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1000108"/>
            <a:ext cx="9144000" cy="1552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8429652" y="1000108"/>
            <a:ext cx="642942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357158" y="2357430"/>
            <a:ext cx="42862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500430" y="2643182"/>
            <a:ext cx="117157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6786578" y="4429132"/>
            <a:ext cx="785818" cy="10715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357554" y="4824408"/>
            <a:ext cx="1984842" cy="2033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857232"/>
            <a:ext cx="7048517" cy="4901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b="1" dirty="0" smtClean="0"/>
              <a:t>GUI </a:t>
            </a:r>
            <a:r>
              <a:rPr lang="ru-RU" b="1" dirty="0" smtClean="0"/>
              <a:t>интерфейс (</a:t>
            </a:r>
            <a:r>
              <a:rPr lang="en-US" b="1" dirty="0" err="1" smtClean="0"/>
              <a:t>wxWidgets</a:t>
            </a:r>
            <a:r>
              <a:rPr lang="ru-RU" b="1" dirty="0" smtClean="0"/>
              <a:t>)</a:t>
            </a:r>
            <a:endParaRPr lang="ru-RU" b="1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 rot="16200000" flipV="1">
            <a:off x="3357554" y="4572008"/>
            <a:ext cx="1428760" cy="571504"/>
          </a:xfrm>
          <a:prstGeom prst="straightConnector1">
            <a:avLst/>
          </a:prstGeom>
          <a:ln w="254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/>
          <p:cNvSpPr/>
          <p:nvPr/>
        </p:nvSpPr>
        <p:spPr>
          <a:xfrm>
            <a:off x="0" y="5786454"/>
            <a:ext cx="9144000" cy="5847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Необходимо добавить в рабочую область панель для размещения элементов (ее добавить обязательно первой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желтая стрелка)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Прямая со стрелкой 30"/>
          <p:cNvCxnSpPr/>
          <p:nvPr/>
        </p:nvCxnSpPr>
        <p:spPr>
          <a:xfrm rot="5400000" flipH="1" flipV="1">
            <a:off x="1393009" y="4179099"/>
            <a:ext cx="1928826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 rot="10800000">
            <a:off x="2214546" y="3357562"/>
            <a:ext cx="5286412" cy="228601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rot="16200000" flipV="1">
            <a:off x="3143240" y="4071942"/>
            <a:ext cx="2071702" cy="10715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/>
          <p:nvPr/>
        </p:nvCxnSpPr>
        <p:spPr>
          <a:xfrm rot="10800000">
            <a:off x="3357554" y="3286124"/>
            <a:ext cx="4357718" cy="228601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Прямоугольник 42"/>
          <p:cNvSpPr/>
          <p:nvPr/>
        </p:nvSpPr>
        <p:spPr>
          <a:xfrm>
            <a:off x="5286380" y="1571612"/>
            <a:ext cx="28575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Grid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находится на вкладке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Advanced</a:t>
            </a:r>
            <a:endParaRPr lang="ru-RU" b="1" dirty="0"/>
          </a:p>
        </p:txBody>
      </p:sp>
      <p:cxnSp>
        <p:nvCxnSpPr>
          <p:cNvPr id="44" name="Прямая со стрелкой 43"/>
          <p:cNvCxnSpPr/>
          <p:nvPr/>
        </p:nvCxnSpPr>
        <p:spPr>
          <a:xfrm rot="10800000">
            <a:off x="5000628" y="1857364"/>
            <a:ext cx="500066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/>
          <p:nvPr/>
        </p:nvCxnSpPr>
        <p:spPr>
          <a:xfrm rot="10800000">
            <a:off x="4500562" y="2786058"/>
            <a:ext cx="714380" cy="42862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Прямоугольник 48"/>
          <p:cNvSpPr/>
          <p:nvPr/>
        </p:nvSpPr>
        <p:spPr>
          <a:xfrm>
            <a:off x="5214942" y="2928934"/>
            <a:ext cx="32979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Двойной щелчок по добавленной кнопке, чтобы редактировать ее код</a:t>
            </a:r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915531"/>
            <a:ext cx="3190875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b="1" dirty="0" smtClean="0"/>
              <a:t>GUI </a:t>
            </a:r>
            <a:r>
              <a:rPr lang="ru-RU" b="1" dirty="0" smtClean="0"/>
              <a:t>интерфейс (</a:t>
            </a:r>
            <a:r>
              <a:rPr lang="en-US" b="1" dirty="0" err="1" smtClean="0"/>
              <a:t>wxWidgets</a:t>
            </a:r>
            <a:r>
              <a:rPr lang="ru-RU" b="1" dirty="0" smtClean="0"/>
              <a:t>)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1428736"/>
            <a:ext cx="9144000" cy="33855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Чтобы обрабатывать нажатие кнопки, нужно щелкнуть по ней два раза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546" y="857232"/>
            <a:ext cx="5072055" cy="589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43174" y="1772655"/>
            <a:ext cx="6500826" cy="1546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0" y="3201415"/>
            <a:ext cx="9144000" cy="5847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Значение объекта можно получить с помощью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GetValue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Имя объекта можно получить, если в конструкторе щелкнуть по нему правой кнопкой мыши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2910" y="4429132"/>
            <a:ext cx="7858148" cy="1166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0" y="5500702"/>
            <a:ext cx="9144000" cy="33855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Отображение элементов в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Grid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0034" y="6000768"/>
            <a:ext cx="28479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000496" y="5929330"/>
            <a:ext cx="427672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Прямоугольник 18"/>
          <p:cNvSpPr/>
          <p:nvPr/>
        </p:nvSpPr>
        <p:spPr>
          <a:xfrm>
            <a:off x="142844" y="6376594"/>
            <a:ext cx="3571868" cy="33855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Установить пользовательское значение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4714876" y="6519446"/>
            <a:ext cx="3571868" cy="33855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Всплывающее окно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3857628"/>
            <a:ext cx="3581403" cy="4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3571868" y="4071942"/>
            <a:ext cx="4357718" cy="33855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Часть функции для создания объекта структуры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</a:t>
            </a:r>
            <a:endParaRPr lang="ru-RU" b="1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714488"/>
            <a:ext cx="7429552" cy="514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857232"/>
            <a:ext cx="9144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 smtClean="0">
                <a:latin typeface="Cambria" pitchFamily="18" charset="0"/>
              </a:rPr>
              <a:t>Структуры</a:t>
            </a:r>
            <a:r>
              <a:rPr lang="ru-RU" sz="2600" dirty="0" smtClean="0">
                <a:latin typeface="Cambria" pitchFamily="18" charset="0"/>
              </a:rPr>
              <a:t> – это способ синтаксически (и физически) сгруппировать логически связанные данные.</a:t>
            </a:r>
            <a:endParaRPr lang="ru-RU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2428868"/>
            <a:ext cx="9144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dirty="0" smtClean="0">
                <a:latin typeface="Cambria" pitchFamily="18" charset="0"/>
              </a:rPr>
              <a:t>Доступ к полям структуры  осуществляется через оператор «.»</a:t>
            </a:r>
            <a:endParaRPr lang="ru-RU" sz="2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5000636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dirty="0" smtClean="0">
                <a:latin typeface="Cambria" pitchFamily="18" charset="0"/>
              </a:rPr>
              <a:t>Для указателей на структуры используется «-</a:t>
            </a:r>
            <a:r>
              <a:rPr lang="en-US" sz="2600" dirty="0" smtClean="0">
                <a:latin typeface="Cambria" pitchFamily="18" charset="0"/>
              </a:rPr>
              <a:t>&gt;</a:t>
            </a:r>
            <a:r>
              <a:rPr lang="ru-RU" sz="2600" dirty="0" smtClean="0">
                <a:latin typeface="Cambria" pitchFamily="18" charset="0"/>
              </a:rPr>
              <a:t>»</a:t>
            </a:r>
            <a:endParaRPr lang="ru-RU" sz="26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3286124"/>
            <a:ext cx="5919799" cy="1765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0166" y="5420092"/>
            <a:ext cx="6257939" cy="1437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5984" y="0"/>
            <a:ext cx="4500594" cy="2533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428604"/>
            <a:ext cx="9144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dirty="0" smtClean="0">
                <a:latin typeface="Cambria" pitchFamily="18" charset="0"/>
              </a:rPr>
              <a:t>Поля структуры можно инициализировать подобно массивам.</a:t>
            </a:r>
            <a:endParaRPr lang="ru-RU" sz="2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2928934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dirty="0" smtClean="0">
                <a:latin typeface="Cambria" pitchFamily="18" charset="0"/>
              </a:rPr>
              <a:t>Структуры могут хранить переменные разных типов</a:t>
            </a:r>
            <a:endParaRPr lang="ru-RU" sz="2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8886825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429000"/>
            <a:ext cx="8886825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14356"/>
            <a:ext cx="8148638" cy="4871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5500702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dirty="0" smtClean="0">
                <a:latin typeface="Cambria" pitchFamily="18" charset="0"/>
              </a:rPr>
              <a:t>Динамический массив структур</a:t>
            </a:r>
            <a:endParaRPr lang="ru-RU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4422"/>
            <a:ext cx="6648450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3240" y="842011"/>
            <a:ext cx="6000760" cy="258698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4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Перечисления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172</Words>
  <Application>Microsoft Office PowerPoint</Application>
  <PresentationFormat>Экран (4:3)</PresentationFormat>
  <Paragraphs>31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Структуры C++</vt:lpstr>
      <vt:lpstr>Дополнительные материалы</vt:lpstr>
      <vt:lpstr>GUI интерфейс (wxWidgets)</vt:lpstr>
      <vt:lpstr>GUI интерфейс (wxWidgets)</vt:lpstr>
      <vt:lpstr>GUI интерфейс (wxWidgets)</vt:lpstr>
      <vt:lpstr>Задание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53</cp:revision>
  <dcterms:created xsi:type="dcterms:W3CDTF">2024-02-01T11:07:17Z</dcterms:created>
  <dcterms:modified xsi:type="dcterms:W3CDTF">2025-11-13T18:44:20Z</dcterms:modified>
</cp:coreProperties>
</file>
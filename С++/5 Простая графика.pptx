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990" y="-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0981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8085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3393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7766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4466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0335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48897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2774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4110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4196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9107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26F62-BB9B-4D21-B7F1-6BD64B7436B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95464-FAF9-4E2D-9E50-159A135BDFA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1611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pp/include-graphics-h-codeblocks/?ysclid=mglxwctokr643336918" TargetMode="External"/><Relationship Id="rId2" Type="http://schemas.openxmlformats.org/officeDocument/2006/relationships/hyperlink" Target="https://sky.pro/wiki/gamedev/rabota-s-bibliotekoj-graphicsh-ustanovka-i-podklyuchenie/?ysclid=mglukzjwuf787447917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mycpp.ru/cpp/scpp/cppd_graphics.h.html?ysclid=mgm41uix98858259815" TargetMode="External"/><Relationship Id="rId4" Type="http://schemas.openxmlformats.org/officeDocument/2006/relationships/hyperlink" Target="https://cpp-ksa.blogspot.com/p/8-codeblocks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Работа с </a:t>
            </a:r>
            <a:r>
              <a:rPr lang="en-US" dirty="0" err="1" smtClean="0"/>
              <a:t>graphics.h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57280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46672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Дополнительные материалы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1078915"/>
            <a:ext cx="12192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библиотекой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Установка и подключение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https://sky.pro/wiki/gamedev/rabota-s-bibliotekoj-graphicsh-ustanovka-i-podklyuchenie/?ysclid=mglukzjwuf787447917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b="1" dirty="0" smtClean="0"/>
          </a:p>
          <a:p>
            <a:pPr algn="just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include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CodeBlocks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https://www.geeksforgeeks.org/cpp/include-graphics-h-codeblocks/?ysclid=mglxwctokr643336918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b="1" dirty="0" smtClean="0"/>
          </a:p>
          <a:p>
            <a:pPr algn="just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Графические возможности среды программирования на С++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https://cpp-ksa.blogspot.com/p/8-codeblocks.html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http://mycpp.ru/cpp/scpp/cppd_graphics.h.html?ysclid=mgm41uix98858259815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520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46672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Введение в библиотеку </a:t>
            </a:r>
            <a:r>
              <a:rPr lang="en-US" b="1" dirty="0" err="1" smtClean="0"/>
              <a:t>graphics.h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937760" y="720030"/>
            <a:ext cx="7254240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одной из самых популярных библиотек для создания графических приложений на языке программирования C++. Она предоставляет простой и удобный интерфейс для рисования примитивов, работы с цветами и создания </a:t>
            </a: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анимаций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Эта библиотека часто используется в образовательных целях для обучения основам компьютерной графики. С её помощью можно легко создавать разнообразные графические элементы, такие как линии, круги, прямоугольники и другие фигуры, что делает её идеальным инструментом для начинающих программистов.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8689"/>
          <a:stretch/>
        </p:blipFill>
        <p:spPr>
          <a:xfrm>
            <a:off x="-15240" y="1460568"/>
            <a:ext cx="4953000" cy="3043238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15240" y="5349327"/>
            <a:ext cx="12192000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Кроме того,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работать с различными цветовыми палитрами и создавать анимации, что делает процесс обучения более интересным и наглядным. Важно отметить, что библиотека была разработана для работы с компилятором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Turbo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C++, который был популярен в 90-х годах. Однако, несмотря на её возраст, она до сих пор используется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людьми (в том числе, в образовании)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своей простоте и наглядности. </a:t>
            </a:r>
          </a:p>
        </p:txBody>
      </p:sp>
    </p:spTree>
    <p:extLst>
      <p:ext uri="{BB962C8B-B14F-4D97-AF65-F5344CB8AC3E}">
        <p14:creationId xmlns:p14="http://schemas.microsoft.com/office/powerpoint/2010/main" xmlns="" val="189873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46672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Требования и подготовка среды</a:t>
            </a:r>
            <a:r>
              <a:rPr lang="en-US" b="1" dirty="0" smtClean="0"/>
              <a:t> </a:t>
            </a:r>
            <a:r>
              <a:rPr lang="en-US" b="1" dirty="0" err="1" smtClean="0"/>
              <a:t>CodeBlocks</a:t>
            </a: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45720" y="973826"/>
            <a:ext cx="7421880" cy="5632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начала необходимо скачать библиотеку и все необходимые для ее работы файлы. 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Скачайте с сайта архив </a:t>
            </a:r>
            <a:r>
              <a:rPr lang="en-US" alt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Use-</a:t>
            </a:r>
            <a:r>
              <a:rPr lang="en-US" alt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endParaRPr lang="ru-RU" alt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Переместите из архива файлы </a:t>
            </a:r>
            <a:r>
              <a:rPr lang="en-US" alt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alt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winbgim.h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папку </a:t>
            </a:r>
            <a:r>
              <a:rPr lang="en-US" alt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alt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CodeBlocks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другой среды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А файл </a:t>
            </a:r>
            <a:r>
              <a:rPr lang="en-US" alt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libbgi.a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поместите в папку </a:t>
            </a:r>
            <a:r>
              <a:rPr lang="en-US" alt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 эти папки находятся в директории </a:t>
            </a:r>
            <a:r>
              <a:rPr lang="en-US" alt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MinGW</a:t>
            </a:r>
            <a:endParaRPr lang="ru-RU" alt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Скачайте с сайта архив проекта </a:t>
            </a:r>
            <a:r>
              <a:rPr lang="en-US" alt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grafika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В нем уже настроены все необходимые параметры компиляции. Если же Вы хотите создать своей проект с </a:t>
            </a:r>
            <a:r>
              <a:rPr lang="en-US" alt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то необходимо самостоятельно задать параметры компиляции через 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options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options.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Подробнее об этом можете почитать по первой ссылке в дополнительных материалах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175" y="980107"/>
            <a:ext cx="2409825" cy="280987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959" y="3500903"/>
            <a:ext cx="2196465" cy="3357097"/>
          </a:xfrm>
          <a:prstGeom prst="rect">
            <a:avLst/>
          </a:prstGeom>
        </p:spPr>
      </p:pic>
      <p:cxnSp>
        <p:nvCxnSpPr>
          <p:cNvPr id="15" name="Прямая со стрелкой 14"/>
          <p:cNvCxnSpPr/>
          <p:nvPr/>
        </p:nvCxnSpPr>
        <p:spPr>
          <a:xfrm flipV="1">
            <a:off x="7376160" y="2773680"/>
            <a:ext cx="2882264" cy="152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7025640" y="5013960"/>
            <a:ext cx="1203007" cy="9296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43732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46672"/>
            <a:ext cx="10515600" cy="1325563"/>
          </a:xfrm>
        </p:spPr>
        <p:txBody>
          <a:bodyPr/>
          <a:lstStyle/>
          <a:p>
            <a:pPr algn="ctr"/>
            <a:r>
              <a:rPr lang="ru-RU" b="1" smtClean="0"/>
              <a:t>Требования и подготовка среды</a:t>
            </a:r>
            <a:r>
              <a:rPr lang="en-US" b="1" smtClean="0"/>
              <a:t> CodeBlocks</a:t>
            </a:r>
            <a:endParaRPr lang="ru-RU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921307"/>
            <a:ext cx="742188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последнее, если Вы работаете с </a:t>
            </a:r>
            <a:r>
              <a:rPr lang="en-US" alt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CodeBlocks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хотите запустить скачанный ранее проект </a:t>
            </a:r>
            <a:r>
              <a:rPr lang="en-US" alt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grafika.cbp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используйте для этого исключительно </a:t>
            </a:r>
            <a:r>
              <a:rPr lang="en-US" alt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CbLauncher.exe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как открытие обычным </a:t>
            </a:r>
            <a:r>
              <a:rPr lang="en-US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codeblocls.exe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привести к успешной компиляции, но неудачному </a:t>
            </a: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запуску проекта.</a:t>
            </a:r>
            <a:endParaRPr lang="ru-RU" alt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78891"/>
            <a:ext cx="3242310" cy="35931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79" y="5145799"/>
            <a:ext cx="7246727" cy="164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15452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381952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Базовый проект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97713"/>
            <a:ext cx="7315200" cy="62478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же создаете проект самостоятельно, то после всех настроек компиляции можно создавать консольный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проект, подключить библиотеку в вашем коде и вводить базовый код. Для этого измените базовый проект следующим образом.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код: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Инициализирует окно для отображения графики размером 800 пикселей в ширину и 600 пикселей в высоту. Создает новое графическое окно, готовое для вывода изображений.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Рисует прямоугольник (закрашенный сплошным цветом) на экране с координатами верхнего левого угла (50,50) и нижнего правого угла (400,400). То есть прямоугольник занимает область размером примерно 350×350 пикселей, начиная с точки (50,50).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Приостанавливает выполнение программы до тех пор, пока пользователь не нажмет любую клавишу на клавиатуре 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getch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Таким образом, программа ждет нажатия клавиши перед закрытием окна, позволяя увидеть нарисованный прямоугольник.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Закрывает ранее открытое графическое окно и освобождает занимаемые ресурсы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closegraph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После вызова функции окно исчезает с экрана.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64388"/>
            <a:ext cx="4876800" cy="481387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482840" y="5548925"/>
            <a:ext cx="47091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код также по умолчанию вставлен в проект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grafika.cbp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сайте</a:t>
            </a:r>
            <a:endParaRPr 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3651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381952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Функции </a:t>
            </a:r>
            <a:r>
              <a:rPr lang="en-US" b="1" dirty="0" err="1" smtClean="0"/>
              <a:t>graphics.h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85069"/>
            <a:ext cx="498157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заголовочном файле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graphics.h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языке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программирования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++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объявлено 16 цветов: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BLACK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чёрный) — 0.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синий) — 1.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GREEN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зелёный) — 2.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CYAN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голубой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3.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красный) — 4.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MAGENTA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пурпурный) — 5.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BROWN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коричневый) — 6.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LIGHTGRAY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светло-серый) — 7.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DARKGRAY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тёмно-серый) — 8.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LIGHTBLUE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светло-синий) — 9.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LIGHTGREEN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светло-зелёный) — 10.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LIGHTCYAN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бирюзовый) — 11.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LIGHTRED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розовый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12.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LIGHTMAGENTA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светло-пурпурный) — 13.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YELLOW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жёлтый) — 14.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белый) — 15.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81950" y="2171700"/>
            <a:ext cx="4210050" cy="4067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62116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Более подробную информацию по работе с функциями и возможностях их вызовов изучите самостоятельно по ссылке в теоретических материалах «</a:t>
            </a:r>
            <a:r>
              <a:rPr lang="ru-RU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Графические возможности среды программирования на С++</a:t>
            </a:r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b="25877"/>
          <a:stretch>
            <a:fillRect/>
          </a:stretch>
        </p:blipFill>
        <p:spPr bwMode="auto">
          <a:xfrm>
            <a:off x="8115300" y="633753"/>
            <a:ext cx="4076700" cy="1214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095750" y="1616507"/>
            <a:ext cx="3848100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залить фигуру определенным цветом, необходимо установить цвет и шаблон заполнения которым будут заполняться фигуры (</a:t>
            </a:r>
            <a:r>
              <a:rPr lang="en-US" dirty="0" err="1" smtClean="0"/>
              <a:t>setfillstyle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цвет рисования фигуры (</a:t>
            </a:r>
            <a:r>
              <a:rPr lang="en-US" dirty="0" err="1" smtClean="0"/>
              <a:t>setcolor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и заполнить ограниченную определенным цветом область (</a:t>
            </a:r>
            <a:r>
              <a:rPr lang="en-US" dirty="0" err="1" smtClean="0"/>
              <a:t>floodfill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Почитайте про эти команды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подробнее самостоятельно.</a:t>
            </a:r>
            <a:endParaRPr lang="ru-RU" alt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 стрелкой 7"/>
          <p:cNvCxnSpPr>
            <a:stCxn id="7" idx="0"/>
            <a:endCxn id="1026" idx="1"/>
          </p:cNvCxnSpPr>
          <p:nvPr/>
        </p:nvCxnSpPr>
        <p:spPr>
          <a:xfrm rot="5400000" flipH="1" flipV="1">
            <a:off x="6879698" y="380905"/>
            <a:ext cx="375705" cy="20955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V="1">
            <a:off x="7172325" y="4552953"/>
            <a:ext cx="885828" cy="26669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4678320" y="4720709"/>
            <a:ext cx="3179805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 возможные команды библиотеки. Ознакомьтесь с ними по последней ссылке дополнительных материалов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273651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381952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Обработка мыши</a:t>
            </a:r>
            <a:endParaRPr lang="ru-RU" b="1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835457"/>
            <a:ext cx="121920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Высчитывать на глаз координаты того или иного объекта не очень удобно, поэтому кроме рисования можно написать обработчик клавиш мыши, который, например, будет возвращать координаты щелчка. (0,0) – левый верхний угол.</a:t>
            </a:r>
            <a:endParaRPr lang="ru-RU" alt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7475" y="2171700"/>
            <a:ext cx="9534525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124200"/>
            <a:ext cx="785812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5934670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Этот обработчик получает позицию щелчка правой кнопкой мыши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левой -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VK_LBUTTON) </a:t>
            </a:r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выводит ее на экран. С его помощью можно узнать координаты области, которую нужно закрасить с помощью </a:t>
            </a:r>
            <a:r>
              <a:rPr lang="en-US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floodfill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 проверить попадание мыши в определенную область</a:t>
            </a:r>
            <a:endParaRPr lang="ru-RU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365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" y="2271713"/>
            <a:ext cx="4721453" cy="94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381952"/>
            <a:ext cx="10515600" cy="1325563"/>
          </a:xfrm>
        </p:spPr>
        <p:txBody>
          <a:bodyPr/>
          <a:lstStyle/>
          <a:p>
            <a:pPr algn="ctr"/>
            <a:r>
              <a:rPr lang="ru-RU" b="1" dirty="0" smtClean="0"/>
              <a:t>Обработка мыши</a:t>
            </a:r>
            <a:endParaRPr lang="ru-RU" b="1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835457"/>
            <a:ext cx="1219200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Имея возможность получить координаты щелчка, мы можем проверять, попал ли этот щелчок в область фигуры и, в зависимости от условий, выполнять определенные действия.</a:t>
            </a:r>
            <a:endParaRPr lang="ru-RU" altLang="ru-RU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4283507"/>
            <a:ext cx="121920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выполнения задания 3 рекомендую рисование кнопки вынести в отдельную функцию. Если была нажата кнопка стереть, необходимо очистить рабочую область с помощью команды </a:t>
            </a:r>
            <a:r>
              <a:rPr lang="en-US" altLang="ru-RU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cleardevice</a:t>
            </a:r>
            <a:r>
              <a:rPr lang="en-US" altLang="ru-RU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altLang="ru-RU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заново </a:t>
            </a:r>
            <a:r>
              <a:rPr lang="ru-RU" alt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отрисовать</a:t>
            </a:r>
            <a:r>
              <a:rPr lang="ru-RU" alt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кнопки на тех же местах.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5749409"/>
            <a:ext cx="121920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добавления текста на экран можно использовать команду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outtextxy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(x+25,y,"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Маяк");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 rot="16200000" flipV="1">
            <a:off x="2095500" y="2876550"/>
            <a:ext cx="285750" cy="1333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1619250" y="3044309"/>
            <a:ext cx="270154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 можно получить координаты из структуры </a:t>
            </a:r>
            <a:r>
              <a:rPr lang="en-US" alt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lang="ru-RU" alt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предыдущего слайда</a:t>
            </a:r>
            <a:endParaRPr lang="ru-RU" sz="1400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rot="10800000" flipV="1">
            <a:off x="1847850" y="2095500"/>
            <a:ext cx="514350" cy="2857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2295525" y="1796534"/>
            <a:ext cx="2701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для передачи определите сами</a:t>
            </a:r>
            <a:endParaRPr lang="ru-RU" sz="1400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7381874" y="1838325"/>
            <a:ext cx="4810125" cy="1524000"/>
            <a:chOff x="6648450" y="1838325"/>
            <a:chExt cx="5543550" cy="2057400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648450" y="1838325"/>
              <a:ext cx="5543550" cy="2057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1" name="Прямоугольник 20"/>
            <p:cNvSpPr/>
            <p:nvPr/>
          </p:nvSpPr>
          <p:spPr>
            <a:xfrm>
              <a:off x="7953375" y="3429000"/>
              <a:ext cx="3533775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9" name="Прямая со стрелкой 8"/>
          <p:cNvCxnSpPr/>
          <p:nvPr/>
        </p:nvCxnSpPr>
        <p:spPr>
          <a:xfrm>
            <a:off x="2381250" y="2409825"/>
            <a:ext cx="5372100" cy="3143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8153400" y="3330059"/>
            <a:ext cx="36393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Проверять функцию можно в том же бесконечном цикле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xmlns="" val="12736510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792</Words>
  <Application>Microsoft Office PowerPoint</Application>
  <PresentationFormat>Произвольный</PresentationFormat>
  <Paragraphs>61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Работа с graphics.h</vt:lpstr>
      <vt:lpstr>Дополнительные материалы</vt:lpstr>
      <vt:lpstr>Введение в библиотеку graphics.h </vt:lpstr>
      <vt:lpstr>Требования и подготовка среды CodeBlocks</vt:lpstr>
      <vt:lpstr>Требования и подготовка среды CodeBlocks</vt:lpstr>
      <vt:lpstr>Базовый проект</vt:lpstr>
      <vt:lpstr>Функции graphics.h</vt:lpstr>
      <vt:lpstr>Обработка мыши</vt:lpstr>
      <vt:lpstr>Обработка мыши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graphics.h</dc:title>
  <dc:creator>user</dc:creator>
  <cp:lastModifiedBy>user</cp:lastModifiedBy>
  <cp:revision>25</cp:revision>
  <dcterms:created xsi:type="dcterms:W3CDTF">2025-10-11T05:49:31Z</dcterms:created>
  <dcterms:modified xsi:type="dcterms:W3CDTF">2025-10-15T14:15:29Z</dcterms:modified>
</cp:coreProperties>
</file>
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8" y="-7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9D521-9213-42F8-9F61-4BAC4E2D5E5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C5090-5692-466F-96CF-2F57939A52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9D521-9213-42F8-9F61-4BAC4E2D5E5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C5090-5692-466F-96CF-2F57939A52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9D521-9213-42F8-9F61-4BAC4E2D5E5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C5090-5692-466F-96CF-2F57939A52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9D521-9213-42F8-9F61-4BAC4E2D5E5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C5090-5692-466F-96CF-2F57939A52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9D521-9213-42F8-9F61-4BAC4E2D5E5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C5090-5692-466F-96CF-2F57939A52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9D521-9213-42F8-9F61-4BAC4E2D5E5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C5090-5692-466F-96CF-2F57939A52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9D521-9213-42F8-9F61-4BAC4E2D5E5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C5090-5692-466F-96CF-2F57939A52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9D521-9213-42F8-9F61-4BAC4E2D5E5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C5090-5692-466F-96CF-2F57939A52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9D521-9213-42F8-9F61-4BAC4E2D5E5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C5090-5692-466F-96CF-2F57939A52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9D521-9213-42F8-9F61-4BAC4E2D5E5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C5090-5692-466F-96CF-2F57939A52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9D521-9213-42F8-9F61-4BAC4E2D5E5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C5090-5692-466F-96CF-2F57939A52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9D521-9213-42F8-9F61-4BAC4E2D5E5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C5090-5692-466F-96CF-2F57939A5267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articles/148658/" TargetMode="External"/><Relationship Id="rId2" Type="http://schemas.openxmlformats.org/officeDocument/2006/relationships/hyperlink" Target="https://dzen.ru/a/YN4NWFLVGURgFeSo?ysclid=mnjclm0gj9367105741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cleverence.ru/articles/elektronnaya-kommertsiya/integratsiya-sayta-s-1s-kak-podklyuchit-i-svyazat-veb-resurs-s-po-instruktsiya-podklyucheniya-i-sinkh/" TargetMode="External"/><Relationship Id="rId4" Type="http://schemas.openxmlformats.org/officeDocument/2006/relationships/hyperlink" Target="https://&#1082;&#1091;&#1088;&#1089;&#1099;-&#1087;&#1086;-1&#1089;.&#1088;&#1092;/articles/2017-09-07-exchange-with-internet-services/?ysclid=mnjco31ag488206034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Взаимодействие 1С с сетью Интернет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357298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/>
              <a:t>Урок 63. Обработка: получение валюты с сайта центрального банка (Часть 3)</a:t>
            </a:r>
          </a:p>
          <a:p>
            <a:pPr algn="just"/>
            <a:r>
              <a:rPr lang="en-US" sz="2400" b="1" dirty="0" smtClean="0">
                <a:hlinkClick r:id="rId2"/>
              </a:rPr>
              <a:t>https://dzen.ru/a/YN4NWFLVGURgFeSo?ysclid=mnjclm0gj9367105741</a:t>
            </a:r>
            <a:endParaRPr lang="ru-RU" sz="2400" b="1" dirty="0" smtClean="0"/>
          </a:p>
          <a:p>
            <a:pPr algn="just"/>
            <a:r>
              <a:rPr lang="en-US" sz="2400" b="1" dirty="0" smtClean="0">
                <a:hlinkClick r:id="rId3"/>
              </a:rPr>
              <a:t>https://habr.com/ru/articles/148658/</a:t>
            </a:r>
            <a:endParaRPr lang="ru-RU" sz="2400" b="1" dirty="0" smtClean="0"/>
          </a:p>
          <a:p>
            <a:pPr algn="just"/>
            <a:endParaRPr lang="ru-RU" sz="2400" b="1" dirty="0"/>
          </a:p>
          <a:p>
            <a:pPr algn="just"/>
            <a:r>
              <a:rPr lang="ru-RU" sz="2400" b="1" dirty="0" smtClean="0"/>
              <a:t>[ Интеграция ] Как настроить обмен 1С с </a:t>
            </a:r>
            <a:r>
              <a:rPr lang="ru-RU" sz="2400" b="1" dirty="0" err="1" smtClean="0"/>
              <a:t>интернет-сервисами</a:t>
            </a:r>
            <a:endParaRPr lang="ru-RU" sz="2400" b="1" dirty="0" smtClean="0"/>
          </a:p>
          <a:p>
            <a:pPr algn="just"/>
            <a:r>
              <a:rPr lang="en-US" sz="2400" b="1" dirty="0" smtClean="0">
                <a:hlinkClick r:id="rId4"/>
              </a:rPr>
              <a:t>https://</a:t>
            </a:r>
            <a:r>
              <a:rPr lang="ru-RU" sz="2400" b="1" dirty="0" smtClean="0">
                <a:hlinkClick r:id="rId4"/>
              </a:rPr>
              <a:t>курсы-по-1с.рф/</a:t>
            </a:r>
            <a:r>
              <a:rPr lang="en-US" sz="2400" b="1" dirty="0" smtClean="0">
                <a:hlinkClick r:id="rId4"/>
              </a:rPr>
              <a:t>articles/2017-09-07-exchange-with-internet-services/?</a:t>
            </a:r>
            <a:r>
              <a:rPr lang="en-US" sz="2400" b="1" dirty="0" err="1" smtClean="0">
                <a:hlinkClick r:id="rId4"/>
              </a:rPr>
              <a:t>ysclid</a:t>
            </a:r>
            <a:r>
              <a:rPr lang="en-US" sz="2400" b="1" dirty="0" smtClean="0">
                <a:hlinkClick r:id="rId4"/>
              </a:rPr>
              <a:t>=mnjco31ag488206034</a:t>
            </a:r>
            <a:endParaRPr lang="ru-RU" sz="2400" b="1" dirty="0" smtClean="0"/>
          </a:p>
          <a:p>
            <a:pPr algn="just"/>
            <a:endParaRPr lang="ru-RU" sz="2400" b="1" dirty="0"/>
          </a:p>
          <a:p>
            <a:pPr algn="just"/>
            <a:r>
              <a:rPr lang="ru-RU" sz="2400" b="1" dirty="0" smtClean="0"/>
              <a:t>Интеграция сайта с 1С: как подключить и связать </a:t>
            </a:r>
            <a:r>
              <a:rPr lang="ru-RU" sz="2400" b="1" dirty="0" err="1" smtClean="0"/>
              <a:t>веб-ресурс</a:t>
            </a:r>
            <a:r>
              <a:rPr lang="ru-RU" sz="2400" b="1" dirty="0" smtClean="0"/>
              <a:t> с ПО — инструкция подключения и синхронизации </a:t>
            </a:r>
          </a:p>
          <a:p>
            <a:pPr algn="just"/>
            <a:r>
              <a:rPr lang="en-US" sz="2400" b="1" dirty="0" smtClean="0">
                <a:hlinkClick r:id="rId5"/>
              </a:rPr>
              <a:t>https://www.cleverence.ru/articles/elektronnaya-kommertsiya/integratsiya-sayta-s-1s-kak-podklyuchit-i-svyazat-veb-resurs-s-po-instruktsiya-podklyucheniya-i-sinkh/</a:t>
            </a:r>
            <a:endParaRPr lang="ru-RU" sz="2400" b="1" dirty="0" smtClean="0"/>
          </a:p>
          <a:p>
            <a:pPr algn="just"/>
            <a:endParaRPr lang="ru-RU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9" y="42770"/>
            <a:ext cx="6286544" cy="677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40777"/>
            <a:ext cx="9144000" cy="6717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/>
              <a:t>&amp;</a:t>
            </a:r>
            <a:r>
              <a:rPr lang="ru-RU" sz="1050" dirty="0" err="1" smtClean="0"/>
              <a:t>НаКлиенте</a:t>
            </a:r>
            <a:endParaRPr lang="ru-RU" sz="1050" dirty="0" smtClean="0"/>
          </a:p>
          <a:p>
            <a:r>
              <a:rPr lang="ru-RU" sz="1050" dirty="0" smtClean="0"/>
              <a:t>Процедура </a:t>
            </a:r>
            <a:r>
              <a:rPr lang="ru-RU" sz="1050" dirty="0" err="1" smtClean="0"/>
              <a:t>ВызовКлиента</a:t>
            </a:r>
            <a:r>
              <a:rPr lang="ru-RU" sz="1050" dirty="0" smtClean="0"/>
              <a:t>(Команда)</a:t>
            </a:r>
          </a:p>
          <a:p>
            <a:r>
              <a:rPr lang="ru-RU" sz="1050" dirty="0" smtClean="0"/>
              <a:t>    </a:t>
            </a:r>
            <a:r>
              <a:rPr lang="ru-RU" sz="1050" dirty="0" err="1" smtClean="0"/>
              <a:t>ПолучитьКурсЦБ</a:t>
            </a:r>
            <a:r>
              <a:rPr lang="ru-RU" sz="1050" dirty="0" smtClean="0"/>
              <a:t>();</a:t>
            </a:r>
          </a:p>
          <a:p>
            <a:r>
              <a:rPr lang="ru-RU" sz="1050" dirty="0" err="1" smtClean="0"/>
              <a:t>КонецПроцедуры</a:t>
            </a:r>
            <a:endParaRPr lang="ru-RU" sz="1050" dirty="0" smtClean="0"/>
          </a:p>
          <a:p>
            <a:endParaRPr lang="ru-RU" sz="1050" dirty="0" smtClean="0"/>
          </a:p>
          <a:p>
            <a:r>
              <a:rPr lang="ru-RU" sz="1050" dirty="0" smtClean="0"/>
              <a:t>Процедура </a:t>
            </a:r>
            <a:r>
              <a:rPr lang="ru-RU" sz="1050" dirty="0" err="1" smtClean="0"/>
              <a:t>ПолучитьКурсЦБ</a:t>
            </a:r>
            <a:r>
              <a:rPr lang="ru-RU" sz="1050" dirty="0" smtClean="0"/>
              <a:t>()</a:t>
            </a:r>
          </a:p>
          <a:p>
            <a:r>
              <a:rPr lang="ru-RU" sz="1050" dirty="0" smtClean="0"/>
              <a:t>    Попытка</a:t>
            </a:r>
          </a:p>
          <a:p>
            <a:r>
              <a:rPr lang="ru-RU" sz="1050" dirty="0" smtClean="0"/>
              <a:t>        Соединение = Новый </a:t>
            </a:r>
            <a:r>
              <a:rPr lang="ru-RU" sz="1050" dirty="0" err="1" smtClean="0"/>
              <a:t>HTTPСоединение</a:t>
            </a:r>
            <a:r>
              <a:rPr lang="ru-RU" sz="1050" dirty="0" smtClean="0"/>
              <a:t>("</a:t>
            </a:r>
            <a:r>
              <a:rPr lang="ru-RU" sz="1050" dirty="0" err="1" smtClean="0"/>
              <a:t>www.cbr.ru</a:t>
            </a:r>
            <a:r>
              <a:rPr lang="ru-RU" sz="1050" dirty="0" smtClean="0"/>
              <a:t>", 443, , , , , Новый </a:t>
            </a:r>
            <a:r>
              <a:rPr lang="ru-RU" sz="1050" dirty="0" err="1" smtClean="0"/>
              <a:t>ЗащищенноеСоединениеOpenSSL</a:t>
            </a:r>
            <a:r>
              <a:rPr lang="ru-RU" sz="1050" dirty="0" smtClean="0"/>
              <a:t>());</a:t>
            </a:r>
          </a:p>
          <a:p>
            <a:r>
              <a:rPr lang="ru-RU" sz="1050" dirty="0" smtClean="0"/>
              <a:t>        Запрос = Новый </a:t>
            </a:r>
            <a:r>
              <a:rPr lang="ru-RU" sz="1050" dirty="0" err="1" smtClean="0"/>
              <a:t>HTTPЗапрос</a:t>
            </a:r>
            <a:r>
              <a:rPr lang="ru-RU" sz="1050" dirty="0" smtClean="0"/>
              <a:t>("</a:t>
            </a:r>
            <a:r>
              <a:rPr lang="ru-RU" sz="1050" dirty="0" err="1" smtClean="0"/>
              <a:t>scripts</a:t>
            </a:r>
            <a:r>
              <a:rPr lang="ru-RU" sz="1050" dirty="0" smtClean="0"/>
              <a:t>/</a:t>
            </a:r>
            <a:r>
              <a:rPr lang="ru-RU" sz="1050" dirty="0" err="1" smtClean="0"/>
              <a:t>XML_daily.asp</a:t>
            </a:r>
            <a:r>
              <a:rPr lang="ru-RU" sz="1050" dirty="0" smtClean="0"/>
              <a:t>");</a:t>
            </a:r>
          </a:p>
          <a:p>
            <a:r>
              <a:rPr lang="ru-RU" sz="1050" dirty="0" smtClean="0"/>
              <a:t>        Ответ = </a:t>
            </a:r>
            <a:r>
              <a:rPr lang="ru-RU" sz="1050" dirty="0" err="1" smtClean="0"/>
              <a:t>Соединение.Получить</a:t>
            </a:r>
            <a:r>
              <a:rPr lang="ru-RU" sz="1050" dirty="0" smtClean="0"/>
              <a:t>(Запрос);</a:t>
            </a:r>
          </a:p>
          <a:p>
            <a:endParaRPr lang="ru-RU" sz="1050" dirty="0" smtClean="0"/>
          </a:p>
          <a:p>
            <a:r>
              <a:rPr lang="ru-RU" sz="1050" dirty="0" smtClean="0"/>
              <a:t>        Если </a:t>
            </a:r>
            <a:r>
              <a:rPr lang="ru-RU" sz="1050" dirty="0" err="1" smtClean="0"/>
              <a:t>Ответ.КодСостояния</a:t>
            </a:r>
            <a:r>
              <a:rPr lang="ru-RU" sz="1050" dirty="0" smtClean="0"/>
              <a:t> &lt;&gt; 200 Тогда</a:t>
            </a:r>
          </a:p>
          <a:p>
            <a:r>
              <a:rPr lang="ru-RU" sz="1050" dirty="0" smtClean="0"/>
              <a:t>            Сообщить("Ошибка HTTP: " + </a:t>
            </a:r>
            <a:r>
              <a:rPr lang="ru-RU" sz="1050" dirty="0" err="1" smtClean="0"/>
              <a:t>Ответ.КодСостояния</a:t>
            </a:r>
            <a:r>
              <a:rPr lang="ru-RU" sz="1050" dirty="0" smtClean="0"/>
              <a:t>);</a:t>
            </a:r>
          </a:p>
          <a:p>
            <a:r>
              <a:rPr lang="ru-RU" sz="1050" dirty="0" smtClean="0"/>
              <a:t>            Возврат;</a:t>
            </a:r>
          </a:p>
          <a:p>
            <a:r>
              <a:rPr lang="ru-RU" sz="1050" dirty="0" smtClean="0"/>
              <a:t>        </a:t>
            </a:r>
            <a:r>
              <a:rPr lang="ru-RU" sz="1050" dirty="0" err="1" smtClean="0"/>
              <a:t>КонецЕсли</a:t>
            </a:r>
            <a:r>
              <a:rPr lang="ru-RU" sz="1050" dirty="0" smtClean="0"/>
              <a:t>;</a:t>
            </a:r>
          </a:p>
          <a:p>
            <a:endParaRPr lang="ru-RU" sz="1050" dirty="0" smtClean="0"/>
          </a:p>
          <a:p>
            <a:r>
              <a:rPr lang="ru-RU" sz="1050" dirty="0" smtClean="0"/>
              <a:t>        </a:t>
            </a:r>
            <a:r>
              <a:rPr lang="ru-RU" sz="1050" dirty="0" err="1" smtClean="0"/>
              <a:t>ТекстОтвета</a:t>
            </a:r>
            <a:r>
              <a:rPr lang="ru-RU" sz="1050" dirty="0" smtClean="0"/>
              <a:t> = </a:t>
            </a:r>
            <a:r>
              <a:rPr lang="ru-RU" sz="1050" dirty="0" err="1" smtClean="0"/>
              <a:t>Ответ.ПолучитьТелоКакСтроку</a:t>
            </a:r>
            <a:r>
              <a:rPr lang="ru-RU" sz="1050" dirty="0" smtClean="0"/>
              <a:t>();</a:t>
            </a:r>
          </a:p>
          <a:p>
            <a:endParaRPr lang="ru-RU" sz="1050" dirty="0" smtClean="0"/>
          </a:p>
          <a:p>
            <a:r>
              <a:rPr lang="ru-RU" sz="1050" dirty="0" smtClean="0"/>
              <a:t>        // Создаем объект для работы с регулярными выражениями</a:t>
            </a:r>
          </a:p>
          <a:p>
            <a:r>
              <a:rPr lang="ru-RU" sz="1050" dirty="0" smtClean="0"/>
              <a:t>        </a:t>
            </a:r>
            <a:r>
              <a:rPr lang="ru-RU" sz="1050" dirty="0" err="1" smtClean="0"/>
              <a:t>РегулярноеВыражение</a:t>
            </a:r>
            <a:r>
              <a:rPr lang="ru-RU" sz="1050" dirty="0" smtClean="0"/>
              <a:t> = Новый </a:t>
            </a:r>
            <a:r>
              <a:rPr lang="ru-RU" sz="1050" dirty="0" err="1" smtClean="0"/>
              <a:t>COMОбъект</a:t>
            </a:r>
            <a:r>
              <a:rPr lang="ru-RU" sz="1050" dirty="0" smtClean="0"/>
              <a:t>("</a:t>
            </a:r>
            <a:r>
              <a:rPr lang="ru-RU" sz="1050" dirty="0" err="1" smtClean="0"/>
              <a:t>VBScript.RegExp</a:t>
            </a:r>
            <a:r>
              <a:rPr lang="ru-RU" sz="1050" dirty="0" smtClean="0"/>
              <a:t>");</a:t>
            </a:r>
          </a:p>
          <a:p>
            <a:r>
              <a:rPr lang="ru-RU" sz="1050" dirty="0" smtClean="0"/>
              <a:t>        </a:t>
            </a:r>
            <a:r>
              <a:rPr lang="ru-RU" sz="1050" dirty="0" err="1" smtClean="0"/>
              <a:t>РегулярноеВыражение.IgnoreCase</a:t>
            </a:r>
            <a:r>
              <a:rPr lang="ru-RU" sz="1050" dirty="0" smtClean="0"/>
              <a:t> = Истина; // Игнорировать регистр</a:t>
            </a:r>
          </a:p>
          <a:p>
            <a:r>
              <a:rPr lang="ru-RU" sz="1050" dirty="0" smtClean="0"/>
              <a:t>        </a:t>
            </a:r>
            <a:r>
              <a:rPr lang="ru-RU" sz="1050" dirty="0" err="1" smtClean="0"/>
              <a:t>РегулярноеВыражение.Global</a:t>
            </a:r>
            <a:r>
              <a:rPr lang="ru-RU" sz="1050" dirty="0" smtClean="0"/>
              <a:t> = Истина;     // Искать все совпадения</a:t>
            </a:r>
          </a:p>
          <a:p>
            <a:r>
              <a:rPr lang="ru-RU" sz="1050" dirty="0" smtClean="0"/>
              <a:t>        </a:t>
            </a:r>
          </a:p>
          <a:p>
            <a:r>
              <a:rPr lang="ru-RU" sz="1050" dirty="0" smtClean="0"/>
              <a:t>        // Ищем блок USD. Шаблон: &lt;</a:t>
            </a:r>
            <a:r>
              <a:rPr lang="ru-RU" sz="1050" dirty="0" err="1" smtClean="0"/>
              <a:t>CharCode</a:t>
            </a:r>
            <a:r>
              <a:rPr lang="ru-RU" sz="1050" dirty="0" smtClean="0"/>
              <a:t>&gt;USD&lt;/</a:t>
            </a:r>
            <a:r>
              <a:rPr lang="ru-RU" sz="1050" dirty="0" err="1" smtClean="0"/>
              <a:t>CharCode</a:t>
            </a:r>
            <a:r>
              <a:rPr lang="ru-RU" sz="1050" dirty="0" smtClean="0"/>
              <a:t>&gt;...&lt;</a:t>
            </a:r>
            <a:r>
              <a:rPr lang="ru-RU" sz="1050" dirty="0" err="1" smtClean="0"/>
              <a:t>Value</a:t>
            </a:r>
            <a:r>
              <a:rPr lang="ru-RU" sz="1050" dirty="0" smtClean="0"/>
              <a:t>&gt;число&lt;/</a:t>
            </a:r>
            <a:r>
              <a:rPr lang="ru-RU" sz="1050" dirty="0" err="1" smtClean="0"/>
              <a:t>Value</a:t>
            </a:r>
            <a:r>
              <a:rPr lang="ru-RU" sz="1050" dirty="0" smtClean="0"/>
              <a:t>&gt;</a:t>
            </a:r>
          </a:p>
          <a:p>
            <a:r>
              <a:rPr lang="ru-RU" sz="1050" dirty="0" smtClean="0"/>
              <a:t>        </a:t>
            </a:r>
            <a:r>
              <a:rPr lang="ru-RU" sz="1050" dirty="0" err="1" smtClean="0"/>
              <a:t>РегулярноеВыражение.Pattern</a:t>
            </a:r>
            <a:r>
              <a:rPr lang="ru-RU" sz="1050" dirty="0" smtClean="0"/>
              <a:t> = "&lt;</a:t>
            </a:r>
            <a:r>
              <a:rPr lang="ru-RU" sz="1050" dirty="0" err="1" smtClean="0"/>
              <a:t>CharCode</a:t>
            </a:r>
            <a:r>
              <a:rPr lang="ru-RU" sz="1050" dirty="0" smtClean="0"/>
              <a:t>&gt;USD&lt;/</a:t>
            </a:r>
            <a:r>
              <a:rPr lang="ru-RU" sz="1050" dirty="0" err="1" smtClean="0"/>
              <a:t>CharCode</a:t>
            </a:r>
            <a:r>
              <a:rPr lang="ru-RU" sz="1050" dirty="0" smtClean="0"/>
              <a:t>&gt;.*?&lt;</a:t>
            </a:r>
            <a:r>
              <a:rPr lang="ru-RU" sz="1050" dirty="0" err="1" smtClean="0"/>
              <a:t>Value</a:t>
            </a:r>
            <a:r>
              <a:rPr lang="ru-RU" sz="1050" dirty="0" smtClean="0"/>
              <a:t>&gt;([\</a:t>
            </a:r>
            <a:r>
              <a:rPr lang="ru-RU" sz="1050" dirty="0" err="1" smtClean="0"/>
              <a:t>d</a:t>
            </a:r>
            <a:r>
              <a:rPr lang="ru-RU" sz="1050" dirty="0" smtClean="0"/>
              <a:t>,]+)&lt;/</a:t>
            </a:r>
            <a:r>
              <a:rPr lang="ru-RU" sz="1050" dirty="0" err="1" smtClean="0"/>
              <a:t>Value</a:t>
            </a:r>
            <a:r>
              <a:rPr lang="ru-RU" sz="1050" dirty="0" smtClean="0"/>
              <a:t>&gt;";</a:t>
            </a:r>
          </a:p>
          <a:p>
            <a:r>
              <a:rPr lang="ru-RU" sz="1050" dirty="0" smtClean="0"/>
              <a:t>        </a:t>
            </a:r>
          </a:p>
          <a:p>
            <a:r>
              <a:rPr lang="ru-RU" sz="1050" dirty="0" smtClean="0"/>
              <a:t>        Совпадения = </a:t>
            </a:r>
            <a:r>
              <a:rPr lang="ru-RU" sz="1050" dirty="0" err="1" smtClean="0"/>
              <a:t>РегулярноеВыражение.Execute</a:t>
            </a:r>
            <a:r>
              <a:rPr lang="ru-RU" sz="1050" dirty="0" smtClean="0"/>
              <a:t>(</a:t>
            </a:r>
            <a:r>
              <a:rPr lang="ru-RU" sz="1050" dirty="0" err="1" smtClean="0"/>
              <a:t>ТекстОтвета</a:t>
            </a:r>
            <a:r>
              <a:rPr lang="ru-RU" sz="1050" dirty="0" smtClean="0"/>
              <a:t>);</a:t>
            </a:r>
          </a:p>
          <a:p>
            <a:endParaRPr lang="ru-RU" sz="1050" dirty="0" smtClean="0"/>
          </a:p>
          <a:p>
            <a:r>
              <a:rPr lang="ru-RU" sz="1050" dirty="0" smtClean="0"/>
              <a:t>        Если </a:t>
            </a:r>
            <a:r>
              <a:rPr lang="ru-RU" sz="1050" dirty="0" err="1" smtClean="0"/>
              <a:t>Совпадения.Count</a:t>
            </a:r>
            <a:r>
              <a:rPr lang="ru-RU" sz="1050" dirty="0" smtClean="0"/>
              <a:t>() &gt; 0 Тогда</a:t>
            </a:r>
          </a:p>
          <a:p>
            <a:r>
              <a:rPr lang="ru-RU" sz="1050" dirty="0" smtClean="0"/>
              <a:t>            // Берем первое найденное совпадение (группа 1 содержит само число)</a:t>
            </a:r>
          </a:p>
          <a:p>
            <a:r>
              <a:rPr lang="ru-RU" sz="1050" dirty="0" smtClean="0"/>
              <a:t>            </a:t>
            </a:r>
            <a:r>
              <a:rPr lang="ru-RU" sz="1050" dirty="0" err="1" smtClean="0"/>
              <a:t>КурсСтрока</a:t>
            </a:r>
            <a:r>
              <a:rPr lang="ru-RU" sz="1050" dirty="0" smtClean="0"/>
              <a:t> = </a:t>
            </a:r>
            <a:r>
              <a:rPr lang="ru-RU" sz="1050" dirty="0" err="1" smtClean="0"/>
              <a:t>Совпадения.Item</a:t>
            </a:r>
            <a:r>
              <a:rPr lang="ru-RU" sz="1050" dirty="0" smtClean="0"/>
              <a:t>(0).</a:t>
            </a:r>
            <a:r>
              <a:rPr lang="ru-RU" sz="1050" dirty="0" err="1" smtClean="0"/>
              <a:t>SubMatches</a:t>
            </a:r>
            <a:r>
              <a:rPr lang="ru-RU" sz="1050" dirty="0" smtClean="0"/>
              <a:t>(0);</a:t>
            </a:r>
          </a:p>
          <a:p>
            <a:r>
              <a:rPr lang="ru-RU" sz="1050" dirty="0" smtClean="0"/>
              <a:t>            </a:t>
            </a:r>
            <a:r>
              <a:rPr lang="ru-RU" sz="1050" dirty="0" err="1" smtClean="0"/>
              <a:t>КурсЧисло</a:t>
            </a:r>
            <a:r>
              <a:rPr lang="ru-RU" sz="1050" dirty="0" smtClean="0"/>
              <a:t> = Число(</a:t>
            </a:r>
            <a:r>
              <a:rPr lang="ru-RU" sz="1050" dirty="0" err="1" smtClean="0"/>
              <a:t>СтрЗаменить</a:t>
            </a:r>
            <a:r>
              <a:rPr lang="ru-RU" sz="1050" dirty="0" smtClean="0"/>
              <a:t>(</a:t>
            </a:r>
            <a:r>
              <a:rPr lang="ru-RU" sz="1050" dirty="0" err="1" smtClean="0"/>
              <a:t>КурсСтрока</a:t>
            </a:r>
            <a:r>
              <a:rPr lang="ru-RU" sz="1050" dirty="0" smtClean="0"/>
              <a:t>, ",", "."));</a:t>
            </a:r>
          </a:p>
          <a:p>
            <a:r>
              <a:rPr lang="ru-RU" sz="1050" dirty="0" smtClean="0"/>
              <a:t>            Сообщить("Курс доллара на сегодня (ЦБ РФ): " + </a:t>
            </a:r>
            <a:r>
              <a:rPr lang="ru-RU" sz="1050" dirty="0" err="1" smtClean="0"/>
              <a:t>КурсЧисло</a:t>
            </a:r>
            <a:r>
              <a:rPr lang="ru-RU" sz="1050" dirty="0" smtClean="0"/>
              <a:t> + " руб.");</a:t>
            </a:r>
          </a:p>
          <a:p>
            <a:r>
              <a:rPr lang="ru-RU" sz="1050" dirty="0" smtClean="0"/>
              <a:t>        Иначе</a:t>
            </a:r>
          </a:p>
          <a:p>
            <a:r>
              <a:rPr lang="ru-RU" sz="1050" dirty="0" smtClean="0"/>
              <a:t>            Сообщить("Не удалось найти USD в ответе ЦБ РФ.");</a:t>
            </a:r>
          </a:p>
          <a:p>
            <a:r>
              <a:rPr lang="ru-RU" sz="1050" dirty="0" smtClean="0"/>
              <a:t>        </a:t>
            </a:r>
            <a:r>
              <a:rPr lang="ru-RU" sz="1050" dirty="0" err="1" smtClean="0"/>
              <a:t>КонецЕсли</a:t>
            </a:r>
            <a:r>
              <a:rPr lang="ru-RU" sz="1050" dirty="0" smtClean="0"/>
              <a:t>;</a:t>
            </a:r>
          </a:p>
          <a:p>
            <a:endParaRPr lang="ru-RU" sz="1050" dirty="0" smtClean="0"/>
          </a:p>
          <a:p>
            <a:r>
              <a:rPr lang="ru-RU" sz="1050" dirty="0" smtClean="0"/>
              <a:t>    Исключение</a:t>
            </a:r>
          </a:p>
          <a:p>
            <a:r>
              <a:rPr lang="ru-RU" sz="1050" dirty="0" smtClean="0"/>
              <a:t>        Сообщить("Произошла ошибка: " + </a:t>
            </a:r>
            <a:r>
              <a:rPr lang="ru-RU" sz="1050" dirty="0" err="1" smtClean="0"/>
              <a:t>ОписаниеОшибки</a:t>
            </a:r>
            <a:r>
              <a:rPr lang="ru-RU" sz="1050" dirty="0" smtClean="0"/>
              <a:t>());</a:t>
            </a:r>
          </a:p>
          <a:p>
            <a:r>
              <a:rPr lang="ru-RU" sz="1050" dirty="0" smtClean="0"/>
              <a:t>    </a:t>
            </a:r>
            <a:r>
              <a:rPr lang="ru-RU" sz="1050" dirty="0" err="1" smtClean="0"/>
              <a:t>КонецПопытки</a:t>
            </a:r>
            <a:r>
              <a:rPr lang="ru-RU" sz="1050" dirty="0" smtClean="0"/>
              <a:t>;</a:t>
            </a:r>
          </a:p>
          <a:p>
            <a:r>
              <a:rPr lang="ru-RU" sz="1050" dirty="0" err="1" smtClean="0"/>
              <a:t>КонецПроцедуры</a:t>
            </a:r>
            <a:endParaRPr lang="ru-RU" sz="105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3515" y="5857892"/>
            <a:ext cx="4500486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SOAP-</a:t>
            </a:r>
            <a:r>
              <a:rPr lang="ru-RU" dirty="0" smtClean="0"/>
              <a:t>взаимодействие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5829300" cy="3514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572000"/>
            <a:ext cx="549592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4071942"/>
            <a:ext cx="50720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SOAP‑</a:t>
            </a:r>
            <a:r>
              <a:rPr lang="ru-RU" b="1" dirty="0" smtClean="0"/>
              <a:t>запрос (автоматически формируется 1С)</a:t>
            </a:r>
            <a:endParaRPr lang="ru-RU" b="1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875" y="4953000"/>
            <a:ext cx="557212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4643438" y="4429132"/>
            <a:ext cx="4237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SOAP‑</a:t>
            </a:r>
            <a:r>
              <a:rPr lang="ru-RU" b="1" dirty="0" smtClean="0"/>
              <a:t>ответ (автоматически </a:t>
            </a:r>
            <a:r>
              <a:rPr lang="ru-RU" b="1" dirty="0" err="1" smtClean="0"/>
              <a:t>парсится</a:t>
            </a:r>
            <a:r>
              <a:rPr lang="ru-RU" b="1" dirty="0" smtClean="0"/>
              <a:t> 1С)</a:t>
            </a:r>
            <a:endParaRPr lang="ru-RU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309</Words>
  <Application>Microsoft Office PowerPoint</Application>
  <PresentationFormat>Экран (4:3)</PresentationFormat>
  <Paragraphs>55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Взаимодействие 1С с сетью Интернет</vt:lpstr>
      <vt:lpstr>Дополнительные материалы</vt:lpstr>
      <vt:lpstr>Слайд 3</vt:lpstr>
      <vt:lpstr>Слайд 4</vt:lpstr>
      <vt:lpstr>SOAP-взаимодействие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6</cp:revision>
  <dcterms:created xsi:type="dcterms:W3CDTF">2026-04-03T20:17:52Z</dcterms:created>
  <dcterms:modified xsi:type="dcterms:W3CDTF">2026-04-03T20:55:28Z</dcterms:modified>
</cp:coreProperties>
</file>
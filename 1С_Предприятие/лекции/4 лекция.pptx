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02821-E2FD-49D1-B0D6-1A4FC28D9AC9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9A85B-07A1-47AA-8D54-257E8F0FFF5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course/228003/info" TargetMode="External"/><Relationship Id="rId2" Type="http://schemas.openxmlformats.org/officeDocument/2006/relationships/hyperlink" Target="https://&#1082;&#1091;&#1088;&#1089;&#1099;-&#1087;&#1086;-1&#1089;.&#1088;&#1092;/articles/%D1%80%D0%B0%D0%B1%D0%BE%D1%82%D0%B0-%D1%81-%D1%83%D0%BD%D0%B8%D0%B2%D0%B5%D1%80%D1%81%D0%B0%D0%BB%D1%8C%D0%BD%D1%8B%D0%BC%D0%B8-%D0%BA%D0%BE%D0%BB%D0%BB%D0%B5%D0%BA%D1%86%D0%B8%D1%8F%D0%BC%D0%B8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Универсальные коллекции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smtClean="0"/>
              <a:t>Дополнительные материалы</a:t>
            </a: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714356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Как в 1С работать с универсальными коллекциями (бесплатная статья по Программированию в 1С) из цикла статей «Первые шаги в разработке на 1С»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Встроенный язык программирования 1С:Предприятие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https://stepik.org/course/228003/info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строенный язык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81725" y="428604"/>
            <a:ext cx="2962275" cy="55435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1428736"/>
            <a:ext cx="59293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Универсальные коллекции значений — это объекты во встроенном языке платформы «1С:Предприятие», предназначенные для временного хранения наборов данных в течение сеанса работы пользователя. Они используются для вспомогательного сбора, группировки, анализа и обработки информации.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0963"/>
            <a:ext cx="9153859" cy="6205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ucarecdn.stepik.net/173d4c24-f072-46a5-9186-59fa2150f0b8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19800" cy="24955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5572132" y="0"/>
            <a:ext cx="35718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 помощью отладки проверим правильность присвоения элементами значений.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Установим точку останова на строке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КонецПроцедуры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После срабатывания 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точки останова, открываем табло, пишем название Массива в табло,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адалее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установив курсор на названии массива ПКМ выводим следующее диалоговое окно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90" name="Picture 6" descr="https://ucarecdn.stepik.net/36d0b06c-d95f-43c8-9a78-fdc4329d124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294" y="2000240"/>
            <a:ext cx="4333706" cy="1428760"/>
          </a:xfrm>
          <a:prstGeom prst="rect">
            <a:avLst/>
          </a:prstGeom>
          <a:noFill/>
        </p:spPr>
      </p:pic>
      <p:pic>
        <p:nvPicPr>
          <p:cNvPr id="16392" name="Picture 8" descr="https://ucarecdn.stepik.net/9d9b911e-9511-4748-b223-d50f20c7d374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2500306"/>
            <a:ext cx="2928958" cy="2069965"/>
          </a:xfrm>
          <a:prstGeom prst="rect">
            <a:avLst/>
          </a:prstGeom>
          <a:noFill/>
        </p:spPr>
      </p:pic>
      <p:pic>
        <p:nvPicPr>
          <p:cNvPr id="16394" name="Picture 10" descr="https://ucarecdn.stepik.net/b98d1c9c-aab6-4440-86b3-eee1f43f6019/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4580014"/>
            <a:ext cx="3500462" cy="2277985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0" y="3533775"/>
            <a:ext cx="43910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5" descr="https://ucarecdn.stepik.net/dcc2d0d5-0366-49dd-be5d-61a5f204f3d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1"/>
            <a:ext cx="4849691" cy="271464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3214678" y="0"/>
            <a:ext cx="2541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/>
              <a:t>Соответствие</a:t>
            </a: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5506" y="2509088"/>
            <a:ext cx="6648494" cy="434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214678" y="0"/>
            <a:ext cx="32319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/>
              <a:t>Список значений</a:t>
            </a:r>
            <a:endParaRPr lang="ru-RU" sz="3200" b="1" dirty="0"/>
          </a:p>
        </p:txBody>
      </p:sp>
      <p:pic>
        <p:nvPicPr>
          <p:cNvPr id="18434" name="Picture 2" descr="https://ucarecdn.stepik.net/49cb1fc0-1b4c-4fed-aa09-e557445eb98c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3886200" cy="2581276"/>
          </a:xfrm>
          <a:prstGeom prst="rect">
            <a:avLst/>
          </a:prstGeom>
          <a:noFill/>
        </p:spPr>
      </p:pic>
      <p:pic>
        <p:nvPicPr>
          <p:cNvPr id="18436" name="Picture 4" descr="https://ucarecdn.stepik.net/9aa9e5d3-1dd9-431e-a0fd-f2126377f6b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642918"/>
            <a:ext cx="5214942" cy="2476501"/>
          </a:xfrm>
          <a:prstGeom prst="rect">
            <a:avLst/>
          </a:prstGeom>
          <a:noFill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4" y="3071810"/>
            <a:ext cx="5423461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87</Words>
  <Application>Microsoft Office PowerPoint</Application>
  <PresentationFormat>Экран 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Универсальные коллекции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2026-03-28T20:06:42Z</dcterms:created>
  <dcterms:modified xsi:type="dcterms:W3CDTF">2026-03-28T20:42:31Z</dcterms:modified>
</cp:coreProperties>
</file>
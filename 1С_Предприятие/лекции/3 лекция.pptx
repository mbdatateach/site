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107" d="100"/>
          <a:sy n="107" d="100"/>
        </p:scale>
        <p:origin x="-165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164BE-D66A-4271-84DB-1DFB15F9F296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EDCFD-5AFD-456C-A5F9-E4C1C95E2D1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164BE-D66A-4271-84DB-1DFB15F9F296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EDCFD-5AFD-456C-A5F9-E4C1C95E2D1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164BE-D66A-4271-84DB-1DFB15F9F296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EDCFD-5AFD-456C-A5F9-E4C1C95E2D1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164BE-D66A-4271-84DB-1DFB15F9F296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EDCFD-5AFD-456C-A5F9-E4C1C95E2D1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164BE-D66A-4271-84DB-1DFB15F9F296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EDCFD-5AFD-456C-A5F9-E4C1C95E2D1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164BE-D66A-4271-84DB-1DFB15F9F296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EDCFD-5AFD-456C-A5F9-E4C1C95E2D1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164BE-D66A-4271-84DB-1DFB15F9F296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EDCFD-5AFD-456C-A5F9-E4C1C95E2D1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164BE-D66A-4271-84DB-1DFB15F9F296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EDCFD-5AFD-456C-A5F9-E4C1C95E2D1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164BE-D66A-4271-84DB-1DFB15F9F296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EDCFD-5AFD-456C-A5F9-E4C1C95E2D1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164BE-D66A-4271-84DB-1DFB15F9F296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EDCFD-5AFD-456C-A5F9-E4C1C95E2D1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5164BE-D66A-4271-84DB-1DFB15F9F296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2EDCFD-5AFD-456C-A5F9-E4C1C95E2D1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5164BE-D66A-4271-84DB-1DFB15F9F296}" type="datetimeFigureOut">
              <a:rPr lang="ru-RU" smtClean="0"/>
              <a:t>22.03.2026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2EDCFD-5AFD-456C-A5F9-E4C1C95E2D1F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357214"/>
            <a:ext cx="8229600" cy="1143000"/>
          </a:xfrm>
        </p:spPr>
        <p:txBody>
          <a:bodyPr/>
          <a:lstStyle/>
          <a:p>
            <a:r>
              <a:rPr lang="ru-RU" dirty="0" smtClean="0"/>
              <a:t>ЕСЛИ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857232"/>
            <a:ext cx="3357554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Оператор 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Если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 в языке программирования 1С:Предприятие используется для выполнения условных операций. Он позволяет выполнять определенные действия в зависимости от того, выполняется ли заданное условие или нет. Синтаксис оператора 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Если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выглядит следующим образом: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428992" y="500042"/>
            <a:ext cx="5715008" cy="3743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714480" y="4286256"/>
            <a:ext cx="5572164" cy="25717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1643050"/>
            <a:ext cx="4429124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Создайте внешнюю обработку, которая просит пользователя ввести число А и:</a:t>
            </a:r>
          </a:p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Если число больше 5, сообщить разницу между числом и 5;</a:t>
            </a:r>
          </a:p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Если число меньше 5, сообщить разницу между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5 и этим числом;</a:t>
            </a:r>
          </a:p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Иначе сообщить А=5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485935" y="428604"/>
            <a:ext cx="4658065" cy="11430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214942" y="2124075"/>
            <a:ext cx="3629025" cy="473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357214"/>
            <a:ext cx="8229600" cy="1143000"/>
          </a:xfrm>
        </p:spPr>
        <p:txBody>
          <a:bodyPr/>
          <a:lstStyle/>
          <a:p>
            <a:r>
              <a:rPr lang="ru-RU" dirty="0" smtClean="0"/>
              <a:t>Циклы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571480"/>
            <a:ext cx="9144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 языке 1С:Предприятие циклы — это не просто повторение кода, а мощный инструмент для автоматизации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бизнес-логики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 Они позволяют эффективно обрабатывать данные, будь то перебор документов, строк таблицы или выполнение действий до достижения нужного условия.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074" name="Picture 2" descr="https://ucarecdn.stepik.net/3129ed7c-cc48-4cf7-a23b-49d2bbc9e244/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1857364"/>
            <a:ext cx="4000528" cy="3091317"/>
          </a:xfrm>
          <a:prstGeom prst="rect">
            <a:avLst/>
          </a:prstGeom>
          <a:noFill/>
        </p:spPr>
      </p:pic>
      <p:pic>
        <p:nvPicPr>
          <p:cNvPr id="3076" name="Picture 4" descr="https://ucarecdn.stepik.net/aaba398e-fd51-478e-9e04-a056583757d8/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143372" y="1714488"/>
            <a:ext cx="5000628" cy="3648076"/>
          </a:xfrm>
          <a:prstGeom prst="rect">
            <a:avLst/>
          </a:prstGeom>
          <a:noFill/>
        </p:spPr>
      </p:pic>
      <p:pic>
        <p:nvPicPr>
          <p:cNvPr id="3078" name="Picture 6" descr="https://ucarecdn.stepik.net/083fe81c-4862-459c-940d-bd8f653fde6e/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500166" y="4871833"/>
            <a:ext cx="3676626" cy="198616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 descr="https://ucarecdn.stepik.net/04d70b5e-cb8a-4c65-a136-81fe3b7db1e7/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0"/>
            <a:ext cx="5610225" cy="3476626"/>
          </a:xfrm>
          <a:prstGeom prst="rect">
            <a:avLst/>
          </a:prstGeom>
          <a:noFill/>
        </p:spPr>
      </p:pic>
      <p:sp>
        <p:nvSpPr>
          <p:cNvPr id="3" name="Прямоугольник 2"/>
          <p:cNvSpPr/>
          <p:nvPr/>
        </p:nvSpPr>
        <p:spPr>
          <a:xfrm>
            <a:off x="0" y="3857628"/>
            <a:ext cx="4643438" cy="1785104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Создайте внешнюю обработку, которая произвольным образом реализовывала бы функционал работы с циклами. Опирайтесь на интерфейс на изображении ниже</a:t>
            </a:r>
            <a:endParaRPr lang="ru-RU" sz="22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843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5715016"/>
            <a:ext cx="5429256" cy="1019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8436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772329" y="3786190"/>
            <a:ext cx="4371671" cy="11239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8437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5524500" y="5114925"/>
            <a:ext cx="3619500" cy="174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8438" name="Picture 6"/>
          <p:cNvPicPr>
            <a:picLocks noChangeAspect="1"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auto">
          <a:xfrm>
            <a:off x="5629275" y="2000240"/>
            <a:ext cx="3514725" cy="167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103</Words>
  <Application>Microsoft Office PowerPoint</Application>
  <PresentationFormat>Экран (4:3)</PresentationFormat>
  <Paragraphs>9</Paragraphs>
  <Slides>5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6" baseType="lpstr">
      <vt:lpstr>Тема Office</vt:lpstr>
      <vt:lpstr>Слайд 1</vt:lpstr>
      <vt:lpstr>ЕСЛИ</vt:lpstr>
      <vt:lpstr>Слайд 3</vt:lpstr>
      <vt:lpstr>Циклы</vt:lpstr>
      <vt:lpstr>Слайд 5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2</cp:revision>
  <dcterms:created xsi:type="dcterms:W3CDTF">2026-03-22T11:40:11Z</dcterms:created>
  <dcterms:modified xsi:type="dcterms:W3CDTF">2026-03-22T11:53:58Z</dcterms:modified>
</cp:coreProperties>
</file>
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2826" y="-14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AD30-A493-4228-953D-33BD9273FC76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BD43-D45A-4E02-8B5E-36F4094C34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447967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AD30-A493-4228-953D-33BD9273FC76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BD43-D45A-4E02-8B5E-36F4094C34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76141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AD30-A493-4228-953D-33BD9273FC76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BD43-D45A-4E02-8B5E-36F4094C34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3617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AD30-A493-4228-953D-33BD9273FC76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BD43-D45A-4E02-8B5E-36F4094C34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30123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AD30-A493-4228-953D-33BD9273FC76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BD43-D45A-4E02-8B5E-36F4094C34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7937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AD30-A493-4228-953D-33BD9273FC76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BD43-D45A-4E02-8B5E-36F4094C34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75596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AD30-A493-4228-953D-33BD9273FC76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BD43-D45A-4E02-8B5E-36F4094C34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84898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AD30-A493-4228-953D-33BD9273FC76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BD43-D45A-4E02-8B5E-36F4094C34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61171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AD30-A493-4228-953D-33BD9273FC76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BD43-D45A-4E02-8B5E-36F4094C34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63381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AD30-A493-4228-953D-33BD9273FC76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BD43-D45A-4E02-8B5E-36F4094C34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7408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DAD30-A493-4228-953D-33BD9273FC76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BBD43-D45A-4E02-8B5E-36F4094C34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5339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DAD30-A493-4228-953D-33BD9273FC76}" type="datetimeFigureOut">
              <a:rPr lang="ru-RU" smtClean="0"/>
              <a:pPr/>
              <a:t>20.04.2026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BBD43-D45A-4E02-8B5E-36F4094C34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0768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Интеграция 1С с другими языками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698779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-5417"/>
            <a:ext cx="6096000" cy="68634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 smtClean="0"/>
              <a:t>&amp;</a:t>
            </a:r>
            <a:r>
              <a:rPr lang="ru-RU" sz="1100" dirty="0" err="1" smtClean="0"/>
              <a:t>НаКлиенте</a:t>
            </a:r>
            <a:endParaRPr lang="ru-RU" sz="1100" dirty="0" smtClean="0"/>
          </a:p>
          <a:p>
            <a:r>
              <a:rPr lang="ru-RU" sz="1100" dirty="0" smtClean="0"/>
              <a:t>Процедура </a:t>
            </a:r>
            <a:r>
              <a:rPr lang="ru-RU" sz="1100" dirty="0" err="1" smtClean="0"/>
              <a:t>ПосчитатьСреднююЦену</a:t>
            </a:r>
            <a:r>
              <a:rPr lang="ru-RU" sz="1100" dirty="0" smtClean="0"/>
              <a:t>(Команда)</a:t>
            </a:r>
          </a:p>
          <a:p>
            <a:r>
              <a:rPr lang="ru-RU" sz="1100" dirty="0" smtClean="0"/>
              <a:t>    </a:t>
            </a:r>
            <a:r>
              <a:rPr lang="ru-RU" sz="1100" dirty="0" err="1" smtClean="0"/>
              <a:t>ПосчитатьСреднююЦенуЧерезPythonНаСервере</a:t>
            </a:r>
            <a:r>
              <a:rPr lang="ru-RU" sz="1100" dirty="0" smtClean="0"/>
              <a:t>();</a:t>
            </a:r>
          </a:p>
          <a:p>
            <a:r>
              <a:rPr lang="ru-RU" sz="1100" dirty="0" err="1" smtClean="0"/>
              <a:t>КонецПроцедуры</a:t>
            </a:r>
            <a:endParaRPr lang="ru-RU" sz="1100" dirty="0" smtClean="0"/>
          </a:p>
          <a:p>
            <a:endParaRPr lang="ru-RU" sz="1100" dirty="0" smtClean="0"/>
          </a:p>
          <a:p>
            <a:r>
              <a:rPr lang="ru-RU" sz="1100" dirty="0" smtClean="0"/>
              <a:t>&amp;</a:t>
            </a:r>
            <a:r>
              <a:rPr lang="ru-RU" sz="1100" dirty="0" err="1" smtClean="0"/>
              <a:t>НаСервере</a:t>
            </a:r>
            <a:endParaRPr lang="ru-RU" sz="1100" dirty="0" smtClean="0"/>
          </a:p>
          <a:p>
            <a:r>
              <a:rPr lang="ru-RU" sz="1100" dirty="0" smtClean="0"/>
              <a:t>Процедура </a:t>
            </a:r>
            <a:r>
              <a:rPr lang="ru-RU" sz="1100" dirty="0" err="1" smtClean="0"/>
              <a:t>ПосчитатьСреднююЦенуЧерезPythonНаСервере</a:t>
            </a:r>
            <a:r>
              <a:rPr lang="ru-RU" sz="1100" dirty="0" smtClean="0"/>
              <a:t>()</a:t>
            </a:r>
          </a:p>
          <a:p>
            <a:r>
              <a:rPr lang="ru-RU" sz="1100" dirty="0" smtClean="0"/>
              <a:t>    // 1. Получаем данные из 1С</a:t>
            </a:r>
          </a:p>
          <a:p>
            <a:r>
              <a:rPr lang="ru-RU" sz="1100" dirty="0" smtClean="0"/>
              <a:t>    Запрос = Новый Запрос;</a:t>
            </a:r>
          </a:p>
          <a:p>
            <a:r>
              <a:rPr lang="ru-RU" sz="1100" dirty="0" smtClean="0"/>
              <a:t>    </a:t>
            </a:r>
            <a:r>
              <a:rPr lang="ru-RU" sz="1100" dirty="0" err="1" smtClean="0"/>
              <a:t>Запрос.Текст</a:t>
            </a:r>
            <a:r>
              <a:rPr lang="ru-RU" sz="1100" dirty="0" smtClean="0"/>
              <a:t> = "</a:t>
            </a:r>
          </a:p>
          <a:p>
            <a:r>
              <a:rPr lang="ru-RU" sz="1100" dirty="0" smtClean="0"/>
              <a:t>       | ВЫБРАТЬ</a:t>
            </a:r>
          </a:p>
          <a:p>
            <a:r>
              <a:rPr lang="ru-RU" sz="1100" dirty="0" smtClean="0"/>
              <a:t>       |     </a:t>
            </a:r>
            <a:r>
              <a:rPr lang="ru-RU" sz="1100" dirty="0" err="1" smtClean="0"/>
              <a:t>Номенклатура.Наименование</a:t>
            </a:r>
            <a:r>
              <a:rPr lang="ru-RU" sz="1100" dirty="0" smtClean="0"/>
              <a:t>,</a:t>
            </a:r>
          </a:p>
          <a:p>
            <a:r>
              <a:rPr lang="ru-RU" sz="1100" dirty="0" smtClean="0"/>
              <a:t>       |    </a:t>
            </a:r>
            <a:r>
              <a:rPr lang="ru-RU" sz="1100" dirty="0" err="1" smtClean="0"/>
              <a:t>Номенклатура.Цена</a:t>
            </a:r>
            <a:endParaRPr lang="ru-RU" sz="1100" dirty="0" smtClean="0"/>
          </a:p>
          <a:p>
            <a:r>
              <a:rPr lang="ru-RU" sz="1100" dirty="0" smtClean="0"/>
              <a:t>       | ИЗ</a:t>
            </a:r>
          </a:p>
          <a:p>
            <a:r>
              <a:rPr lang="ru-RU" sz="1100" dirty="0" smtClean="0"/>
              <a:t>       |     </a:t>
            </a:r>
            <a:r>
              <a:rPr lang="ru-RU" sz="1100" dirty="0" err="1" smtClean="0"/>
              <a:t>Справочник.Номенклатура</a:t>
            </a:r>
            <a:r>
              <a:rPr lang="ru-RU" sz="1100" dirty="0" smtClean="0"/>
              <a:t> КАК Номенклатура";</a:t>
            </a:r>
          </a:p>
          <a:p>
            <a:r>
              <a:rPr lang="ru-RU" sz="1100" dirty="0" smtClean="0"/>
              <a:t>    Результат = </a:t>
            </a:r>
            <a:r>
              <a:rPr lang="ru-RU" sz="1100" dirty="0" err="1" smtClean="0"/>
              <a:t>Запрос.Выполнить</a:t>
            </a:r>
            <a:r>
              <a:rPr lang="ru-RU" sz="1100" dirty="0" smtClean="0"/>
              <a:t>();</a:t>
            </a:r>
          </a:p>
          <a:p>
            <a:r>
              <a:rPr lang="ru-RU" sz="1100" dirty="0" smtClean="0"/>
              <a:t>    Выборка = </a:t>
            </a:r>
            <a:r>
              <a:rPr lang="ru-RU" sz="1100" dirty="0" err="1" smtClean="0"/>
              <a:t>Результат.Выбрать</a:t>
            </a:r>
            <a:r>
              <a:rPr lang="ru-RU" sz="1100" dirty="0" smtClean="0"/>
              <a:t>();</a:t>
            </a:r>
          </a:p>
          <a:p>
            <a:endParaRPr lang="ru-RU" sz="1100" dirty="0" smtClean="0"/>
          </a:p>
          <a:p>
            <a:r>
              <a:rPr lang="ru-RU" sz="1100" dirty="0" smtClean="0"/>
              <a:t>    // 2. Сохраняем в CSV-файл</a:t>
            </a:r>
          </a:p>
          <a:p>
            <a:r>
              <a:rPr lang="ru-RU" sz="1100" dirty="0" smtClean="0"/>
              <a:t>    </a:t>
            </a:r>
            <a:r>
              <a:rPr lang="ru-RU" sz="1100" dirty="0" err="1" smtClean="0"/>
              <a:t>ЗаписьТекста</a:t>
            </a:r>
            <a:r>
              <a:rPr lang="ru-RU" sz="1100" dirty="0" smtClean="0"/>
              <a:t> = Новый </a:t>
            </a:r>
            <a:r>
              <a:rPr lang="ru-RU" sz="1100" dirty="0" err="1" smtClean="0"/>
              <a:t>ЗаписьТекста</a:t>
            </a:r>
            <a:r>
              <a:rPr lang="ru-RU" sz="1100" dirty="0" smtClean="0"/>
              <a:t>("D:\\temp\\prices.csv", КодировкаТекста.UTF8);</a:t>
            </a:r>
          </a:p>
          <a:p>
            <a:r>
              <a:rPr lang="ru-RU" sz="1100" dirty="0" smtClean="0"/>
              <a:t>    </a:t>
            </a:r>
            <a:r>
              <a:rPr lang="ru-RU" sz="1100" dirty="0" err="1" smtClean="0"/>
              <a:t>ЗаписьТекста.ЗаписатьСтроку</a:t>
            </a:r>
            <a:r>
              <a:rPr lang="ru-RU" sz="1100" dirty="0" smtClean="0"/>
              <a:t>("</a:t>
            </a:r>
            <a:r>
              <a:rPr lang="ru-RU" sz="1100" dirty="0" err="1" smtClean="0"/>
              <a:t>Наименование;Цена</a:t>
            </a:r>
            <a:r>
              <a:rPr lang="ru-RU" sz="1100" dirty="0" smtClean="0"/>
              <a:t>"); // заголовок</a:t>
            </a:r>
          </a:p>
          <a:p>
            <a:endParaRPr lang="ru-RU" sz="1100" dirty="0" smtClean="0"/>
          </a:p>
          <a:p>
            <a:r>
              <a:rPr lang="ru-RU" sz="1100" dirty="0" smtClean="0"/>
              <a:t>    Пока </a:t>
            </a:r>
            <a:r>
              <a:rPr lang="ru-RU" sz="1100" dirty="0" err="1" smtClean="0"/>
              <a:t>Выборка.Следующий</a:t>
            </a:r>
            <a:r>
              <a:rPr lang="ru-RU" sz="1100" dirty="0" smtClean="0"/>
              <a:t>() Цикл</a:t>
            </a:r>
          </a:p>
          <a:p>
            <a:r>
              <a:rPr lang="ru-RU" sz="1100" dirty="0" smtClean="0"/>
              <a:t>        </a:t>
            </a:r>
            <a:r>
              <a:rPr lang="ru-RU" sz="1100" dirty="0" err="1" smtClean="0"/>
              <a:t>ЗаписьТекста.ЗаписатьСтроку</a:t>
            </a:r>
            <a:r>
              <a:rPr lang="ru-RU" sz="1100" dirty="0" smtClean="0"/>
              <a:t>(</a:t>
            </a:r>
            <a:r>
              <a:rPr lang="ru-RU" sz="1100" dirty="0" err="1" smtClean="0"/>
              <a:t>Выборка.Наименование</a:t>
            </a:r>
            <a:r>
              <a:rPr lang="ru-RU" sz="1100" dirty="0" smtClean="0"/>
              <a:t> + ";" + Формат(</a:t>
            </a:r>
            <a:r>
              <a:rPr lang="ru-RU" sz="1100" dirty="0" err="1" smtClean="0"/>
              <a:t>Выборка.Цена</a:t>
            </a:r>
            <a:r>
              <a:rPr lang="ru-RU" sz="1100" dirty="0" smtClean="0"/>
              <a:t>, "ЧДЦ=2"));</a:t>
            </a:r>
          </a:p>
          <a:p>
            <a:r>
              <a:rPr lang="ru-RU" sz="1100" dirty="0" smtClean="0"/>
              <a:t>    </a:t>
            </a:r>
            <a:r>
              <a:rPr lang="ru-RU" sz="1100" dirty="0" err="1" smtClean="0"/>
              <a:t>КонецЦикла</a:t>
            </a:r>
            <a:r>
              <a:rPr lang="ru-RU" sz="1100" dirty="0" smtClean="0"/>
              <a:t>;</a:t>
            </a:r>
          </a:p>
          <a:p>
            <a:endParaRPr lang="ru-RU" sz="1100" dirty="0" smtClean="0"/>
          </a:p>
          <a:p>
            <a:r>
              <a:rPr lang="ru-RU" sz="1100" dirty="0" smtClean="0"/>
              <a:t>    </a:t>
            </a:r>
            <a:r>
              <a:rPr lang="ru-RU" sz="1100" dirty="0" err="1" smtClean="0"/>
              <a:t>ЗаписьТекста.Закрыть</a:t>
            </a:r>
            <a:r>
              <a:rPr lang="ru-RU" sz="1100" dirty="0" smtClean="0"/>
              <a:t>();</a:t>
            </a:r>
          </a:p>
          <a:p>
            <a:endParaRPr lang="ru-RU" sz="1100" dirty="0" smtClean="0"/>
          </a:p>
          <a:p>
            <a:r>
              <a:rPr lang="ru-RU" sz="1100" dirty="0" smtClean="0"/>
              <a:t>    // 3. Запускаем </a:t>
            </a:r>
            <a:r>
              <a:rPr lang="ru-RU" sz="1100" dirty="0" err="1" smtClean="0"/>
              <a:t>Python</a:t>
            </a:r>
            <a:r>
              <a:rPr lang="ru-RU" sz="1100" dirty="0" smtClean="0"/>
              <a:t>-скрипт</a:t>
            </a:r>
          </a:p>
          <a:p>
            <a:r>
              <a:rPr lang="ru-RU" sz="1100" dirty="0" smtClean="0"/>
              <a:t>    Команда = "</a:t>
            </a:r>
            <a:r>
              <a:rPr lang="ru-RU" sz="1100" dirty="0" err="1" smtClean="0"/>
              <a:t>python</a:t>
            </a:r>
            <a:r>
              <a:rPr lang="ru-RU" sz="1100" dirty="0" smtClean="0"/>
              <a:t> D:\\temp\\calculate_avg_price.py";</a:t>
            </a:r>
          </a:p>
          <a:p>
            <a:r>
              <a:rPr lang="ru-RU" sz="1100" dirty="0" smtClean="0"/>
              <a:t>    </a:t>
            </a:r>
            <a:r>
              <a:rPr lang="ru-RU" sz="1100" dirty="0" err="1" smtClean="0"/>
              <a:t>ЗапуститьПриложение</a:t>
            </a:r>
            <a:r>
              <a:rPr lang="ru-RU" sz="1100" dirty="0" smtClean="0"/>
              <a:t>(Команда);</a:t>
            </a:r>
          </a:p>
          <a:p>
            <a:endParaRPr lang="ru-RU" sz="1100" dirty="0" smtClean="0"/>
          </a:p>
          <a:p>
            <a:r>
              <a:rPr lang="ru-RU" sz="1100" dirty="0" smtClean="0"/>
              <a:t>    // 4. Читаем результат из файла</a:t>
            </a:r>
          </a:p>
          <a:p>
            <a:r>
              <a:rPr lang="ru-RU" sz="1100" dirty="0" smtClean="0"/>
              <a:t>    </a:t>
            </a:r>
            <a:r>
              <a:rPr lang="ru-RU" sz="1100" dirty="0" err="1" smtClean="0"/>
              <a:t>ЧтениеТекста</a:t>
            </a:r>
            <a:r>
              <a:rPr lang="ru-RU" sz="1100" dirty="0" smtClean="0"/>
              <a:t> = Новый </a:t>
            </a:r>
            <a:r>
              <a:rPr lang="ru-RU" sz="1100" dirty="0" err="1" smtClean="0"/>
              <a:t>ЧтениеТекста</a:t>
            </a:r>
            <a:r>
              <a:rPr lang="ru-RU" sz="1100" dirty="0" smtClean="0"/>
              <a:t>("D:\\temp\\result.txt", КодировкаТекста.UTF8);</a:t>
            </a:r>
          </a:p>
          <a:p>
            <a:r>
              <a:rPr lang="ru-RU" sz="1100" dirty="0" smtClean="0"/>
              <a:t>    </a:t>
            </a:r>
            <a:r>
              <a:rPr lang="ru-RU" sz="1100" dirty="0" err="1" smtClean="0"/>
              <a:t>РезультатОбработки</a:t>
            </a:r>
            <a:r>
              <a:rPr lang="ru-RU" sz="1100" dirty="0" smtClean="0"/>
              <a:t> = </a:t>
            </a:r>
            <a:r>
              <a:rPr lang="ru-RU" sz="1100" dirty="0" err="1" smtClean="0"/>
              <a:t>ЧтениеТекста.ПрочитатьСтроку</a:t>
            </a:r>
            <a:r>
              <a:rPr lang="ru-RU" sz="1100" dirty="0" smtClean="0"/>
              <a:t>();</a:t>
            </a:r>
          </a:p>
          <a:p>
            <a:r>
              <a:rPr lang="ru-RU" sz="1100" dirty="0" smtClean="0"/>
              <a:t>    </a:t>
            </a:r>
            <a:r>
              <a:rPr lang="ru-RU" sz="1100" dirty="0" err="1" smtClean="0"/>
              <a:t>ЧтениеТекста.Закрыть</a:t>
            </a:r>
            <a:r>
              <a:rPr lang="ru-RU" sz="1100" dirty="0" smtClean="0"/>
              <a:t>();</a:t>
            </a:r>
          </a:p>
          <a:p>
            <a:endParaRPr lang="ru-RU" sz="1100" dirty="0" smtClean="0"/>
          </a:p>
          <a:p>
            <a:r>
              <a:rPr lang="ru-RU" sz="1100" dirty="0" smtClean="0"/>
              <a:t>    Сообщить("Средняя цена: " + </a:t>
            </a:r>
            <a:r>
              <a:rPr lang="ru-RU" sz="1100" dirty="0" err="1" smtClean="0"/>
              <a:t>РезультатОбработки</a:t>
            </a:r>
            <a:r>
              <a:rPr lang="ru-RU" sz="1100" dirty="0" smtClean="0"/>
              <a:t> + " руб.");</a:t>
            </a:r>
          </a:p>
          <a:p>
            <a:r>
              <a:rPr lang="ru-RU" sz="1100" dirty="0" err="1" smtClean="0"/>
              <a:t>КонецПроцедуры</a:t>
            </a:r>
            <a:endParaRPr lang="ru-RU" sz="11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834" y="-5417"/>
            <a:ext cx="6773166" cy="384589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379" y="3840480"/>
            <a:ext cx="2886075" cy="86677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490716" y="4919008"/>
            <a:ext cx="6629400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1С — мощная платформа для учёта, но у неё есть ограничения в области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анализа данных, машинного обучения и визуализации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напротив, создан для этих задач. Их объединение даёт синергию: 1С поставляет надёжные данные,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выполняет сложные вычисления.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71962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107" y="0"/>
            <a:ext cx="8431306" cy="402336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0" y="4023360"/>
            <a:ext cx="12192000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внешними исполняемыми файлами расширяет возможности платформы 1С за счёт: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высокопроизводительных вычислений — использование оптимизированного кода на C++ для сложных математических расчётов;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обработки мультимедиа — конвертация изображений, аудио, видео через специализированные утилиты;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взаимодействия с оборудованием — работа с драйверами сканеров, принтеров, весов, кассовых аппаратов;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криптографии — шифрование/дешифрование данных с помощью надёжных библиотек;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импорта/экспорта данных — быстрая обработка больших файлов (CSV,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XML);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интеграции с внешними сервисами — вызов утилит для работы с API, веб‑запросами, почтовыми сервисами.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17297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6096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900" dirty="0" smtClean="0"/>
              <a:t>&amp;</a:t>
            </a:r>
            <a:r>
              <a:rPr lang="ru-RU" sz="900" dirty="0" err="1" smtClean="0"/>
              <a:t>НаКлиенте</a:t>
            </a:r>
            <a:endParaRPr lang="ru-RU" sz="900" dirty="0" smtClean="0"/>
          </a:p>
          <a:p>
            <a:r>
              <a:rPr lang="ru-RU" sz="900" dirty="0" smtClean="0"/>
              <a:t>Процедура </a:t>
            </a:r>
            <a:r>
              <a:rPr lang="ru-RU" sz="900" dirty="0" err="1" smtClean="0"/>
              <a:t>ОбновитьПрайсЛист</a:t>
            </a:r>
            <a:r>
              <a:rPr lang="ru-RU" sz="900" dirty="0" smtClean="0"/>
              <a:t>(Команда)</a:t>
            </a:r>
          </a:p>
          <a:p>
            <a:r>
              <a:rPr lang="ru-RU" sz="900" dirty="0" smtClean="0"/>
              <a:t>    Реквизит1 = </a:t>
            </a:r>
            <a:r>
              <a:rPr lang="ru-RU" sz="900" dirty="0" err="1" smtClean="0"/>
              <a:t>СформироватьHTMLПрайсЛист</a:t>
            </a:r>
            <a:r>
              <a:rPr lang="ru-RU" sz="900" dirty="0" smtClean="0"/>
              <a:t>();</a:t>
            </a:r>
          </a:p>
          <a:p>
            <a:r>
              <a:rPr lang="ru-RU" sz="900" dirty="0" err="1" smtClean="0"/>
              <a:t>КонецПроцедуры</a:t>
            </a:r>
            <a:endParaRPr lang="ru-RU" sz="900" dirty="0" smtClean="0"/>
          </a:p>
          <a:p>
            <a:endParaRPr lang="ru-RU" sz="900" dirty="0" smtClean="0"/>
          </a:p>
          <a:p>
            <a:r>
              <a:rPr lang="ru-RU" sz="900" dirty="0" smtClean="0"/>
              <a:t>&amp;</a:t>
            </a:r>
            <a:r>
              <a:rPr lang="ru-RU" sz="900" dirty="0" err="1" smtClean="0"/>
              <a:t>НаСервере</a:t>
            </a:r>
            <a:endParaRPr lang="ru-RU" sz="900" dirty="0" smtClean="0"/>
          </a:p>
          <a:p>
            <a:r>
              <a:rPr lang="ru-RU" sz="900" dirty="0" smtClean="0"/>
              <a:t>Функция </a:t>
            </a:r>
            <a:r>
              <a:rPr lang="ru-RU" sz="900" dirty="0" err="1" smtClean="0"/>
              <a:t>СформироватьHTMLПрайсЛист</a:t>
            </a:r>
            <a:r>
              <a:rPr lang="ru-RU" sz="900" dirty="0" smtClean="0"/>
              <a:t>()</a:t>
            </a:r>
          </a:p>
          <a:p>
            <a:r>
              <a:rPr lang="ru-RU" sz="900" dirty="0" smtClean="0"/>
              <a:t>    // 1. Получаем данные из справочника «Номенклатура»</a:t>
            </a:r>
          </a:p>
          <a:p>
            <a:r>
              <a:rPr lang="ru-RU" sz="900" dirty="0" smtClean="0"/>
              <a:t>    Запрос = Новый Запрос;</a:t>
            </a:r>
          </a:p>
          <a:p>
            <a:r>
              <a:rPr lang="ru-RU" sz="900" dirty="0" smtClean="0"/>
              <a:t>    </a:t>
            </a:r>
            <a:r>
              <a:rPr lang="ru-RU" sz="900" dirty="0" err="1" smtClean="0"/>
              <a:t>Запрос.Текст</a:t>
            </a:r>
            <a:r>
              <a:rPr lang="ru-RU" sz="900" dirty="0" smtClean="0"/>
              <a:t> = "</a:t>
            </a:r>
          </a:p>
          <a:p>
            <a:r>
              <a:rPr lang="ru-RU" sz="900" dirty="0" smtClean="0"/>
              <a:t>       | ВЫБРАТЬ</a:t>
            </a:r>
          </a:p>
          <a:p>
            <a:r>
              <a:rPr lang="ru-RU" sz="900" dirty="0" smtClean="0"/>
              <a:t>       |     </a:t>
            </a:r>
            <a:r>
              <a:rPr lang="ru-RU" sz="900" dirty="0" err="1" smtClean="0"/>
              <a:t>Номенклатура.Наименование</a:t>
            </a:r>
            <a:r>
              <a:rPr lang="ru-RU" sz="900" dirty="0" smtClean="0"/>
              <a:t>,</a:t>
            </a:r>
          </a:p>
          <a:p>
            <a:r>
              <a:rPr lang="ru-RU" sz="900" dirty="0" smtClean="0"/>
              <a:t>       |     </a:t>
            </a:r>
            <a:r>
              <a:rPr lang="ru-RU" sz="900" dirty="0" err="1" smtClean="0"/>
              <a:t>Номенклатура.Цена</a:t>
            </a:r>
            <a:endParaRPr lang="ru-RU" sz="900" dirty="0" smtClean="0"/>
          </a:p>
          <a:p>
            <a:r>
              <a:rPr lang="ru-RU" sz="900" dirty="0" smtClean="0"/>
              <a:t>       | ИЗ</a:t>
            </a:r>
          </a:p>
          <a:p>
            <a:r>
              <a:rPr lang="ru-RU" sz="900" dirty="0" smtClean="0"/>
              <a:t>       |     </a:t>
            </a:r>
            <a:r>
              <a:rPr lang="ru-RU" sz="900" dirty="0" err="1" smtClean="0"/>
              <a:t>Справочник.Номенклатура</a:t>
            </a:r>
            <a:r>
              <a:rPr lang="ru-RU" sz="900" dirty="0" smtClean="0"/>
              <a:t> КАК Номенклатура";</a:t>
            </a:r>
          </a:p>
          <a:p>
            <a:r>
              <a:rPr lang="ru-RU" sz="900" dirty="0" smtClean="0"/>
              <a:t>    Результат = </a:t>
            </a:r>
            <a:r>
              <a:rPr lang="ru-RU" sz="900" dirty="0" err="1" smtClean="0"/>
              <a:t>Запрос.Выполнить</a:t>
            </a:r>
            <a:r>
              <a:rPr lang="ru-RU" sz="900" dirty="0" smtClean="0"/>
              <a:t>();</a:t>
            </a:r>
          </a:p>
          <a:p>
            <a:r>
              <a:rPr lang="ru-RU" sz="900" dirty="0" smtClean="0"/>
              <a:t>    Выборка = </a:t>
            </a:r>
            <a:r>
              <a:rPr lang="ru-RU" sz="900" dirty="0" err="1" smtClean="0"/>
              <a:t>Результат.Выбрать</a:t>
            </a:r>
            <a:r>
              <a:rPr lang="ru-RU" sz="900" dirty="0" smtClean="0"/>
              <a:t>();</a:t>
            </a:r>
          </a:p>
          <a:p>
            <a:endParaRPr lang="ru-RU" sz="900" dirty="0" smtClean="0"/>
          </a:p>
          <a:p>
            <a:r>
              <a:rPr lang="ru-RU" sz="900" dirty="0" smtClean="0"/>
              <a:t>    // 2. Формируем простой HTML</a:t>
            </a:r>
          </a:p>
          <a:p>
            <a:r>
              <a:rPr lang="ru-RU" sz="900" dirty="0" smtClean="0"/>
              <a:t>    HTML = "&lt;</a:t>
            </a:r>
            <a:r>
              <a:rPr lang="ru-RU" sz="900" dirty="0" err="1" smtClean="0"/>
              <a:t>html</a:t>
            </a:r>
            <a:r>
              <a:rPr lang="ru-RU" sz="900" dirty="0" smtClean="0"/>
              <a:t>&gt;</a:t>
            </a:r>
          </a:p>
          <a:p>
            <a:r>
              <a:rPr lang="ru-RU" sz="900" dirty="0" smtClean="0"/>
              <a:t>|&lt;</a:t>
            </a:r>
            <a:r>
              <a:rPr lang="ru-RU" sz="900" dirty="0" err="1" smtClean="0"/>
              <a:t>head</a:t>
            </a:r>
            <a:r>
              <a:rPr lang="ru-RU" sz="900" dirty="0" smtClean="0"/>
              <a:t>&gt;</a:t>
            </a:r>
          </a:p>
          <a:p>
            <a:r>
              <a:rPr lang="ru-RU" sz="900" dirty="0" smtClean="0"/>
              <a:t>|    &lt;</a:t>
            </a:r>
            <a:r>
              <a:rPr lang="ru-RU" sz="900" dirty="0" err="1" smtClean="0"/>
              <a:t>title</a:t>
            </a:r>
            <a:r>
              <a:rPr lang="ru-RU" sz="900" dirty="0" smtClean="0"/>
              <a:t>&gt;Прайс‑лист в 1С&lt;/</a:t>
            </a:r>
            <a:r>
              <a:rPr lang="ru-RU" sz="900" dirty="0" err="1" smtClean="0"/>
              <a:t>title</a:t>
            </a:r>
            <a:r>
              <a:rPr lang="ru-RU" sz="900" dirty="0" smtClean="0"/>
              <a:t>&gt;</a:t>
            </a:r>
          </a:p>
          <a:p>
            <a:r>
              <a:rPr lang="ru-RU" sz="900" dirty="0" smtClean="0"/>
              <a:t>|    &lt;</a:t>
            </a:r>
            <a:r>
              <a:rPr lang="ru-RU" sz="900" dirty="0" err="1" smtClean="0"/>
              <a:t>style</a:t>
            </a:r>
            <a:r>
              <a:rPr lang="ru-RU" sz="900" dirty="0" smtClean="0"/>
              <a:t>&gt;</a:t>
            </a:r>
          </a:p>
          <a:p>
            <a:r>
              <a:rPr lang="ru-RU" sz="900" dirty="0" smtClean="0"/>
              <a:t>|        </a:t>
            </a:r>
            <a:r>
              <a:rPr lang="ru-RU" sz="900" dirty="0" err="1" smtClean="0"/>
              <a:t>body</a:t>
            </a:r>
            <a:r>
              <a:rPr lang="ru-RU" sz="900" dirty="0" smtClean="0"/>
              <a:t> { </a:t>
            </a:r>
            <a:r>
              <a:rPr lang="ru-RU" sz="900" dirty="0" err="1" smtClean="0"/>
              <a:t>font‑family</a:t>
            </a:r>
            <a:r>
              <a:rPr lang="ru-RU" sz="900" dirty="0" smtClean="0"/>
              <a:t>: </a:t>
            </a:r>
            <a:r>
              <a:rPr lang="ru-RU" sz="900" dirty="0" err="1" smtClean="0"/>
              <a:t>Arial</a:t>
            </a:r>
            <a:r>
              <a:rPr lang="ru-RU" sz="900" dirty="0" smtClean="0"/>
              <a:t>, </a:t>
            </a:r>
            <a:r>
              <a:rPr lang="ru-RU" sz="900" dirty="0" err="1" smtClean="0"/>
              <a:t>sans‑serif</a:t>
            </a:r>
            <a:r>
              <a:rPr lang="ru-RU" sz="900" dirty="0" smtClean="0"/>
              <a:t>; </a:t>
            </a:r>
            <a:r>
              <a:rPr lang="ru-RU" sz="900" dirty="0" err="1" smtClean="0"/>
              <a:t>margin</a:t>
            </a:r>
            <a:r>
              <a:rPr lang="ru-RU" sz="900" dirty="0" smtClean="0"/>
              <a:t>: 20px; }</a:t>
            </a:r>
          </a:p>
          <a:p>
            <a:r>
              <a:rPr lang="ru-RU" sz="900" dirty="0" smtClean="0"/>
              <a:t>|        h2 { </a:t>
            </a:r>
            <a:r>
              <a:rPr lang="ru-RU" sz="900" dirty="0" err="1" smtClean="0"/>
              <a:t>color</a:t>
            </a:r>
            <a:r>
              <a:rPr lang="ru-RU" sz="900" dirty="0" smtClean="0"/>
              <a:t>: #333; }</a:t>
            </a:r>
          </a:p>
          <a:p>
            <a:r>
              <a:rPr lang="ru-RU" sz="900" dirty="0" smtClean="0"/>
              <a:t>|        </a:t>
            </a:r>
            <a:r>
              <a:rPr lang="ru-RU" sz="900" dirty="0" err="1" smtClean="0"/>
              <a:t>table</a:t>
            </a:r>
            <a:r>
              <a:rPr lang="ru-RU" sz="900" dirty="0" smtClean="0"/>
              <a:t> { </a:t>
            </a:r>
            <a:r>
              <a:rPr lang="ru-RU" sz="900" dirty="0" err="1" smtClean="0"/>
              <a:t>width</a:t>
            </a:r>
            <a:r>
              <a:rPr lang="ru-RU" sz="900" dirty="0" smtClean="0"/>
              <a:t>: 100%; </a:t>
            </a:r>
            <a:r>
              <a:rPr lang="ru-RU" sz="900" dirty="0" err="1" smtClean="0"/>
              <a:t>border‑collapse</a:t>
            </a:r>
            <a:r>
              <a:rPr lang="ru-RU" sz="900" dirty="0" smtClean="0"/>
              <a:t>: </a:t>
            </a:r>
            <a:r>
              <a:rPr lang="ru-RU" sz="900" dirty="0" err="1" smtClean="0"/>
              <a:t>collapse</a:t>
            </a:r>
            <a:r>
              <a:rPr lang="ru-RU" sz="900" dirty="0" smtClean="0"/>
              <a:t>; }</a:t>
            </a:r>
          </a:p>
          <a:p>
            <a:r>
              <a:rPr lang="ru-RU" sz="900" dirty="0" smtClean="0"/>
              <a:t>|        </a:t>
            </a:r>
            <a:r>
              <a:rPr lang="ru-RU" sz="900" dirty="0" err="1" smtClean="0"/>
              <a:t>th</a:t>
            </a:r>
            <a:r>
              <a:rPr lang="ru-RU" sz="900" dirty="0" smtClean="0"/>
              <a:t>, </a:t>
            </a:r>
            <a:r>
              <a:rPr lang="ru-RU" sz="900" dirty="0" err="1" smtClean="0"/>
              <a:t>td</a:t>
            </a:r>
            <a:r>
              <a:rPr lang="ru-RU" sz="900" dirty="0" smtClean="0"/>
              <a:t> { </a:t>
            </a:r>
            <a:r>
              <a:rPr lang="ru-RU" sz="900" dirty="0" err="1" smtClean="0"/>
              <a:t>border</a:t>
            </a:r>
            <a:r>
              <a:rPr lang="ru-RU" sz="900" dirty="0" smtClean="0"/>
              <a:t>: 1px </a:t>
            </a:r>
            <a:r>
              <a:rPr lang="ru-RU" sz="900" dirty="0" err="1" smtClean="0"/>
              <a:t>solid</a:t>
            </a:r>
            <a:r>
              <a:rPr lang="ru-RU" sz="900" dirty="0" smtClean="0"/>
              <a:t> #</a:t>
            </a:r>
            <a:r>
              <a:rPr lang="ru-RU" sz="900" dirty="0" err="1" smtClean="0"/>
              <a:t>ddd</a:t>
            </a:r>
            <a:r>
              <a:rPr lang="ru-RU" sz="900" dirty="0" smtClean="0"/>
              <a:t>; </a:t>
            </a:r>
            <a:r>
              <a:rPr lang="ru-RU" sz="900" dirty="0" err="1" smtClean="0"/>
              <a:t>padding</a:t>
            </a:r>
            <a:r>
              <a:rPr lang="ru-RU" sz="900" dirty="0" smtClean="0"/>
              <a:t>: 12px; </a:t>
            </a:r>
            <a:r>
              <a:rPr lang="ru-RU" sz="900" dirty="0" err="1" smtClean="0"/>
              <a:t>text‑align</a:t>
            </a:r>
            <a:r>
              <a:rPr lang="ru-RU" sz="900" dirty="0" smtClean="0"/>
              <a:t>: </a:t>
            </a:r>
            <a:r>
              <a:rPr lang="ru-RU" sz="900" dirty="0" err="1" smtClean="0"/>
              <a:t>left</a:t>
            </a:r>
            <a:r>
              <a:rPr lang="ru-RU" sz="900" dirty="0" smtClean="0"/>
              <a:t>; }</a:t>
            </a:r>
          </a:p>
          <a:p>
            <a:r>
              <a:rPr lang="ru-RU" sz="900" dirty="0" smtClean="0"/>
              <a:t>|        </a:t>
            </a:r>
            <a:r>
              <a:rPr lang="ru-RU" sz="900" dirty="0" err="1" smtClean="0"/>
              <a:t>th</a:t>
            </a:r>
            <a:r>
              <a:rPr lang="ru-RU" sz="900" dirty="0" smtClean="0"/>
              <a:t> { </a:t>
            </a:r>
            <a:r>
              <a:rPr lang="ru-RU" sz="900" dirty="0" err="1" smtClean="0"/>
              <a:t>background‑color</a:t>
            </a:r>
            <a:r>
              <a:rPr lang="ru-RU" sz="900" dirty="0" smtClean="0"/>
              <a:t>: #f2f2f2; }</a:t>
            </a:r>
          </a:p>
          <a:p>
            <a:r>
              <a:rPr lang="ru-RU" sz="900" dirty="0" smtClean="0"/>
              <a:t>|    &lt;/</a:t>
            </a:r>
            <a:r>
              <a:rPr lang="ru-RU" sz="900" dirty="0" err="1" smtClean="0"/>
              <a:t>style</a:t>
            </a:r>
            <a:r>
              <a:rPr lang="ru-RU" sz="900" dirty="0" smtClean="0"/>
              <a:t>&gt;</a:t>
            </a:r>
          </a:p>
          <a:p>
            <a:r>
              <a:rPr lang="ru-RU" sz="900" dirty="0" smtClean="0"/>
              <a:t>|&lt;/</a:t>
            </a:r>
            <a:r>
              <a:rPr lang="ru-RU" sz="900" dirty="0" err="1" smtClean="0"/>
              <a:t>head</a:t>
            </a:r>
            <a:r>
              <a:rPr lang="ru-RU" sz="900" dirty="0" smtClean="0"/>
              <a:t>&gt;</a:t>
            </a:r>
          </a:p>
          <a:p>
            <a:r>
              <a:rPr lang="ru-RU" sz="900" dirty="0" smtClean="0"/>
              <a:t>|&lt;</a:t>
            </a:r>
            <a:r>
              <a:rPr lang="ru-RU" sz="900" dirty="0" err="1" smtClean="0"/>
              <a:t>body</a:t>
            </a:r>
            <a:r>
              <a:rPr lang="ru-RU" sz="900" dirty="0" smtClean="0"/>
              <a:t>&gt;</a:t>
            </a:r>
          </a:p>
          <a:p>
            <a:r>
              <a:rPr lang="ru-RU" sz="900" dirty="0" smtClean="0"/>
              <a:t>|    &lt;h2&gt;Прайс‑лист на " + Формат(</a:t>
            </a:r>
            <a:r>
              <a:rPr lang="ru-RU" sz="900" dirty="0" err="1" smtClean="0"/>
              <a:t>ТекущаяДата</a:t>
            </a:r>
            <a:r>
              <a:rPr lang="ru-RU" sz="900" dirty="0" smtClean="0"/>
              <a:t>(), "ДЛФ=DD.MM.YYYY") + "&lt;/h2&gt;</a:t>
            </a:r>
          </a:p>
          <a:p>
            <a:r>
              <a:rPr lang="ru-RU" sz="900" dirty="0" smtClean="0"/>
              <a:t>|    &lt;</a:t>
            </a:r>
            <a:r>
              <a:rPr lang="ru-RU" sz="900" dirty="0" err="1" smtClean="0"/>
              <a:t>table</a:t>
            </a:r>
            <a:r>
              <a:rPr lang="ru-RU" sz="900" dirty="0" smtClean="0"/>
              <a:t>&gt;</a:t>
            </a:r>
          </a:p>
          <a:p>
            <a:r>
              <a:rPr lang="ru-RU" sz="900" dirty="0" smtClean="0"/>
              <a:t>|        &lt;</a:t>
            </a:r>
            <a:r>
              <a:rPr lang="ru-RU" sz="900" dirty="0" err="1" smtClean="0"/>
              <a:t>thead</a:t>
            </a:r>
            <a:r>
              <a:rPr lang="ru-RU" sz="900" dirty="0" smtClean="0"/>
              <a:t>&gt;</a:t>
            </a:r>
          </a:p>
          <a:p>
            <a:r>
              <a:rPr lang="ru-RU" sz="900" dirty="0" smtClean="0"/>
              <a:t>|            &lt;</a:t>
            </a:r>
            <a:r>
              <a:rPr lang="ru-RU" sz="900" dirty="0" err="1" smtClean="0"/>
              <a:t>tr</a:t>
            </a:r>
            <a:r>
              <a:rPr lang="ru-RU" sz="900" dirty="0" smtClean="0"/>
              <a:t>&gt;</a:t>
            </a:r>
          </a:p>
          <a:p>
            <a:r>
              <a:rPr lang="ru-RU" sz="900" dirty="0" smtClean="0"/>
              <a:t>|                &lt;</a:t>
            </a:r>
            <a:r>
              <a:rPr lang="ru-RU" sz="900" dirty="0" err="1" smtClean="0"/>
              <a:t>th</a:t>
            </a:r>
            <a:r>
              <a:rPr lang="ru-RU" sz="900" dirty="0" smtClean="0"/>
              <a:t>&gt;Наименование товара&lt;/</a:t>
            </a:r>
            <a:r>
              <a:rPr lang="ru-RU" sz="900" dirty="0" err="1" smtClean="0"/>
              <a:t>th</a:t>
            </a:r>
            <a:r>
              <a:rPr lang="ru-RU" sz="900" dirty="0" smtClean="0"/>
              <a:t>&gt;</a:t>
            </a:r>
          </a:p>
          <a:p>
            <a:r>
              <a:rPr lang="ru-RU" sz="900" dirty="0" smtClean="0"/>
              <a:t>|                &lt;</a:t>
            </a:r>
            <a:r>
              <a:rPr lang="ru-RU" sz="900" dirty="0" err="1" smtClean="0"/>
              <a:t>th</a:t>
            </a:r>
            <a:r>
              <a:rPr lang="ru-RU" sz="900" dirty="0" smtClean="0"/>
              <a:t>&gt;Цена (руб.)&lt;/</a:t>
            </a:r>
            <a:r>
              <a:rPr lang="ru-RU" sz="900" dirty="0" err="1" smtClean="0"/>
              <a:t>th</a:t>
            </a:r>
            <a:r>
              <a:rPr lang="ru-RU" sz="900" dirty="0" smtClean="0"/>
              <a:t>&gt;</a:t>
            </a:r>
          </a:p>
          <a:p>
            <a:r>
              <a:rPr lang="ru-RU" sz="900" dirty="0" smtClean="0"/>
              <a:t>|            &lt;/</a:t>
            </a:r>
            <a:r>
              <a:rPr lang="ru-RU" sz="900" dirty="0" err="1" smtClean="0"/>
              <a:t>tr</a:t>
            </a:r>
            <a:r>
              <a:rPr lang="ru-RU" sz="900" dirty="0" smtClean="0"/>
              <a:t>&gt;</a:t>
            </a:r>
          </a:p>
          <a:p>
            <a:r>
              <a:rPr lang="ru-RU" sz="900" dirty="0" smtClean="0"/>
              <a:t>|        &lt;/</a:t>
            </a:r>
            <a:r>
              <a:rPr lang="ru-RU" sz="900" dirty="0" err="1" smtClean="0"/>
              <a:t>thead</a:t>
            </a:r>
            <a:r>
              <a:rPr lang="ru-RU" sz="900" dirty="0" smtClean="0"/>
              <a:t>&gt;</a:t>
            </a:r>
          </a:p>
          <a:p>
            <a:r>
              <a:rPr lang="ru-RU" sz="900" dirty="0" smtClean="0"/>
              <a:t>|        &lt;</a:t>
            </a:r>
            <a:r>
              <a:rPr lang="ru-RU" sz="900" dirty="0" err="1" smtClean="0"/>
              <a:t>tbody</a:t>
            </a:r>
            <a:r>
              <a:rPr lang="ru-RU" sz="900" dirty="0" smtClean="0"/>
              <a:t>&gt;";</a:t>
            </a:r>
          </a:p>
          <a:p>
            <a:endParaRPr lang="ru-RU" sz="900" dirty="0" smtClean="0"/>
          </a:p>
          <a:p>
            <a:r>
              <a:rPr lang="ru-RU" sz="900" dirty="0" smtClean="0"/>
              <a:t>    Пока </a:t>
            </a:r>
            <a:r>
              <a:rPr lang="ru-RU" sz="900" dirty="0" err="1" smtClean="0"/>
              <a:t>Выборка.Следующий</a:t>
            </a:r>
            <a:r>
              <a:rPr lang="ru-RU" sz="900" dirty="0" smtClean="0"/>
              <a:t>() Цикл</a:t>
            </a:r>
          </a:p>
          <a:p>
            <a:r>
              <a:rPr lang="ru-RU" sz="900" dirty="0" smtClean="0"/>
              <a:t>        HTML = HTML + "&lt;</a:t>
            </a:r>
            <a:r>
              <a:rPr lang="ru-RU" sz="900" dirty="0" err="1" smtClean="0"/>
              <a:t>tr</a:t>
            </a:r>
            <a:r>
              <a:rPr lang="ru-RU" sz="900" dirty="0" smtClean="0"/>
              <a:t>&gt;&lt;</a:t>
            </a:r>
            <a:r>
              <a:rPr lang="ru-RU" sz="900" dirty="0" err="1" smtClean="0"/>
              <a:t>td</a:t>
            </a:r>
            <a:r>
              <a:rPr lang="ru-RU" sz="900" dirty="0" smtClean="0"/>
              <a:t>&gt;" + </a:t>
            </a:r>
            <a:r>
              <a:rPr lang="ru-RU" sz="900" dirty="0" err="1" smtClean="0"/>
              <a:t>Выборка.Наименование</a:t>
            </a:r>
            <a:r>
              <a:rPr lang="ru-RU" sz="900" dirty="0" smtClean="0"/>
              <a:t> + "&lt;/</a:t>
            </a:r>
            <a:r>
              <a:rPr lang="ru-RU" sz="900" dirty="0" err="1" smtClean="0"/>
              <a:t>td</a:t>
            </a:r>
            <a:r>
              <a:rPr lang="ru-RU" sz="900" dirty="0" smtClean="0"/>
              <a:t>&gt;&lt;</a:t>
            </a:r>
            <a:r>
              <a:rPr lang="ru-RU" sz="900" dirty="0" err="1" smtClean="0"/>
              <a:t>td</a:t>
            </a:r>
            <a:r>
              <a:rPr lang="ru-RU" sz="900" dirty="0" smtClean="0"/>
              <a:t> </a:t>
            </a:r>
            <a:r>
              <a:rPr lang="ru-RU" sz="900" dirty="0" err="1" smtClean="0"/>
              <a:t>align</a:t>
            </a:r>
            <a:r>
              <a:rPr lang="ru-RU" sz="900" dirty="0" smtClean="0"/>
              <a:t>='</a:t>
            </a:r>
            <a:r>
              <a:rPr lang="ru-RU" sz="900" dirty="0" err="1" smtClean="0"/>
              <a:t>right</a:t>
            </a:r>
            <a:r>
              <a:rPr lang="ru-RU" sz="900" dirty="0" smtClean="0"/>
              <a:t>'&gt;" + Формат(</a:t>
            </a:r>
            <a:r>
              <a:rPr lang="ru-RU" sz="900" dirty="0" err="1" smtClean="0"/>
              <a:t>Выборка.Цена</a:t>
            </a:r>
            <a:r>
              <a:rPr lang="ru-RU" sz="900" dirty="0" smtClean="0"/>
              <a:t>, "ЧДЦ=2") + "&lt;/</a:t>
            </a:r>
            <a:r>
              <a:rPr lang="ru-RU" sz="900" dirty="0" err="1" smtClean="0"/>
              <a:t>td</a:t>
            </a:r>
            <a:r>
              <a:rPr lang="ru-RU" sz="900" dirty="0" smtClean="0"/>
              <a:t>&gt;&lt;/</a:t>
            </a:r>
            <a:r>
              <a:rPr lang="ru-RU" sz="900" dirty="0" err="1" smtClean="0"/>
              <a:t>tr</a:t>
            </a:r>
            <a:r>
              <a:rPr lang="ru-RU" sz="900" dirty="0" smtClean="0"/>
              <a:t>&gt;";</a:t>
            </a:r>
          </a:p>
          <a:p>
            <a:r>
              <a:rPr lang="ru-RU" sz="900" dirty="0" smtClean="0"/>
              <a:t>    </a:t>
            </a:r>
            <a:r>
              <a:rPr lang="ru-RU" sz="900" dirty="0" err="1" smtClean="0"/>
              <a:t>КонецЦикла</a:t>
            </a:r>
            <a:r>
              <a:rPr lang="ru-RU" sz="900" dirty="0" smtClean="0"/>
              <a:t>;</a:t>
            </a:r>
          </a:p>
          <a:p>
            <a:r>
              <a:rPr lang="ru-RU" sz="900" dirty="0" smtClean="0"/>
              <a:t>    HTML = HTML + "&lt;/</a:t>
            </a:r>
            <a:r>
              <a:rPr lang="ru-RU" sz="900" dirty="0" err="1" smtClean="0"/>
              <a:t>tbody</a:t>
            </a:r>
            <a:r>
              <a:rPr lang="ru-RU" sz="900" dirty="0" smtClean="0"/>
              <a:t>&gt;&lt;/</a:t>
            </a:r>
            <a:r>
              <a:rPr lang="ru-RU" sz="900" dirty="0" err="1" smtClean="0"/>
              <a:t>table</a:t>
            </a:r>
            <a:r>
              <a:rPr lang="ru-RU" sz="900" dirty="0" smtClean="0"/>
              <a:t>&gt;&lt;/</a:t>
            </a:r>
            <a:r>
              <a:rPr lang="ru-RU" sz="900" dirty="0" err="1" smtClean="0"/>
              <a:t>body</a:t>
            </a:r>
            <a:r>
              <a:rPr lang="ru-RU" sz="900" dirty="0" smtClean="0"/>
              <a:t>&gt;&lt;/</a:t>
            </a:r>
            <a:r>
              <a:rPr lang="ru-RU" sz="900" dirty="0" err="1" smtClean="0"/>
              <a:t>html</a:t>
            </a:r>
            <a:r>
              <a:rPr lang="ru-RU" sz="900" dirty="0" smtClean="0"/>
              <a:t>&gt;";</a:t>
            </a:r>
          </a:p>
          <a:p>
            <a:r>
              <a:rPr lang="ru-RU" sz="900" dirty="0" smtClean="0"/>
              <a:t>    Возврат HTML;</a:t>
            </a:r>
          </a:p>
          <a:p>
            <a:r>
              <a:rPr lang="ru-RU" sz="900" dirty="0" err="1" smtClean="0"/>
              <a:t>КонецФункции</a:t>
            </a:r>
            <a:endParaRPr lang="ru-RU" sz="9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80" y="1"/>
            <a:ext cx="8884920" cy="389226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6096000" y="3441680"/>
            <a:ext cx="6096000" cy="3416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работе с 1С часто возникает потребность наглядно представить данные — например, показать актуальный прайс‑лист менеджеру, бухгалтеру или руководителю. Традиционные отчёты 1С могут выглядеть громоздко или недостаточно наглядно. HTML‑страница позволяет: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оформить данные в виде красивой таблицы с цветовой разметкой;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использовать привычные веб‑элементы: заголовки, списки, ссылки;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быстро обновлять информацию по нажатию кнопки;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сохранить привычный интерфейс 1С — пользователю не нужно переключаться между окнами.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85957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-5417"/>
            <a:ext cx="871728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dirty="0" smtClean="0"/>
              <a:t>&amp;</a:t>
            </a:r>
            <a:r>
              <a:rPr lang="ru-RU" sz="1000" dirty="0" err="1" smtClean="0"/>
              <a:t>НаКлиенте</a:t>
            </a:r>
            <a:endParaRPr lang="ru-RU" sz="1000" dirty="0" smtClean="0"/>
          </a:p>
          <a:p>
            <a:r>
              <a:rPr lang="ru-RU" sz="1000" dirty="0" smtClean="0"/>
              <a:t>Процедура </a:t>
            </a:r>
            <a:r>
              <a:rPr lang="ru-RU" sz="1000" dirty="0" err="1" smtClean="0"/>
              <a:t>СоздатьПростойПрайсЛист</a:t>
            </a:r>
            <a:r>
              <a:rPr lang="ru-RU" sz="1000" dirty="0" smtClean="0"/>
              <a:t>(Команда)</a:t>
            </a:r>
          </a:p>
          <a:p>
            <a:r>
              <a:rPr lang="ru-RU" sz="1000" dirty="0" smtClean="0"/>
              <a:t>    </a:t>
            </a:r>
            <a:r>
              <a:rPr lang="ru-RU" sz="1000" dirty="0" err="1" smtClean="0"/>
              <a:t>СоздатьПростойПрайсЛистНаСервере</a:t>
            </a:r>
            <a:r>
              <a:rPr lang="ru-RU" sz="1000" dirty="0" smtClean="0"/>
              <a:t>();</a:t>
            </a:r>
          </a:p>
          <a:p>
            <a:r>
              <a:rPr lang="ru-RU" sz="1000" dirty="0" err="1" smtClean="0"/>
              <a:t>КонецПроцедуры</a:t>
            </a:r>
            <a:endParaRPr lang="ru-RU" sz="1000" dirty="0" smtClean="0"/>
          </a:p>
          <a:p>
            <a:endParaRPr lang="ru-RU" sz="1000" dirty="0" smtClean="0"/>
          </a:p>
          <a:p>
            <a:r>
              <a:rPr lang="ru-RU" sz="1000" dirty="0" smtClean="0"/>
              <a:t>&amp;</a:t>
            </a:r>
            <a:r>
              <a:rPr lang="ru-RU" sz="1000" dirty="0" err="1" smtClean="0"/>
              <a:t>НаСервере</a:t>
            </a:r>
            <a:endParaRPr lang="ru-RU" sz="1000" dirty="0" smtClean="0"/>
          </a:p>
          <a:p>
            <a:r>
              <a:rPr lang="ru-RU" sz="1000" dirty="0" smtClean="0"/>
              <a:t>Процедура </a:t>
            </a:r>
            <a:r>
              <a:rPr lang="ru-RU" sz="1000" dirty="0" err="1" smtClean="0"/>
              <a:t>СоздатьПростойПрайсЛистНаСервере</a:t>
            </a:r>
            <a:r>
              <a:rPr lang="ru-RU" sz="1000" dirty="0" smtClean="0"/>
              <a:t>()</a:t>
            </a:r>
          </a:p>
          <a:p>
            <a:r>
              <a:rPr lang="ru-RU" sz="1000" dirty="0" smtClean="0"/>
              <a:t>    // 1. Получаем данные из справочника «Номенклатура»</a:t>
            </a:r>
          </a:p>
          <a:p>
            <a:r>
              <a:rPr lang="ru-RU" sz="1000" dirty="0" smtClean="0"/>
              <a:t>    Запрос = Новый Запрос;</a:t>
            </a:r>
          </a:p>
          <a:p>
            <a:r>
              <a:rPr lang="ru-RU" sz="1000" dirty="0" smtClean="0"/>
              <a:t>    </a:t>
            </a:r>
            <a:r>
              <a:rPr lang="ru-RU" sz="1000" dirty="0" err="1" smtClean="0"/>
              <a:t>Запрос.Текст</a:t>
            </a:r>
            <a:r>
              <a:rPr lang="ru-RU" sz="1000" dirty="0" smtClean="0"/>
              <a:t> = "</a:t>
            </a:r>
          </a:p>
          <a:p>
            <a:r>
              <a:rPr lang="ru-RU" sz="1000" dirty="0" smtClean="0"/>
              <a:t>       | ВЫБРАТЬ</a:t>
            </a:r>
          </a:p>
          <a:p>
            <a:r>
              <a:rPr lang="ru-RU" sz="1000" dirty="0" smtClean="0"/>
              <a:t>       |     </a:t>
            </a:r>
            <a:r>
              <a:rPr lang="ru-RU" sz="1000" dirty="0" err="1" smtClean="0"/>
              <a:t>Номенклатура.Наименование</a:t>
            </a:r>
            <a:r>
              <a:rPr lang="ru-RU" sz="1000" dirty="0" smtClean="0"/>
              <a:t>,</a:t>
            </a:r>
          </a:p>
          <a:p>
            <a:r>
              <a:rPr lang="ru-RU" sz="1000" dirty="0" smtClean="0"/>
              <a:t>       |     </a:t>
            </a:r>
            <a:r>
              <a:rPr lang="ru-RU" sz="1000" dirty="0" err="1" smtClean="0"/>
              <a:t>Номенклатура.Цена</a:t>
            </a:r>
            <a:endParaRPr lang="ru-RU" sz="1000" dirty="0" smtClean="0"/>
          </a:p>
          <a:p>
            <a:r>
              <a:rPr lang="ru-RU" sz="1000" dirty="0" smtClean="0"/>
              <a:t>       | ИЗ</a:t>
            </a:r>
          </a:p>
          <a:p>
            <a:r>
              <a:rPr lang="ru-RU" sz="1000" dirty="0" smtClean="0"/>
              <a:t>       |     </a:t>
            </a:r>
            <a:r>
              <a:rPr lang="ru-RU" sz="1000" dirty="0" err="1" smtClean="0"/>
              <a:t>Справочник.Номенклатура</a:t>
            </a:r>
            <a:r>
              <a:rPr lang="ru-RU" sz="1000" dirty="0" smtClean="0"/>
              <a:t> КАК Номенклатура";</a:t>
            </a:r>
          </a:p>
          <a:p>
            <a:r>
              <a:rPr lang="ru-RU" sz="1000" dirty="0" smtClean="0"/>
              <a:t>    Результат = </a:t>
            </a:r>
            <a:r>
              <a:rPr lang="ru-RU" sz="1000" dirty="0" err="1" smtClean="0"/>
              <a:t>Запрос.Выполнить</a:t>
            </a:r>
            <a:r>
              <a:rPr lang="ru-RU" sz="1000" dirty="0" smtClean="0"/>
              <a:t>();</a:t>
            </a:r>
          </a:p>
          <a:p>
            <a:r>
              <a:rPr lang="ru-RU" sz="1000" dirty="0" smtClean="0"/>
              <a:t>    Выборка = </a:t>
            </a:r>
            <a:r>
              <a:rPr lang="ru-RU" sz="1000" dirty="0" err="1" smtClean="0"/>
              <a:t>Результат.Выбрать</a:t>
            </a:r>
            <a:r>
              <a:rPr lang="ru-RU" sz="1000" dirty="0" smtClean="0"/>
              <a:t>();</a:t>
            </a:r>
          </a:p>
          <a:p>
            <a:endParaRPr lang="ru-RU" sz="1000" dirty="0" smtClean="0"/>
          </a:p>
          <a:p>
            <a:r>
              <a:rPr lang="ru-RU" sz="1000" dirty="0" smtClean="0"/>
              <a:t>    // 2. Формируем простой HTML</a:t>
            </a:r>
          </a:p>
          <a:p>
            <a:r>
              <a:rPr lang="ru-RU" sz="1000" dirty="0" smtClean="0"/>
              <a:t>    HTML = "&lt;</a:t>
            </a:r>
            <a:r>
              <a:rPr lang="ru-RU" sz="1000" dirty="0" err="1" smtClean="0"/>
              <a:t>html</a:t>
            </a:r>
            <a:r>
              <a:rPr lang="ru-RU" sz="1000" dirty="0" smtClean="0"/>
              <a:t>&gt;</a:t>
            </a:r>
          </a:p>
          <a:p>
            <a:r>
              <a:rPr lang="ru-RU" sz="1000" dirty="0" smtClean="0"/>
              <a:t>|&lt;</a:t>
            </a:r>
            <a:r>
              <a:rPr lang="ru-RU" sz="1000" dirty="0" err="1" smtClean="0"/>
              <a:t>head</a:t>
            </a:r>
            <a:r>
              <a:rPr lang="ru-RU" sz="1000" dirty="0" smtClean="0"/>
              <a:t>&gt;</a:t>
            </a:r>
          </a:p>
          <a:p>
            <a:r>
              <a:rPr lang="ru-RU" sz="1000" dirty="0" smtClean="0"/>
              <a:t>|    &lt;</a:t>
            </a:r>
            <a:r>
              <a:rPr lang="ru-RU" sz="1000" dirty="0" err="1" smtClean="0"/>
              <a:t>title</a:t>
            </a:r>
            <a:r>
              <a:rPr lang="ru-RU" sz="1000" dirty="0" smtClean="0"/>
              <a:t>&gt;Простой прайс‑лист&lt;/</a:t>
            </a:r>
            <a:r>
              <a:rPr lang="ru-RU" sz="1000" dirty="0" err="1" smtClean="0"/>
              <a:t>title</a:t>
            </a:r>
            <a:r>
              <a:rPr lang="ru-RU" sz="1000" dirty="0" smtClean="0"/>
              <a:t>&gt;</a:t>
            </a:r>
          </a:p>
          <a:p>
            <a:r>
              <a:rPr lang="ru-RU" sz="1000" dirty="0" smtClean="0"/>
              <a:t>|&lt;/</a:t>
            </a:r>
            <a:r>
              <a:rPr lang="ru-RU" sz="1000" dirty="0" err="1" smtClean="0"/>
              <a:t>head</a:t>
            </a:r>
            <a:r>
              <a:rPr lang="ru-RU" sz="1000" dirty="0" smtClean="0"/>
              <a:t>&gt;</a:t>
            </a:r>
          </a:p>
          <a:p>
            <a:r>
              <a:rPr lang="ru-RU" sz="1000" dirty="0" smtClean="0"/>
              <a:t>|&lt;</a:t>
            </a:r>
            <a:r>
              <a:rPr lang="ru-RU" sz="1000" dirty="0" err="1" smtClean="0"/>
              <a:t>body</a:t>
            </a:r>
            <a:r>
              <a:rPr lang="ru-RU" sz="1000" dirty="0" smtClean="0"/>
              <a:t>&gt;</a:t>
            </a:r>
          </a:p>
          <a:p>
            <a:r>
              <a:rPr lang="ru-RU" sz="1000" dirty="0" smtClean="0"/>
              <a:t>|    &lt;h2&gt;Прайс‑лист на " + Формат(</a:t>
            </a:r>
            <a:r>
              <a:rPr lang="ru-RU" sz="1000" dirty="0" err="1" smtClean="0"/>
              <a:t>ТекущаяДата</a:t>
            </a:r>
            <a:r>
              <a:rPr lang="ru-RU" sz="1000" dirty="0" smtClean="0"/>
              <a:t>(), "ДЛФ=DD.MM.YYYY") + "&lt;/h2&gt;</a:t>
            </a:r>
          </a:p>
          <a:p>
            <a:r>
              <a:rPr lang="ru-RU" sz="1000" dirty="0" smtClean="0"/>
              <a:t>|    &lt;</a:t>
            </a:r>
            <a:r>
              <a:rPr lang="ru-RU" sz="1000" dirty="0" err="1" smtClean="0"/>
              <a:t>ul</a:t>
            </a:r>
            <a:r>
              <a:rPr lang="ru-RU" sz="1000" dirty="0" smtClean="0"/>
              <a:t>&gt;";</a:t>
            </a:r>
          </a:p>
          <a:p>
            <a:endParaRPr lang="ru-RU" sz="1000" dirty="0" smtClean="0"/>
          </a:p>
          <a:p>
            <a:r>
              <a:rPr lang="ru-RU" sz="1000" dirty="0" smtClean="0"/>
              <a:t>    Пока </a:t>
            </a:r>
            <a:r>
              <a:rPr lang="ru-RU" sz="1000" dirty="0" err="1" smtClean="0"/>
              <a:t>Выборка.Следующий</a:t>
            </a:r>
            <a:r>
              <a:rPr lang="ru-RU" sz="1000" dirty="0" smtClean="0"/>
              <a:t>() Цикл</a:t>
            </a:r>
          </a:p>
          <a:p>
            <a:r>
              <a:rPr lang="ru-RU" sz="1000" dirty="0" smtClean="0"/>
              <a:t>        HTML = HTML + "&lt;</a:t>
            </a:r>
            <a:r>
              <a:rPr lang="ru-RU" sz="1000" dirty="0" err="1" smtClean="0"/>
              <a:t>li</a:t>
            </a:r>
            <a:r>
              <a:rPr lang="ru-RU" sz="1000" dirty="0" smtClean="0"/>
              <a:t>&gt;" + </a:t>
            </a:r>
            <a:r>
              <a:rPr lang="ru-RU" sz="1000" dirty="0" err="1" smtClean="0"/>
              <a:t>Выборка.Наименование</a:t>
            </a:r>
            <a:r>
              <a:rPr lang="ru-RU" sz="1000" dirty="0" smtClean="0"/>
              <a:t> + " — " +</a:t>
            </a:r>
          </a:p>
          <a:p>
            <a:r>
              <a:rPr lang="ru-RU" sz="1000" dirty="0" smtClean="0"/>
              <a:t>              Формат(</a:t>
            </a:r>
            <a:r>
              <a:rPr lang="ru-RU" sz="1000" dirty="0" err="1" smtClean="0"/>
              <a:t>Выборка.Цена</a:t>
            </a:r>
            <a:r>
              <a:rPr lang="ru-RU" sz="1000" dirty="0" smtClean="0"/>
              <a:t>, "ЧДЦ=2") + " руб.&lt;/</a:t>
            </a:r>
            <a:r>
              <a:rPr lang="ru-RU" sz="1000" dirty="0" err="1" smtClean="0"/>
              <a:t>li</a:t>
            </a:r>
            <a:r>
              <a:rPr lang="ru-RU" sz="1000" dirty="0" smtClean="0"/>
              <a:t>&gt;";</a:t>
            </a:r>
          </a:p>
          <a:p>
            <a:r>
              <a:rPr lang="ru-RU" sz="1000" dirty="0" smtClean="0"/>
              <a:t>    </a:t>
            </a:r>
            <a:r>
              <a:rPr lang="ru-RU" sz="1000" dirty="0" err="1" smtClean="0"/>
              <a:t>КонецЦикла</a:t>
            </a:r>
            <a:r>
              <a:rPr lang="ru-RU" sz="1000" dirty="0" smtClean="0"/>
              <a:t>;</a:t>
            </a:r>
          </a:p>
          <a:p>
            <a:endParaRPr lang="ru-RU" sz="1000" dirty="0" smtClean="0"/>
          </a:p>
          <a:p>
            <a:r>
              <a:rPr lang="ru-RU" sz="1000" dirty="0" smtClean="0"/>
              <a:t>    HTML = HTML + "&lt;/</a:t>
            </a:r>
            <a:r>
              <a:rPr lang="ru-RU" sz="1000" dirty="0" err="1" smtClean="0"/>
              <a:t>ul</a:t>
            </a:r>
            <a:r>
              <a:rPr lang="ru-RU" sz="1000" dirty="0" smtClean="0"/>
              <a:t>&gt;&lt;/</a:t>
            </a:r>
            <a:r>
              <a:rPr lang="ru-RU" sz="1000" dirty="0" err="1" smtClean="0"/>
              <a:t>body</a:t>
            </a:r>
            <a:r>
              <a:rPr lang="ru-RU" sz="1000" dirty="0" smtClean="0"/>
              <a:t>&gt;&lt;/</a:t>
            </a:r>
            <a:r>
              <a:rPr lang="ru-RU" sz="1000" dirty="0" err="1" smtClean="0"/>
              <a:t>html</a:t>
            </a:r>
            <a:r>
              <a:rPr lang="ru-RU" sz="1000" dirty="0" smtClean="0"/>
              <a:t>&gt;";</a:t>
            </a:r>
          </a:p>
          <a:p>
            <a:endParaRPr lang="ru-RU" sz="1000" dirty="0" smtClean="0"/>
          </a:p>
          <a:p>
            <a:r>
              <a:rPr lang="ru-RU" sz="1000" dirty="0" smtClean="0"/>
              <a:t>    // 3. Сохраняем в файл</a:t>
            </a:r>
          </a:p>
          <a:p>
            <a:r>
              <a:rPr lang="ru-RU" sz="1000" dirty="0" smtClean="0"/>
              <a:t>    </a:t>
            </a:r>
            <a:r>
              <a:rPr lang="ru-RU" sz="1000" dirty="0" err="1" smtClean="0"/>
              <a:t>ЗаписьТекста</a:t>
            </a:r>
            <a:r>
              <a:rPr lang="ru-RU" sz="1000" dirty="0" smtClean="0"/>
              <a:t> = Новый </a:t>
            </a:r>
            <a:r>
              <a:rPr lang="ru-RU" sz="1000" dirty="0" err="1" smtClean="0"/>
              <a:t>ЗаписьТекста</a:t>
            </a:r>
            <a:r>
              <a:rPr lang="ru-RU" sz="1000" dirty="0" smtClean="0"/>
              <a:t>("D:\\ПростойПрайс.html", КодировкаТекста.UTF8);</a:t>
            </a:r>
          </a:p>
          <a:p>
            <a:r>
              <a:rPr lang="ru-RU" sz="1000" dirty="0" smtClean="0"/>
              <a:t>    </a:t>
            </a:r>
            <a:r>
              <a:rPr lang="ru-RU" sz="1000" dirty="0" err="1" smtClean="0"/>
              <a:t>ЗаписьТекста.Записать</a:t>
            </a:r>
            <a:r>
              <a:rPr lang="ru-RU" sz="1000" dirty="0" smtClean="0"/>
              <a:t>(HTML);</a:t>
            </a:r>
          </a:p>
          <a:p>
            <a:r>
              <a:rPr lang="ru-RU" sz="1000" dirty="0" smtClean="0"/>
              <a:t>    </a:t>
            </a:r>
            <a:r>
              <a:rPr lang="ru-RU" sz="1000" dirty="0" err="1" smtClean="0"/>
              <a:t>ЗаписьТекста.Закрыть</a:t>
            </a:r>
            <a:r>
              <a:rPr lang="ru-RU" sz="1000" dirty="0" smtClean="0"/>
              <a:t>();</a:t>
            </a:r>
          </a:p>
          <a:p>
            <a:endParaRPr lang="ru-RU" sz="1000" dirty="0" smtClean="0"/>
          </a:p>
          <a:p>
            <a:r>
              <a:rPr lang="ru-RU" sz="1000" dirty="0" smtClean="0"/>
              <a:t>    // 4. Открываем в браузере</a:t>
            </a:r>
          </a:p>
          <a:p>
            <a:r>
              <a:rPr lang="ru-RU" sz="1000" dirty="0" smtClean="0"/>
              <a:t>    </a:t>
            </a:r>
            <a:r>
              <a:rPr lang="ru-RU" sz="1000" dirty="0" err="1" smtClean="0"/>
              <a:t>ЗапуститьПриложение</a:t>
            </a:r>
            <a:r>
              <a:rPr lang="ru-RU" sz="1000" dirty="0" smtClean="0"/>
              <a:t>("D:\\ПростойПрайс.html");</a:t>
            </a:r>
          </a:p>
          <a:p>
            <a:endParaRPr lang="ru-RU" sz="1000" dirty="0" smtClean="0"/>
          </a:p>
          <a:p>
            <a:r>
              <a:rPr lang="ru-RU" sz="1000" dirty="0" smtClean="0"/>
              <a:t>    Сообщить("Простой прайс‑лист создан и открыт!");</a:t>
            </a:r>
          </a:p>
          <a:p>
            <a:r>
              <a:rPr lang="ru-RU" sz="1000" dirty="0" err="1" smtClean="0"/>
              <a:t>КонецПроцедуры</a:t>
            </a:r>
            <a:endParaRPr lang="ru-RU" sz="1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887" y="-5417"/>
            <a:ext cx="7177113" cy="2733377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989320" y="2950726"/>
            <a:ext cx="6096000" cy="31700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HTML‑файла и его открытие в браузере — это шаг к универсальности. Вы превращаете данные из 1С в самостоятельный цифровой документ, который: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легко распространять;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удобно просматривать;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можно адаптировать под разные задачи.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Этот метод оптимален, когда нужно «вынести» информацию за пределы 1С — для обмена, публикации или долгосрочного хранения.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574566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957</Words>
  <Application>Microsoft Office PowerPoint</Application>
  <PresentationFormat>Произвольный</PresentationFormat>
  <Paragraphs>149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Интеграция 1С с другими языками</vt:lpstr>
      <vt:lpstr>Слайд 2</vt:lpstr>
      <vt:lpstr>Слайд 3</vt:lpstr>
      <vt:lpstr>Слайд 4</vt:lpstr>
      <vt:lpstr>Слайд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6</cp:revision>
  <dcterms:created xsi:type="dcterms:W3CDTF">2026-04-20T13:16:50Z</dcterms:created>
  <dcterms:modified xsi:type="dcterms:W3CDTF">2026-04-20T19:08:00Z</dcterms:modified>
</cp:coreProperties>
</file>
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4" r:id="rId5"/>
    <p:sldId id="261" r:id="rId6"/>
    <p:sldId id="263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716" autoAdjust="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30.04.2026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30.04.2026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30.04.2026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30.04.2026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30.04.2026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30.04.2026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B751-8214-4DCA-A67E-1243E59E7911}" type="datetimeFigureOut">
              <a:rPr lang="ru-RU" smtClean="0"/>
              <a:pPr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AB751-8214-4DCA-A67E-1243E59E7911}" type="datetimeFigureOut">
              <a:rPr lang="ru-RU" smtClean="0"/>
              <a:pPr/>
              <a:t>30.04.2026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17A53-1DE9-4820-81FB-20B4CABC57B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ies/lad_/articles/813177/" TargetMode="External"/><Relationship Id="rId2" Type="http://schemas.openxmlformats.org/officeDocument/2006/relationships/hyperlink" Target="https://infoblog.mywebguide.ru/articles/page_312691.html?ysclid=molunavhok691532336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mbdatateach.github.io/site/%D0%94%D0%9F%D0%9E/%D0%9B%D0%B5%D0%BA%D1%86%D0%B8%D1%8F.pptx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HTML-</a:t>
            </a:r>
            <a:r>
              <a:rPr lang="ru-RU" dirty="0" smtClean="0"/>
              <a:t>отчёты: основы генерации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Дополнительные материалы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000108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Как создать HTML-отчет в 1С:Предприятии 8.3 и вывести его на форму или в файл?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https://infoblog.mywebguide.ru/articles/page_312691.html?ysclid=molunavhok691532336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Поле HTML-документа: для чего можно использовать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https://habr.com/ru/companies/lad_/articles/813177/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Основы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HTML </a:t>
            </a:r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CSS</a:t>
            </a: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://mbdatateach.github.io/site/%D0%94%D0%9F%D0%9E/%D0%9B%D0%B5%D0%BA%D1%86%D0%B8%D1%8F.pptx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Заполнение справочника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363915"/>
            <a:ext cx="4572000" cy="64940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800" dirty="0" smtClean="0"/>
              <a:t>Процедура </a:t>
            </a:r>
            <a:r>
              <a:rPr lang="ru-RU" sz="800" dirty="0" err="1" smtClean="0"/>
              <a:t>ЗаполнитьСправочникПользователей</a:t>
            </a:r>
            <a:r>
              <a:rPr lang="ru-RU" sz="800" dirty="0" smtClean="0"/>
              <a:t>()</a:t>
            </a:r>
          </a:p>
          <a:p>
            <a:r>
              <a:rPr lang="ru-RU" sz="800" dirty="0" smtClean="0"/>
              <a:t>    // Создаём массивы имён и фамилий</a:t>
            </a:r>
          </a:p>
          <a:p>
            <a:r>
              <a:rPr lang="ru-RU" sz="800" dirty="0" smtClean="0"/>
              <a:t>    Имена = Новый Массив;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Имена.Добавить</a:t>
            </a:r>
            <a:r>
              <a:rPr lang="ru-RU" sz="800" dirty="0" smtClean="0"/>
              <a:t>(«…");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Имена.Добавить</a:t>
            </a:r>
            <a:r>
              <a:rPr lang="ru-RU" sz="800" dirty="0" smtClean="0"/>
              <a:t>(«…");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Имена.Добавить</a:t>
            </a:r>
            <a:r>
              <a:rPr lang="ru-RU" sz="800" dirty="0" smtClean="0"/>
              <a:t>(«…");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Имена.Добавить</a:t>
            </a:r>
            <a:r>
              <a:rPr lang="ru-RU" sz="800" dirty="0" smtClean="0"/>
              <a:t>(«…");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Имена.Добавить</a:t>
            </a:r>
            <a:r>
              <a:rPr lang="ru-RU" sz="800" dirty="0" smtClean="0"/>
              <a:t>(«…");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Имена.Добавить</a:t>
            </a:r>
            <a:r>
              <a:rPr lang="ru-RU" sz="800" dirty="0" smtClean="0"/>
              <a:t>(«…");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Имена.Добавить</a:t>
            </a:r>
            <a:r>
              <a:rPr lang="ru-RU" sz="800" dirty="0" smtClean="0"/>
              <a:t>(«…");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Имена.Добавить</a:t>
            </a:r>
            <a:r>
              <a:rPr lang="ru-RU" sz="800" dirty="0" smtClean="0"/>
              <a:t>(«…");</a:t>
            </a:r>
          </a:p>
          <a:p>
            <a:endParaRPr lang="ru-RU" sz="800" dirty="0" smtClean="0"/>
          </a:p>
          <a:p>
            <a:r>
              <a:rPr lang="ru-RU" sz="800" dirty="0" smtClean="0"/>
              <a:t>    Фамилии = Новый Массив;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Фамилии.Добавить</a:t>
            </a:r>
            <a:r>
              <a:rPr lang="ru-RU" sz="800" dirty="0" smtClean="0"/>
              <a:t>(«…");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Фамилии.Добавить</a:t>
            </a:r>
            <a:r>
              <a:rPr lang="ru-RU" sz="800" dirty="0" smtClean="0"/>
              <a:t>(«…");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Фамилии.Добавить</a:t>
            </a:r>
            <a:r>
              <a:rPr lang="ru-RU" sz="800" dirty="0" smtClean="0"/>
              <a:t>(«…");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Фамилии.Добавить</a:t>
            </a:r>
            <a:r>
              <a:rPr lang="ru-RU" sz="800" dirty="0" smtClean="0"/>
              <a:t>(«…");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Фамилии.Добавить</a:t>
            </a:r>
            <a:r>
              <a:rPr lang="ru-RU" sz="800" dirty="0" smtClean="0"/>
              <a:t>(«…");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Фамилии.Добавить</a:t>
            </a:r>
            <a:r>
              <a:rPr lang="ru-RU" sz="800" dirty="0" smtClean="0"/>
              <a:t>(«…");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Фамилии.Добавить</a:t>
            </a:r>
            <a:r>
              <a:rPr lang="ru-RU" sz="800" dirty="0" smtClean="0"/>
              <a:t>(«…");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Фамилии.Добавить</a:t>
            </a:r>
            <a:r>
              <a:rPr lang="ru-RU" sz="800" dirty="0" smtClean="0"/>
              <a:t>(«…");</a:t>
            </a:r>
          </a:p>
          <a:p>
            <a:endParaRPr lang="ru-RU" sz="800" dirty="0" smtClean="0"/>
          </a:p>
          <a:p>
            <a:r>
              <a:rPr lang="ru-RU" sz="800" dirty="0" smtClean="0"/>
              <a:t>    ГСЧ = Новый </a:t>
            </a:r>
            <a:r>
              <a:rPr lang="ru-RU" sz="800" dirty="0" err="1" smtClean="0"/>
              <a:t>ГенераторСлучайныхЧисел</a:t>
            </a:r>
            <a:r>
              <a:rPr lang="ru-RU" sz="800" dirty="0" smtClean="0"/>
              <a:t>();</a:t>
            </a:r>
          </a:p>
          <a:p>
            <a:r>
              <a:rPr lang="ru-RU" sz="800" dirty="0" smtClean="0"/>
              <a:t>    Количество = 120;</a:t>
            </a:r>
          </a:p>
          <a:p>
            <a:endParaRPr lang="ru-RU" sz="800" dirty="0" smtClean="0"/>
          </a:p>
          <a:p>
            <a:r>
              <a:rPr lang="ru-RU" sz="800" dirty="0" smtClean="0"/>
              <a:t>    Для </a:t>
            </a:r>
            <a:r>
              <a:rPr lang="ru-RU" sz="800" dirty="0" err="1" smtClean="0"/>
              <a:t>i</a:t>
            </a:r>
            <a:r>
              <a:rPr lang="ru-RU" sz="800" dirty="0" smtClean="0"/>
              <a:t> = 1 По Количество Цикл</a:t>
            </a:r>
          </a:p>
          <a:p>
            <a:r>
              <a:rPr lang="ru-RU" sz="800" dirty="0" smtClean="0"/>
              <a:t>        // Выбираем случайные имя и фамилию</a:t>
            </a:r>
          </a:p>
          <a:p>
            <a:r>
              <a:rPr lang="ru-RU" sz="800" dirty="0" smtClean="0"/>
              <a:t>        Имя = Имена[</a:t>
            </a:r>
            <a:r>
              <a:rPr lang="ru-RU" sz="800" dirty="0" err="1" smtClean="0"/>
              <a:t>ГСЧ.СлучайноеЧисло</a:t>
            </a:r>
            <a:r>
              <a:rPr lang="ru-RU" sz="800" dirty="0" smtClean="0"/>
              <a:t>(0, </a:t>
            </a:r>
            <a:r>
              <a:rPr lang="ru-RU" sz="800" dirty="0" err="1" smtClean="0"/>
              <a:t>Имена.Количество</a:t>
            </a:r>
            <a:r>
              <a:rPr lang="ru-RU" sz="800" dirty="0" smtClean="0"/>
              <a:t>() - 1)];</a:t>
            </a:r>
          </a:p>
          <a:p>
            <a:r>
              <a:rPr lang="ru-RU" sz="800" dirty="0" smtClean="0"/>
              <a:t>        Фамилия = Фамилии[</a:t>
            </a:r>
            <a:r>
              <a:rPr lang="ru-RU" sz="800" dirty="0" err="1" smtClean="0"/>
              <a:t>ГСЧ.СлучайноеЧисло</a:t>
            </a:r>
            <a:r>
              <a:rPr lang="ru-RU" sz="800" dirty="0" smtClean="0"/>
              <a:t>(0, </a:t>
            </a:r>
            <a:r>
              <a:rPr lang="ru-RU" sz="800" dirty="0" err="1" smtClean="0"/>
              <a:t>Фамилии.Количество</a:t>
            </a:r>
            <a:r>
              <a:rPr lang="ru-RU" sz="800" dirty="0" smtClean="0"/>
              <a:t>() - 1)];</a:t>
            </a:r>
          </a:p>
          <a:p>
            <a:endParaRPr lang="ru-RU" sz="800" dirty="0" smtClean="0"/>
          </a:p>
          <a:p>
            <a:r>
              <a:rPr lang="ru-RU" sz="800" dirty="0" smtClean="0"/>
              <a:t>        // Создаём нового пользователя</a:t>
            </a:r>
          </a:p>
          <a:p>
            <a:r>
              <a:rPr lang="ru-RU" sz="800" dirty="0" smtClean="0"/>
              <a:t>        Пользователь = </a:t>
            </a:r>
            <a:r>
              <a:rPr lang="ru-RU" sz="800" dirty="0" err="1" smtClean="0"/>
              <a:t>Справочники.Пользователи.СоздатьЭлемент</a:t>
            </a:r>
            <a:r>
              <a:rPr lang="ru-RU" sz="800" dirty="0" smtClean="0"/>
              <a:t>();</a:t>
            </a:r>
          </a:p>
          <a:p>
            <a:r>
              <a:rPr lang="ru-RU" sz="800" dirty="0" smtClean="0"/>
              <a:t>        </a:t>
            </a:r>
            <a:r>
              <a:rPr lang="ru-RU" sz="800" dirty="0" err="1" smtClean="0"/>
              <a:t>Пользователь.Наименование</a:t>
            </a:r>
            <a:r>
              <a:rPr lang="ru-RU" sz="800" dirty="0" smtClean="0"/>
              <a:t> = Фамилия + " " + Имя;</a:t>
            </a:r>
          </a:p>
          <a:p>
            <a:endParaRPr lang="ru-RU" sz="800" dirty="0" smtClean="0"/>
          </a:p>
          <a:p>
            <a:r>
              <a:rPr lang="ru-RU" sz="800" dirty="0" smtClean="0"/>
              <a:t>        // 15 % пользователей — никогда не входили</a:t>
            </a:r>
          </a:p>
          <a:p>
            <a:r>
              <a:rPr lang="ru-RU" sz="800" dirty="0" smtClean="0"/>
              <a:t>        Если </a:t>
            </a:r>
            <a:r>
              <a:rPr lang="ru-RU" sz="800" dirty="0" err="1" smtClean="0"/>
              <a:t>ГСЧ.СлучайноеЧисло</a:t>
            </a:r>
            <a:r>
              <a:rPr lang="ru-RU" sz="800" dirty="0" smtClean="0"/>
              <a:t>(1, 100) &lt;= 15 Тогда</a:t>
            </a:r>
          </a:p>
          <a:p>
            <a:r>
              <a:rPr lang="ru-RU" sz="800" dirty="0" smtClean="0"/>
              <a:t>            </a:t>
            </a:r>
            <a:r>
              <a:rPr lang="ru-RU" sz="800" dirty="0" err="1" smtClean="0"/>
              <a:t>Пользователь.ДатаПоследнегоВхода</a:t>
            </a:r>
            <a:r>
              <a:rPr lang="ru-RU" sz="800" dirty="0" smtClean="0"/>
              <a:t> = </a:t>
            </a:r>
            <a:r>
              <a:rPr lang="ru-RU" sz="800" dirty="0" err="1" smtClean="0"/>
              <a:t>Неопределено</a:t>
            </a:r>
            <a:r>
              <a:rPr lang="ru-RU" sz="800" dirty="0" smtClean="0"/>
              <a:t>;</a:t>
            </a:r>
          </a:p>
          <a:p>
            <a:r>
              <a:rPr lang="ru-RU" sz="800" dirty="0" smtClean="0"/>
              <a:t>        Иначе</a:t>
            </a:r>
          </a:p>
          <a:p>
            <a:r>
              <a:rPr lang="ru-RU" sz="800" dirty="0" smtClean="0"/>
              <a:t>            // Случайная дата за последние 1 год (0–365 дней назад)</a:t>
            </a:r>
          </a:p>
          <a:p>
            <a:r>
              <a:rPr lang="ru-RU" sz="800" dirty="0" smtClean="0"/>
              <a:t>            </a:t>
            </a:r>
            <a:r>
              <a:rPr lang="ru-RU" sz="800" dirty="0" err="1" smtClean="0"/>
              <a:t>ДнейНазаду</a:t>
            </a:r>
            <a:r>
              <a:rPr lang="ru-RU" sz="800" dirty="0" smtClean="0"/>
              <a:t> = </a:t>
            </a:r>
            <a:r>
              <a:rPr lang="ru-RU" sz="800" dirty="0" err="1" smtClean="0"/>
              <a:t>ГСЧ.СлучайноеЧисло</a:t>
            </a:r>
            <a:r>
              <a:rPr lang="ru-RU" sz="800" dirty="0" smtClean="0"/>
              <a:t>(0, 365);</a:t>
            </a:r>
          </a:p>
          <a:p>
            <a:r>
              <a:rPr lang="ru-RU" sz="800" dirty="0" smtClean="0"/>
              <a:t>            </a:t>
            </a:r>
            <a:r>
              <a:rPr lang="ru-RU" sz="800" dirty="0" err="1" smtClean="0"/>
              <a:t>Пользователь.ДатаПоследнегоВхода</a:t>
            </a:r>
            <a:r>
              <a:rPr lang="ru-RU" sz="800" dirty="0" smtClean="0"/>
              <a:t> = </a:t>
            </a:r>
            <a:r>
              <a:rPr lang="ru-RU" sz="800" dirty="0" err="1" smtClean="0"/>
              <a:t>ТекущаяДата</a:t>
            </a:r>
            <a:r>
              <a:rPr lang="ru-RU" sz="800" dirty="0" smtClean="0"/>
              <a:t>() - </a:t>
            </a:r>
            <a:r>
              <a:rPr lang="ru-RU" sz="800" dirty="0" err="1" smtClean="0"/>
              <a:t>ДнейНазаду</a:t>
            </a:r>
            <a:r>
              <a:rPr lang="ru-RU" sz="800" dirty="0" smtClean="0"/>
              <a:t> * 86400; // 86 400 секунд в сутках</a:t>
            </a:r>
          </a:p>
          <a:p>
            <a:r>
              <a:rPr lang="ru-RU" sz="800" dirty="0" smtClean="0"/>
              <a:t>        </a:t>
            </a:r>
            <a:r>
              <a:rPr lang="ru-RU" sz="800" dirty="0" err="1" smtClean="0"/>
              <a:t>КонецЕсли</a:t>
            </a:r>
            <a:r>
              <a:rPr lang="ru-RU" sz="800" dirty="0" smtClean="0"/>
              <a:t>;</a:t>
            </a:r>
          </a:p>
          <a:p>
            <a:r>
              <a:rPr lang="ru-RU" sz="800" dirty="0" smtClean="0"/>
              <a:t>        // Записываем пользователя, игнорируем ошибки</a:t>
            </a:r>
          </a:p>
          <a:p>
            <a:r>
              <a:rPr lang="ru-RU" sz="800" dirty="0" smtClean="0"/>
              <a:t>        Попытка</a:t>
            </a:r>
          </a:p>
          <a:p>
            <a:r>
              <a:rPr lang="ru-RU" sz="800" dirty="0" smtClean="0"/>
              <a:t>            </a:t>
            </a:r>
            <a:r>
              <a:rPr lang="ru-RU" sz="800" dirty="0" err="1" smtClean="0"/>
              <a:t>Пользователь.Записать</a:t>
            </a:r>
            <a:r>
              <a:rPr lang="ru-RU" sz="800" dirty="0" smtClean="0"/>
              <a:t>();</a:t>
            </a:r>
          </a:p>
          <a:p>
            <a:r>
              <a:rPr lang="ru-RU" sz="800" dirty="0" smtClean="0"/>
              <a:t>        Исключение</a:t>
            </a:r>
          </a:p>
          <a:p>
            <a:r>
              <a:rPr lang="ru-RU" sz="800" dirty="0" smtClean="0"/>
              <a:t>            // Продолжаем заполнение, даже если </a:t>
            </a:r>
            <a:r>
              <a:rPr lang="ru-RU" sz="800" dirty="0" err="1" smtClean="0"/>
              <a:t>какой‑то</a:t>
            </a:r>
            <a:r>
              <a:rPr lang="ru-RU" sz="800" dirty="0" smtClean="0"/>
              <a:t> пользователь не записался</a:t>
            </a:r>
          </a:p>
          <a:p>
            <a:r>
              <a:rPr lang="ru-RU" sz="800" dirty="0" smtClean="0"/>
              <a:t>        </a:t>
            </a:r>
            <a:r>
              <a:rPr lang="ru-RU" sz="800" dirty="0" err="1" smtClean="0"/>
              <a:t>КонецПопытки</a:t>
            </a:r>
            <a:r>
              <a:rPr lang="ru-RU" sz="800" dirty="0" smtClean="0"/>
              <a:t>;</a:t>
            </a:r>
          </a:p>
          <a:p>
            <a:r>
              <a:rPr lang="ru-RU" sz="800" dirty="0" smtClean="0"/>
              <a:t>    </a:t>
            </a:r>
            <a:r>
              <a:rPr lang="ru-RU" sz="800" dirty="0" err="1" smtClean="0"/>
              <a:t>КонецЦикла</a:t>
            </a:r>
            <a:r>
              <a:rPr lang="ru-RU" sz="800" dirty="0" smtClean="0"/>
              <a:t>;</a:t>
            </a:r>
          </a:p>
          <a:p>
            <a:r>
              <a:rPr lang="ru-RU" sz="800" dirty="0" smtClean="0"/>
              <a:t>    Сообщить("Создано " + Количество + " пользователей!");</a:t>
            </a:r>
          </a:p>
          <a:p>
            <a:r>
              <a:rPr lang="ru-RU" sz="800" dirty="0" err="1" smtClean="0"/>
              <a:t>КонецПроцедуры</a:t>
            </a:r>
            <a:endParaRPr lang="ru-RU" sz="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4572000" y="500042"/>
            <a:ext cx="4572000" cy="393954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000" dirty="0" smtClean="0"/>
              <a:t>&amp;</a:t>
            </a:r>
            <a:r>
              <a:rPr lang="ru-RU" sz="1000" dirty="0" err="1" smtClean="0"/>
              <a:t>НаСервере</a:t>
            </a:r>
            <a:endParaRPr lang="ru-RU" sz="1000" dirty="0" smtClean="0"/>
          </a:p>
          <a:p>
            <a:r>
              <a:rPr lang="ru-RU" sz="1000" dirty="0" smtClean="0"/>
              <a:t>Процедура </a:t>
            </a:r>
            <a:r>
              <a:rPr lang="ru-RU" sz="1000" dirty="0" err="1" smtClean="0"/>
              <a:t>ОчиститьСправочникПользователи</a:t>
            </a:r>
            <a:r>
              <a:rPr lang="ru-RU" sz="1000" dirty="0" smtClean="0"/>
              <a:t>()</a:t>
            </a:r>
          </a:p>
          <a:p>
            <a:r>
              <a:rPr lang="ru-RU" sz="1000" dirty="0" smtClean="0"/>
              <a:t>    Попытка</a:t>
            </a:r>
          </a:p>
          <a:p>
            <a:r>
              <a:rPr lang="ru-RU" sz="1000" dirty="0" smtClean="0"/>
              <a:t>        Запрос = Новый Запрос;</a:t>
            </a:r>
          </a:p>
          <a:p>
            <a:r>
              <a:rPr lang="ru-RU" sz="1000" dirty="0" smtClean="0"/>
              <a:t>        </a:t>
            </a:r>
            <a:r>
              <a:rPr lang="ru-RU" sz="1000" dirty="0" err="1" smtClean="0"/>
              <a:t>Запрос.Текст</a:t>
            </a:r>
            <a:r>
              <a:rPr lang="ru-RU" sz="1000" dirty="0" smtClean="0"/>
              <a:t> = "ВЫБРАТЬ</a:t>
            </a:r>
          </a:p>
          <a:p>
            <a:r>
              <a:rPr lang="ru-RU" sz="1000" dirty="0" smtClean="0"/>
              <a:t>            |  </a:t>
            </a:r>
            <a:r>
              <a:rPr lang="ru-RU" sz="1000" dirty="0" err="1" smtClean="0"/>
              <a:t>Пользователи.Ссылка</a:t>
            </a:r>
            <a:r>
              <a:rPr lang="ru-RU" sz="1000" dirty="0" smtClean="0"/>
              <a:t> КАК Ссылка</a:t>
            </a:r>
          </a:p>
          <a:p>
            <a:r>
              <a:rPr lang="ru-RU" sz="1000" dirty="0" smtClean="0"/>
              <a:t>            |ИЗ</a:t>
            </a:r>
          </a:p>
          <a:p>
            <a:r>
              <a:rPr lang="ru-RU" sz="1000" dirty="0" smtClean="0"/>
              <a:t>            |  </a:t>
            </a:r>
            <a:r>
              <a:rPr lang="ru-RU" sz="1000" dirty="0" err="1" smtClean="0"/>
              <a:t>Справочник.Пользователи</a:t>
            </a:r>
            <a:r>
              <a:rPr lang="ru-RU" sz="1000" dirty="0" smtClean="0"/>
              <a:t> КАК Пользователи";</a:t>
            </a:r>
          </a:p>
          <a:p>
            <a:endParaRPr lang="ru-RU" sz="1000" dirty="0" smtClean="0"/>
          </a:p>
          <a:p>
            <a:r>
              <a:rPr lang="ru-RU" sz="1000" dirty="0" smtClean="0"/>
              <a:t>        </a:t>
            </a:r>
            <a:r>
              <a:rPr lang="ru-RU" sz="1000" dirty="0" err="1" smtClean="0"/>
              <a:t>РезультатЗапроса</a:t>
            </a:r>
            <a:r>
              <a:rPr lang="ru-RU" sz="1000" dirty="0" smtClean="0"/>
              <a:t> = </a:t>
            </a:r>
            <a:r>
              <a:rPr lang="ru-RU" sz="1000" dirty="0" err="1" smtClean="0"/>
              <a:t>Запрос.Выполнить</a:t>
            </a:r>
            <a:r>
              <a:rPr lang="ru-RU" sz="1000" dirty="0" smtClean="0"/>
              <a:t>();</a:t>
            </a:r>
          </a:p>
          <a:p>
            <a:r>
              <a:rPr lang="ru-RU" sz="1000" dirty="0" smtClean="0"/>
              <a:t>        Выборка = </a:t>
            </a:r>
            <a:r>
              <a:rPr lang="ru-RU" sz="1000" dirty="0" err="1" smtClean="0"/>
              <a:t>РезультатЗапроса.Выбрать</a:t>
            </a:r>
            <a:r>
              <a:rPr lang="ru-RU" sz="1000" dirty="0" smtClean="0"/>
              <a:t>();</a:t>
            </a:r>
          </a:p>
          <a:p>
            <a:endParaRPr lang="ru-RU" sz="1000" dirty="0" smtClean="0"/>
          </a:p>
          <a:p>
            <a:r>
              <a:rPr lang="ru-RU" sz="1000" dirty="0" smtClean="0"/>
              <a:t>        </a:t>
            </a:r>
            <a:r>
              <a:rPr lang="ru-RU" sz="1000" dirty="0" err="1" smtClean="0"/>
              <a:t>КоличествоУдаленных</a:t>
            </a:r>
            <a:r>
              <a:rPr lang="ru-RU" sz="1000" dirty="0" smtClean="0"/>
              <a:t> = 0;</a:t>
            </a:r>
          </a:p>
          <a:p>
            <a:endParaRPr lang="ru-RU" sz="1000" dirty="0" smtClean="0"/>
          </a:p>
          <a:p>
            <a:r>
              <a:rPr lang="ru-RU" sz="1000" dirty="0" smtClean="0"/>
              <a:t>        Пока </a:t>
            </a:r>
            <a:r>
              <a:rPr lang="ru-RU" sz="1000" dirty="0" err="1" smtClean="0"/>
              <a:t>Выборка.Следующий</a:t>
            </a:r>
            <a:r>
              <a:rPr lang="ru-RU" sz="1000" dirty="0" smtClean="0"/>
              <a:t>() Цикл</a:t>
            </a:r>
          </a:p>
          <a:p>
            <a:r>
              <a:rPr lang="ru-RU" sz="1000" dirty="0" smtClean="0"/>
              <a:t>            Элемент = </a:t>
            </a:r>
            <a:r>
              <a:rPr lang="ru-RU" sz="1000" dirty="0" err="1" smtClean="0"/>
              <a:t>Выборка.Ссылка.ПолучитьОбъект</a:t>
            </a:r>
            <a:r>
              <a:rPr lang="ru-RU" sz="1000" dirty="0" smtClean="0"/>
              <a:t>();</a:t>
            </a:r>
          </a:p>
          <a:p>
            <a:r>
              <a:rPr lang="ru-RU" sz="1000" dirty="0" smtClean="0"/>
              <a:t>            </a:t>
            </a:r>
            <a:r>
              <a:rPr lang="ru-RU" sz="1000" dirty="0" err="1" smtClean="0"/>
              <a:t>Элемент.Удалить</a:t>
            </a:r>
            <a:r>
              <a:rPr lang="ru-RU" sz="1000" dirty="0" smtClean="0"/>
              <a:t>();</a:t>
            </a:r>
          </a:p>
          <a:p>
            <a:r>
              <a:rPr lang="ru-RU" sz="1000" dirty="0" smtClean="0"/>
              <a:t>            </a:t>
            </a:r>
            <a:r>
              <a:rPr lang="ru-RU" sz="1000" dirty="0" err="1" smtClean="0"/>
              <a:t>КоличествоУдаленных</a:t>
            </a:r>
            <a:r>
              <a:rPr lang="ru-RU" sz="1000" dirty="0" smtClean="0"/>
              <a:t> = </a:t>
            </a:r>
            <a:r>
              <a:rPr lang="ru-RU" sz="1000" dirty="0" err="1" smtClean="0"/>
              <a:t>КоличествоУдаленных</a:t>
            </a:r>
            <a:r>
              <a:rPr lang="ru-RU" sz="1000" dirty="0" smtClean="0"/>
              <a:t> + 1;</a:t>
            </a:r>
          </a:p>
          <a:p>
            <a:r>
              <a:rPr lang="ru-RU" sz="1000" dirty="0" smtClean="0"/>
              <a:t>        </a:t>
            </a:r>
            <a:r>
              <a:rPr lang="ru-RU" sz="1000" dirty="0" err="1" smtClean="0"/>
              <a:t>КонецЦикла</a:t>
            </a:r>
            <a:r>
              <a:rPr lang="ru-RU" sz="1000" dirty="0" smtClean="0"/>
              <a:t>;</a:t>
            </a:r>
          </a:p>
          <a:p>
            <a:endParaRPr lang="ru-RU" sz="1000" dirty="0" smtClean="0"/>
          </a:p>
          <a:p>
            <a:r>
              <a:rPr lang="ru-RU" sz="1000" dirty="0" smtClean="0"/>
              <a:t>        Сообщить("Удалено записей: " + </a:t>
            </a:r>
            <a:r>
              <a:rPr lang="ru-RU" sz="1000" dirty="0" err="1" smtClean="0"/>
              <a:t>КоличествоУдаленных</a:t>
            </a:r>
            <a:r>
              <a:rPr lang="ru-RU" sz="1000" dirty="0" smtClean="0"/>
              <a:t>);</a:t>
            </a:r>
          </a:p>
          <a:p>
            <a:r>
              <a:rPr lang="ru-RU" sz="1000" dirty="0" smtClean="0"/>
              <a:t>    Исключение</a:t>
            </a:r>
          </a:p>
          <a:p>
            <a:r>
              <a:rPr lang="ru-RU" sz="1000" dirty="0" smtClean="0"/>
              <a:t>        Сообщить("Ошибка при очистке справочника: " + </a:t>
            </a:r>
            <a:r>
              <a:rPr lang="ru-RU" sz="1000" dirty="0" err="1" smtClean="0"/>
              <a:t>ОписаниеОшибки</a:t>
            </a:r>
            <a:r>
              <a:rPr lang="ru-RU" sz="1000" dirty="0" smtClean="0"/>
              <a:t>());</a:t>
            </a:r>
          </a:p>
          <a:p>
            <a:r>
              <a:rPr lang="ru-RU" sz="1000" dirty="0" smtClean="0"/>
              <a:t>    </a:t>
            </a:r>
            <a:r>
              <a:rPr lang="ru-RU" sz="1000" dirty="0" err="1" smtClean="0"/>
              <a:t>КонецПопытки</a:t>
            </a:r>
            <a:r>
              <a:rPr lang="ru-RU" sz="1000" dirty="0" smtClean="0"/>
              <a:t>;</a:t>
            </a:r>
          </a:p>
          <a:p>
            <a:r>
              <a:rPr lang="ru-RU" sz="1000" dirty="0" err="1" smtClean="0"/>
              <a:t>КонецПроцедуры</a:t>
            </a:r>
            <a:endParaRPr lang="ru-RU" sz="10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4572000" y="4611231"/>
            <a:ext cx="4572000" cy="2246769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pPr algn="just"/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ОчиститьСправочникПользователи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() — удаляет все записи из справочника «Пользователи» и сообщает, сколько их было. При ошибке выводит сообщение об ошибке.</a:t>
            </a:r>
          </a:p>
          <a:p>
            <a:pPr algn="just"/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ЗаполнитьСправочникПользователей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() — создаёт 120 случайных пользователей (с именами и фамилиями из списка), у 15 % не указывает дату входа, у остальных ставит случайную дату за последний год. Сообщает о завершении.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Отчеты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500042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конфигураторе 1С можно создать макет с HTML-кодом, используя HTML-теги и CSS-стили. Для подстановки данных из 1С используются параметры макета.</a:t>
            </a: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1785926"/>
            <a:ext cx="8286804" cy="45171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Формирование отчета</a:t>
            </a:r>
            <a:endParaRPr lang="ru-RU" dirty="0"/>
          </a:p>
        </p:txBody>
      </p:sp>
      <p:pic>
        <p:nvPicPr>
          <p:cNvPr id="3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642918"/>
            <a:ext cx="7534268" cy="6029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Зачем нужны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html-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отчёты в 1С?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гибкого оформления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красивая вёрстка, таблицы, графики, цвета, шрифты;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интерактивности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кнопки, ссылки, фильтрация прямо в отчёте;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просмотра в браузере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можно открыть отдельно, отправить по почте, опубликовать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веб‑интерфейсе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экспорта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легко сохранить как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веб‑страницу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(HTML/HTM);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интеграции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встраивание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веб‑элементов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диаграмм, карт или данных из внешних источников;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предварительного просмотра —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наглядное отображение печатных форм перед печатью.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71810"/>
            <a:ext cx="9144000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1428728" y="5857892"/>
            <a:ext cx="56863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Пример применения </a:t>
            </a:r>
            <a:r>
              <a:rPr lang="en-US" sz="2400" i="1" dirty="0" smtClean="0">
                <a:latin typeface="Times New Roman" pitchFamily="18" charset="0"/>
                <a:cs typeface="Times New Roman" pitchFamily="18" charset="0"/>
              </a:rPr>
              <a:t>JS-</a:t>
            </a:r>
            <a:r>
              <a:rPr lang="ru-RU" sz="2400" i="1" dirty="0" smtClean="0">
                <a:latin typeface="Times New Roman" pitchFamily="18" charset="0"/>
                <a:cs typeface="Times New Roman" pitchFamily="18" charset="0"/>
              </a:rPr>
              <a:t>функции в отчете</a:t>
            </a:r>
            <a:endParaRPr lang="ru-RU" sz="24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566</Words>
  <Application>Microsoft Office PowerPoint</Application>
  <PresentationFormat>Экран (4:3)</PresentationFormat>
  <Paragraphs>102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HTML-отчёты: основы генерации</vt:lpstr>
      <vt:lpstr>Дополнительные материалы</vt:lpstr>
      <vt:lpstr>Заполнение справочника</vt:lpstr>
      <vt:lpstr>Отчеты</vt:lpstr>
      <vt:lpstr>Формирование отчета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29</cp:revision>
  <dcterms:created xsi:type="dcterms:W3CDTF">2026-03-28T09:53:23Z</dcterms:created>
  <dcterms:modified xsi:type="dcterms:W3CDTF">2026-04-30T19:39:10Z</dcterms:modified>
</cp:coreProperties>
</file>
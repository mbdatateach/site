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44912-2369-4E75-B379-F9D63D696BE2}" type="datetimeFigureOut">
              <a:rPr lang="ru-RU" smtClean="0"/>
              <a:pPr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81489-2000-46BA-9CB7-C4AE803EBDA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Работа с расширенными возможностями 1С: роли, подписки, макеты печатных форм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Роли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специальные объекты конфигурации, которые определяют, какие действия и над какими объектами метаданных может выполнять пользователь, которому эта роль присвоена. Роли создаются разработчиками на этапе создания прикладного решения.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Права доступа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механизм, регулирующий доступ пользователей к данным и функциям системы в соответствии с их ролями и обязанностями.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В крупной компании бухгалтеру не нужно видеть данные отдела кадров, а менеджеру по продажам — расчётные ведомости. Роли позволяют открыть каждому сотруднику только нужные разделы.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4175" y="3067050"/>
            <a:ext cx="621982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77150" y="5657850"/>
            <a:ext cx="14668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>
            <a:stCxn id="1028" idx="0"/>
          </p:cNvCxnSpPr>
          <p:nvPr/>
        </p:nvCxnSpPr>
        <p:spPr>
          <a:xfrm rot="16200000" flipV="1">
            <a:off x="6698466" y="3945740"/>
            <a:ext cx="2014536" cy="1409683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143512"/>
            <a:ext cx="5525612" cy="1357298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541972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 descr="https://sun9-2.userapi.com/s/v1/ig2/Lk6huV9jxICWLEUKrYtfmGTWyp1eO2m_qontMTOYRmVrUlv4IQd4VegIx1klMleNPcqy5MO-TLwO84vV2kkaXMTp.jpg?quality=95&amp;as=32x21,48x31,72x46,108x69,160x103,240x154,360x231,480x308,540x346,640x410,720x462,747x479&amp;from=bu&amp;u=e6cyuW1nH-atSRHfVJ5DnSeS997PtAkB2sDcjCsj5Ac&amp;cs=747x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571480"/>
            <a:ext cx="5357818" cy="343560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Обработка </a:t>
            </a:r>
            <a:r>
              <a:rPr lang="ru-RU" dirty="0" err="1" smtClean="0"/>
              <a:t>ГенераторЦитат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56340" y="3214686"/>
            <a:ext cx="1887659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1С макет формы — это шаблон, который используется для создания печатных форм документов. Он позволяет настроить внешний вид документа, добавить реквизиты, текст, изображения и другие элементы. Макеты создаются и редактируются с помощью специального конструктора, который напоминает таблицу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928802"/>
            <a:ext cx="54102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 descr="https://avatars.mds.yandex.net/i?id=210a8f19a447d494f9ab34a5a1304415_l-11941915-images-thumbs&amp;n=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0378" y="3971948"/>
            <a:ext cx="5223622" cy="288605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5500702"/>
            <a:ext cx="4000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полезны для соблюдения фирменного стиля: можно добавить логотип компании, фирменные цвета, шапку документа с реквизитами;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Подписка на событие в 1С:Предприятие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это механизм, который позволяет назначать обработчики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неинтерактивных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событий одного или нескольких прикладных объектов (форм, справочников, документов и др.). При наступлении события платформа автоматически находит все процедуры, подписанные на него, и выполняет их.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2714620"/>
            <a:ext cx="326707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Группа 5"/>
          <p:cNvGrpSpPr/>
          <p:nvPr/>
        </p:nvGrpSpPr>
        <p:grpSpPr>
          <a:xfrm>
            <a:off x="500034" y="2214554"/>
            <a:ext cx="3638550" cy="4438656"/>
            <a:chOff x="500034" y="2214554"/>
            <a:chExt cx="3638550" cy="4438656"/>
          </a:xfrm>
        </p:grpSpPr>
        <p:pic>
          <p:nvPicPr>
            <p:cNvPr id="17410" name="Picture 2" descr="Picture background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00034" y="2214554"/>
              <a:ext cx="3638550" cy="1762126"/>
            </a:xfrm>
            <a:prstGeom prst="rect">
              <a:avLst/>
            </a:prstGeom>
            <a:noFill/>
          </p:spPr>
        </p:pic>
        <p:pic>
          <p:nvPicPr>
            <p:cNvPr id="17413" name="Picture 5" descr="Picture background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57224" y="3786190"/>
              <a:ext cx="3006338" cy="2867020"/>
            </a:xfrm>
            <a:prstGeom prst="rect">
              <a:avLst/>
            </a:prstGeom>
            <a:noFill/>
          </p:spPr>
        </p:pic>
      </p:grpSp>
      <p:sp>
        <p:nvSpPr>
          <p:cNvPr id="7" name="Прямоугольник 6"/>
          <p:cNvSpPr/>
          <p:nvPr/>
        </p:nvSpPr>
        <p:spPr>
          <a:xfrm>
            <a:off x="4429124" y="510367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даёт возможность настраивать уведомления: например, менеджер получает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или сообщение при создании нового заказа, а клиенту автоматически отправляется напоминание при просрочке оплаты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197</Words>
  <Application>Microsoft Office PowerPoint</Application>
  <PresentationFormat>Экран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Работа с расширенными возможностями 1С: роли, подписки, макеты печатных форм </vt:lpstr>
      <vt:lpstr>Слайд 2</vt:lpstr>
      <vt:lpstr>Обработка ГенераторЦитат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расширенными возможностями 1С: роли, подписки, макеты печатных форм </dc:title>
  <dc:creator>user</dc:creator>
  <cp:lastModifiedBy>user</cp:lastModifiedBy>
  <cp:revision>5</cp:revision>
  <dcterms:created xsi:type="dcterms:W3CDTF">2026-05-01T10:28:36Z</dcterms:created>
  <dcterms:modified xsi:type="dcterms:W3CDTF">2026-05-13T18:29:34Z</dcterms:modified>
</cp:coreProperties>
</file>
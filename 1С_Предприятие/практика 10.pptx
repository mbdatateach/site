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1" r:id="rId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544912-2369-4E75-B379-F9D63D696BE2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81489-2000-46BA-9CB7-C4AE803EBDA3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Работа с расширенными возможностями 1С: роли, подписки, макеты печатных форм</a:t>
            </a:r>
            <a:br>
              <a:rPr lang="ru-RU" dirty="0" smtClean="0"/>
            </a:b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Роли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— это специальные объекты конфигурации, которые определяют, какие действия и над какими объектами метаданных может выполнять пользователь, которому эта роль присвоена. Роли создаются разработчиками на этапе создания прикладного решения.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Права доступа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 это механизм, регулирующий доступ пользователей к данным и функциям системы в соответствии с их ролями и обязанностями. </a:t>
            </a:r>
            <a:endParaRPr lang="en-US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В крупной компании бухгалтеру не нужно видеть данные отдела кадров, а менеджеру по продажам — расчётные ведомости. Роли позволяют открыть каждому сотруднику только нужные разделы.</a:t>
            </a:r>
            <a:endParaRPr lang="ru-RU" sz="2000" i="1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24175" y="3067050"/>
            <a:ext cx="6219825" cy="3790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77150" y="5657850"/>
            <a:ext cx="1466850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7" name="Прямая со стрелкой 6"/>
          <p:cNvCxnSpPr>
            <a:stCxn id="1028" idx="0"/>
          </p:cNvCxnSpPr>
          <p:nvPr/>
        </p:nvCxnSpPr>
        <p:spPr>
          <a:xfrm rot="16200000" flipV="1">
            <a:off x="6698466" y="3945740"/>
            <a:ext cx="2014536" cy="1409683"/>
          </a:xfrm>
          <a:prstGeom prst="straightConnector1">
            <a:avLst/>
          </a:prstGeom>
          <a:ln w="158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0" y="5143512"/>
            <a:ext cx="5525612" cy="1357298"/>
          </a:xfrm>
          <a:prstGeom prst="rect">
            <a:avLst/>
          </a:prstGeom>
          <a:noFill/>
          <a:ln w="15875">
            <a:solidFill>
              <a:srgbClr val="FF0000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285776"/>
            <a:ext cx="8229600" cy="1143000"/>
          </a:xfrm>
        </p:spPr>
        <p:txBody>
          <a:bodyPr/>
          <a:lstStyle/>
          <a:p>
            <a:r>
              <a:rPr lang="ru-RU" dirty="0" smtClean="0"/>
              <a:t>Обработка </a:t>
            </a:r>
            <a:r>
              <a:rPr lang="ru-RU" dirty="0" err="1" smtClean="0"/>
              <a:t>ГенераторЦитат</a:t>
            </a:r>
            <a:endParaRPr lang="ru-RU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500174"/>
            <a:ext cx="5419725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86225" y="1643050"/>
            <a:ext cx="5057775" cy="166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256340" y="3214686"/>
            <a:ext cx="1887659" cy="3643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1С макет формы — это шаблон, который используется для создания печатных форм документов. Он позволяет настроить внешний вид документа, добавить реквизиты, текст, изображения и другие элементы. Макеты создаются и редактируются с помощью специального конструктора, который напоминает таблицу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1928802"/>
            <a:ext cx="5410200" cy="3381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6" name="Picture 4" descr="https://avatars.mds.yandex.net/i?id=210a8f19a447d494f9ab34a5a1304415_l-11941915-images-thumbs&amp;n=1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920378" y="3971948"/>
            <a:ext cx="5223622" cy="2886052"/>
          </a:xfrm>
          <a:prstGeom prst="rect">
            <a:avLst/>
          </a:prstGeom>
          <a:noFill/>
        </p:spPr>
      </p:pic>
      <p:sp>
        <p:nvSpPr>
          <p:cNvPr id="5" name="Прямоугольник 4"/>
          <p:cNvSpPr/>
          <p:nvPr/>
        </p:nvSpPr>
        <p:spPr>
          <a:xfrm>
            <a:off x="0" y="5500702"/>
            <a:ext cx="400049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полезны для соблюдения фирменного стиля: можно добавить логотип компании, фирменные цвета, шапку документа с реквизитами;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Подписка на событие в 1С:Предприятие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 это механизм, который позволяет назначать обработчики для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неинтерактивных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событий одного или нескольких прикладных объектов (форм, справочников, документов и др.). При наступлении события платформа автоматически находит все процедуры, подписанные на него, и выполняет их.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143504" y="2714620"/>
            <a:ext cx="3267075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6" name="Группа 5"/>
          <p:cNvGrpSpPr/>
          <p:nvPr/>
        </p:nvGrpSpPr>
        <p:grpSpPr>
          <a:xfrm>
            <a:off x="500034" y="2214554"/>
            <a:ext cx="3638550" cy="4438656"/>
            <a:chOff x="500034" y="2214554"/>
            <a:chExt cx="3638550" cy="4438656"/>
          </a:xfrm>
        </p:grpSpPr>
        <p:pic>
          <p:nvPicPr>
            <p:cNvPr id="17410" name="Picture 2" descr="Picture background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0034" y="2214554"/>
              <a:ext cx="3638550" cy="1762126"/>
            </a:xfrm>
            <a:prstGeom prst="rect">
              <a:avLst/>
            </a:prstGeom>
            <a:noFill/>
          </p:spPr>
        </p:pic>
        <p:pic>
          <p:nvPicPr>
            <p:cNvPr id="17413" name="Picture 5" descr="Picture background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857224" y="3786190"/>
              <a:ext cx="3006338" cy="2867020"/>
            </a:xfrm>
            <a:prstGeom prst="rect">
              <a:avLst/>
            </a:prstGeom>
            <a:noFill/>
          </p:spPr>
        </p:pic>
      </p:grpSp>
      <p:sp>
        <p:nvSpPr>
          <p:cNvPr id="7" name="Прямоугольник 6"/>
          <p:cNvSpPr/>
          <p:nvPr/>
        </p:nvSpPr>
        <p:spPr>
          <a:xfrm>
            <a:off x="4429124" y="5103674"/>
            <a:ext cx="4572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даёт возможность настраивать уведомления: например, менеджер получает </a:t>
            </a:r>
            <a:r>
              <a:rPr lang="ru-RU" i="1" dirty="0" err="1" smtClean="0">
                <a:latin typeface="Times New Roman" pitchFamily="18" charset="0"/>
                <a:cs typeface="Times New Roman" pitchFamily="18" charset="0"/>
              </a:rPr>
              <a:t>email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 или сообщение 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при 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создании нового заказа, а клиенту автоматически отправляется напоминание при просрочке 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оплаты</a:t>
            </a:r>
            <a:r>
              <a:rPr lang="en-US" i="1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197</Words>
  <Application>Microsoft Office PowerPoint</Application>
  <PresentationFormat>Экран (4:3)</PresentationFormat>
  <Paragraphs>9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Работа с расширенными возможностями 1С: роли, подписки, макеты печатных форм </vt:lpstr>
      <vt:lpstr>Слайд 2</vt:lpstr>
      <vt:lpstr>Обработка ГенераторЦитат</vt:lpstr>
      <vt:lpstr>Слайд 4</vt:lpstr>
      <vt:lpstr>Слайд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Работа с расширенными возможностями 1С: роли, подписки, макеты печатных форм </dc:title>
  <dc:creator>user</dc:creator>
  <cp:lastModifiedBy>user</cp:lastModifiedBy>
  <cp:revision>4</cp:revision>
  <dcterms:created xsi:type="dcterms:W3CDTF">2026-05-01T10:28:36Z</dcterms:created>
  <dcterms:modified xsi:type="dcterms:W3CDTF">2026-05-05T20:30:01Z</dcterms:modified>
</cp:coreProperties>
</file>
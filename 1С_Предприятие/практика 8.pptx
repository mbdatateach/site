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  <p:sldId id="263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16" autoAdjust="0"/>
    <p:restoredTop sz="94660"/>
  </p:normalViewPr>
  <p:slideViewPr>
    <p:cSldViewPr>
      <p:cViewPr>
        <p:scale>
          <a:sx n="100" d="100"/>
          <a:sy n="100" d="100"/>
        </p:scale>
        <p:origin x="-1848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start.ru/1c/articles/319029/?ysclid=mo5w6ssb17715231142" TargetMode="External"/><Relationship Id="rId2" Type="http://schemas.openxmlformats.org/officeDocument/2006/relationships/hyperlink" Target="https://disk.360.yandex.ru/d/FMj82mvL27r5ig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zen.ru/a/YGRS9X8bm0VOAtyS?ysclid=mo5w7l2j503555240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Базовые отчеты с помощью СКД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Видео по созданию отчетов в 1С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disk.360.yandex.ru/d/FMj82mvL27r5ig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Создание простого отчета на СКД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https://infostart.ru/1c/articles/319029/?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ysclid=mo5w6ssb17715231142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dzen.ru/a/YGRS9X8bm0VOAtyS?ysclid=mo5w7l2j5035552401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Отчеты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Отчеты — это прикладные объекты конфигурации. Они предназначены для обработки накопленной информации и получения сводных данных в удобном для просмотра и анализа виде. Конфигуратор позволяет формировать набор различных отчетов, достаточных для удовлетворения потребности пользователей системы в достоверной и подробной выходной информации.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правило, для формирования выходных данных отчет использует систему компоновки данных. Но, вообще говоря, отчет может содержать произвольный алгоритм формирования «бумажного» или «электронного» отчета на встроенном языке.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Отчет может содержать одну или несколько форм, с помощью которых, при необходимости, можно организовать ввод каких-либо параметров, влияющих на ход алгоритма.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764258"/>
            <a:ext cx="8001056" cy="309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5"/>
            <a:ext cx="9144000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904456"/>
            <a:ext cx="6858016" cy="2953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Зачем нужны отчёты в 1С?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Оперативный контроль данных.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Позволяют мгновенно получать актуальные сведения о состоянии бизнеса: остатках на складе, движении денег, продажах и т. д.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Финансовый анализ.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Дают полную картину финансового состояния компании: показывают доходы, расходы, прибыль, денежные потоки, помогают оценить рентабельность и выявить проблемные зоны.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Управленческие решения.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Руководители используют отчёты, чтобы оценивать эффективность работы подразделений, менеджеров, товарных категорий — и на основе данных принимать решения (корректировать цены, менять ассортимент, оптимизировать затраты).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Контроль запасов.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Показывают остатки товаров и материалов на складах, динамику продаж и закупок — это помогает вовремя пополнять запасы и избегать дефицита или затоваривания.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Учёт и аналитика по контрагентам.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Позволяют отслеживать расчёты с поставщиками и покупателями, контролировать дебиторскую и кредиторскую задолженность, анализировать надёжность партнёров.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Кадровый 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зарплатный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учёт.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Дают данные по начислениям, отпускам, больничным, отработанному времени — помогают планировать ФОТ и соблюдать трудовое законодательство.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169</Words>
  <Application>Microsoft Office PowerPoint</Application>
  <PresentationFormat>Экран (4:3)</PresentationFormat>
  <Paragraphs>21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Базовые отчеты с помощью СКД</vt:lpstr>
      <vt:lpstr>Дополнительные материалы</vt:lpstr>
      <vt:lpstr>Отчеты</vt:lpstr>
      <vt:lpstr>Задание 2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26</cp:revision>
  <dcterms:created xsi:type="dcterms:W3CDTF">2026-03-28T09:53:23Z</dcterms:created>
  <dcterms:modified xsi:type="dcterms:W3CDTF">2026-04-19T15:06:57Z</dcterms:modified>
</cp:coreProperties>
</file>
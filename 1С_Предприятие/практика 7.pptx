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1" r:id="rId5"/>
    <p:sldId id="264" r:id="rId6"/>
    <p:sldId id="263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716" autoAdjust="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AB751-8214-4DCA-A67E-1243E59E7911}" type="datetimeFigureOut">
              <a:rPr lang="ru-RU" smtClean="0"/>
              <a:pPr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ondarenko.gelema.ru/ITPRIS/Praktika6.pdf" TargetMode="External"/><Relationship Id="rId2" Type="http://schemas.openxmlformats.org/officeDocument/2006/relationships/hyperlink" Target="https://v8.1c.ru/platforma/registr-nakopleniya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lc.li/OItBf" TargetMode="External"/><Relationship Id="rId4" Type="http://schemas.openxmlformats.org/officeDocument/2006/relationships/hyperlink" Target="https://rutube.ru/video/ad659dec500903b8139ea8a79e580879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Регистры накоплений</a:t>
            </a:r>
            <a:r>
              <a:rPr lang="en-US" dirty="0" smtClean="0"/>
              <a:t>: </a:t>
            </a:r>
            <a:r>
              <a:rPr lang="ru-RU" dirty="0" smtClean="0"/>
              <a:t>обороты</a:t>
            </a:r>
            <a:br>
              <a:rPr lang="ru-RU" dirty="0" smtClean="0"/>
            </a:br>
            <a:r>
              <a:rPr lang="ru-RU" dirty="0" smtClean="0"/>
              <a:t>Подсистемы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00108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Регистр накопления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https://v8.1c.ru/platforma/registr-nakopleniya/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http://bondarenko.gelema.ru/ITPRIS/Praktika6.pdf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Как отобразить регистр накопления в Интерфейсе и в подсистеме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https://rutube.ru/video/ad659dec500903b8139ea8a79e580879/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Подсистемы. Настройка интерфейса с помощью подсистем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smtClean="0">
                <a:latin typeface="Times New Roman" pitchFamily="18" charset="0"/>
                <a:cs typeface="Times New Roman" pitchFamily="18" charset="0"/>
                <a:hlinkClick r:id="rId5"/>
              </a:rPr>
              <a:t>https://clc.li/OItBf</a:t>
            </a:r>
            <a:endParaRPr lang="en-US" sz="240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Регистр накоплений: обороты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00042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Обороты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изменения ресурсов (поступления и списания) за определённый период: день, неделю, месяц и т.д. Обороты показывают, сколько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чего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пришло или ушло, но не говорят, сколько осталось в итоге. Например, оборот по продажам за месяц — это общая сумма всех продаж за этот месяц; оборот по расходам материалов — сколько материалов было израсходовано за неделю. Такой учёт нужен, когда анализируют активность и объёмы операций: считают выручку, себестоимость, затраты по статьям, отработанное время сотрудников и т.п. Регистры, которые накапливают только обороты, называются регистрами накопления оборотов — они не хранят остатки и не рассчитывают их, а фокусируются исключительно на движениях за периоды.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74" y="3429000"/>
            <a:ext cx="4857726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929066"/>
            <a:ext cx="466725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Подсистемы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642918"/>
            <a:ext cx="54292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Подсистемы — это общие объекты конфигурации. На их основе платформа формирует командный интерфейс прикладного решения и визуально разделяет всю функциональность программы на крупные и мелкие блоки. Подсистемы могут иметь иерархическую структуру, т. е. одна подсистема может включать в себя несколько других подсистем: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976" y="785794"/>
            <a:ext cx="3429024" cy="1525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3500438"/>
            <a:ext cx="53578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Каждый объект конфигурации можно включить в состав одной или нескольких подсистем. Таким образом, в терминах подсистем можно описать всю структуру прикладного решения: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9322" y="2489089"/>
            <a:ext cx="2705103" cy="4368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4929198"/>
            <a:ext cx="54292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Разделы прикладного решения, по которым пользователь осуществляет основную навигацию, однозначно соответствуют первому уровню подсистем конфигурации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428652"/>
            <a:ext cx="8229600" cy="1143000"/>
          </a:xfrm>
        </p:spPr>
        <p:txBody>
          <a:bodyPr/>
          <a:lstStyle/>
          <a:p>
            <a:r>
              <a:rPr lang="ru-RU" dirty="0" smtClean="0"/>
              <a:t>Обработки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428604"/>
            <a:ext cx="9144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Обработка в 1С — это специальный объект конфигурации, предназначенный для выполнения определённых действий с данными в информационной базе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Она позволяет автоматизировать рутинные задачи, работать с информацией, реализовывать специфичные бизнес-процессы.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Основные характеристики обработок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Назначение. Обработки используются для изменения информации в базе данных, создания нового функционала для пользователей или администраторов. С их помощью можно выполнять удаление устаревших данных, импорт информации из других систем, формирование отчётов, заполнение документов, контроль остатков на складе, импорт и экспорт данных, интеграцию с внешними системами. 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Структура. Обработка может содержать одну или несколько форм, с помощью которых при необходимости можно организовать ввод параметров, влияющих на ход алгоритма.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Виды обработок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Встроенные (внутренние). Встроены непосредственно в программное решение. Используются для автоматизации небольших участков работы программистами. 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Внешние. Хранятся не в самой конфигурации, а в отдельных файлах (с расширениями .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epf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.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erf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 Позволяют расширять функциональность без изменения основной конфигурации. 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Примеры использования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формирование и отправка отчётов по заданным параметрам;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автоматическое заполнение стандартных документов (счетов-фактур, накладных) на основе данных из других документов или баз;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контроль остатков на складе и генерация уведомлений о необходимости пополнения;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импорт данных из внешних источников (например,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CSV) или экспорт данных из 1С в другие системы;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интеграция с внешними системами (CRM, ERP) для обмена данными.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0"/>
            <a:ext cx="8072494" cy="2143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2333709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Регистры хранят структурированные данные (остатки, обороты, сведения). Запросы позволяют: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выбирать нужные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поля;фильтровать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по условиям; группировать данные; рассчитывать итоги. Пример: отчёт о продажах по товарам за месяц.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Агрегирование данных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Запросы с функциями СУММА(), КОЛИЧЕСТВО(), СРЕДНЕЕ() позволяют получить обобщённые показатели: общая выручка за период; количество проданных единиц товара; средний чек.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Фильтрация по сложным условиям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Можно отбирать записи по: диапазону дат (МЕЖДУ); значениям измерений (Товар = &amp;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ВыбранныйТовар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); комбинации условий (И, ИЛИ).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Анализ данных в динамике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Регистры с периодичностью позволяют: сравнивать показатели по периодам; строить тренды; выявлять сезонные колебания. Создание сложных аналитических отчётов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Через запросы можно: объединять данные из нескольких регистров; добавлять вычисляемые поля; настраивать многоуровневую группировку.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Подготовка данных для обработки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Результаты запроса можно: выгрузить в таблицу значений; передать в другую процедуру; использовать для массовой обработки записей.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Данные из регистров можно: выгружать в XML/JSON; передавать в другие базы; синхронизировать с внешними сервисами.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Автоматизация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бизнес‑процессов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Результаты запросов используют для: автоматического расчёта показателей; формирования задач сотрудникам; запуска регламентных операций.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432</Words>
  <Application>Microsoft Office PowerPoint</Application>
  <PresentationFormat>Экран (4:3)</PresentationFormat>
  <Paragraphs>40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Регистры накоплений: обороты Подсистемы</vt:lpstr>
      <vt:lpstr>Дополнительные материалы</vt:lpstr>
      <vt:lpstr>Регистр накоплений: обороты</vt:lpstr>
      <vt:lpstr>Подсистемы</vt:lpstr>
      <vt:lpstr>Обработки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27</cp:revision>
  <dcterms:created xsi:type="dcterms:W3CDTF">2026-03-28T09:53:23Z</dcterms:created>
  <dcterms:modified xsi:type="dcterms:W3CDTF">2026-04-16T18:46:05Z</dcterms:modified>
</cp:coreProperties>
</file>
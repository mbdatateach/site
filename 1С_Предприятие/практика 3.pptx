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3F00B-5153-408B-8A94-3DD3D25A491A}" type="datetimeFigureOut">
              <a:rPr lang="ru-RU" smtClean="0"/>
              <a:pPr/>
              <a:t>14.03.2026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73F7F-39E1-4516-BE26-D57CDA3F9F1E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infostart.ru/1c/articles/181336/?ysclid=mmqezv0lpj607908977" TargetMode="External"/><Relationship Id="rId2" Type="http://schemas.openxmlformats.org/officeDocument/2006/relationships/hyperlink" Target="https://moscowsoft.com/statii/programmirovanie_na_1s_predpriyatie/zaprosy_1s/?ysclid=mmqduqlv3r123379193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scloud.ru/techinfo_1c_online/sozdanie-vneshney-obrabotki-1s/sozdanie-vneshney-obrabotki-1s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/>
              <a:t>Иерархические справочники: внешняя обработка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000108"/>
            <a:ext cx="9001156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Запросы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1С</a:t>
            </a:r>
          </a:p>
          <a:p>
            <a:pPr algn="just"/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https://moscowsoft.com/statii/programmirovanie_na_1s_predpriyatie/zaprosy_1s/?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2"/>
              </a:rPr>
              <a:t>ysclid=mmqduqlv3r123379193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Условное оформление в управляемых формах</a:t>
            </a:r>
          </a:p>
          <a:p>
            <a:pPr algn="just"/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https://infostart.ru/1c/articles/181336/?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3"/>
              </a:rPr>
              <a:t>ysclid=mmqezv0lpj607908977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Создание </a:t>
            </a:r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внешней обработки 1С</a:t>
            </a:r>
          </a:p>
          <a:p>
            <a:pPr algn="just"/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https://scloud.ru/techinfo_1c_online/sozdanie-vneshney-obrabotki-1s/sozdanie-vneshney-obrabotki-1s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  <a:hlinkClick r:id="rId4"/>
              </a:rPr>
              <a:t>/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2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Справочник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– это объект внутри конфигурации, который позволяет работать со списками данных (например: перечнем товаров, клиентской базой, сотрудниками, поставщиками и так далее). Признаки и уклад у справочников описаны в объектах внутри конфигурации, на их основе получаются таблицы, в которых содержится вся информация. Составляют справочника элементы, которые можно добавлять собственноручно.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Главная отличительная черта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иерархического справочника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– это наличие структуры иерархии (иерархия – это расположение неких элементов согласно сортировке от главного к второстепенному, по убыванию).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 descr="Отмечаем Иерархический справочник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071811"/>
            <a:ext cx="4311546" cy="3786190"/>
          </a:xfrm>
          <a:prstGeom prst="rect">
            <a:avLst/>
          </a:prstGeom>
          <a:noFill/>
        </p:spPr>
      </p:pic>
      <p:pic>
        <p:nvPicPr>
          <p:cNvPr id="1028" name="Picture 4" descr="Выбираем подпункт в системе 1С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80046" y="3000372"/>
            <a:ext cx="4563954" cy="385762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Механизм запросов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— это один из способов доступа к данным, которые поддерживает платформа. Используя этот механизм, разработчик может читать и обрабатывать данные, хранящиеся в информационной базе; изменение данных с помощью запросов невозможно. Это объясняется тем, что запросы специально предназначены для быстрого получения и обработки некоторой выборки из больших массивов данных, которые могут храниться в базе данных.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1С‑запросы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 механизм в платформе «1С:Предприятие» для выборки и обработки данных из информационной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базы.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Запрос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 обращение к системе с просьбой: выбрать определённые данные из базы; выполнить их обработку (сгруппировать, отсортировать, вычислить).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Важно: запросы в 1С предназначены только для чтения данных — изменять информацию с их помощью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нельзя.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Язык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запросов 1С базируется на стандартном SQL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6386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3439116"/>
            <a:ext cx="3571868" cy="3418883"/>
          </a:xfrm>
          <a:prstGeom prst="rect">
            <a:avLst/>
          </a:prstGeom>
          <a:noFill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14744" y="3643314"/>
            <a:ext cx="52197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8" name="Picture 4"/>
          <p:cNvPicPr>
            <a:picLocks noChangeAspect="1" noChangeArrowheads="1"/>
          </p:cNvPicPr>
          <p:nvPr/>
        </p:nvPicPr>
        <p:blipFill>
          <a:blip r:embed="rId4"/>
          <a:srcRect t="24456"/>
          <a:stretch>
            <a:fillRect/>
          </a:stretch>
        </p:blipFill>
        <p:spPr bwMode="auto">
          <a:xfrm>
            <a:off x="3786182" y="4643446"/>
            <a:ext cx="3429024" cy="88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4143372" y="5857892"/>
            <a:ext cx="45961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dirty="0" err="1" smtClean="0">
                <a:latin typeface="Courier New" pitchFamily="49" charset="0"/>
                <a:cs typeface="Courier New" pitchFamily="49" charset="0"/>
              </a:rPr>
              <a:t>СуммаРезультата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 = </a:t>
            </a:r>
            <a:r>
              <a:rPr lang="ru-RU" dirty="0" err="1" smtClean="0">
                <a:latin typeface="Courier New" pitchFamily="49" charset="0"/>
                <a:cs typeface="Courier New" pitchFamily="49" charset="0"/>
              </a:rPr>
              <a:t>Выборка.Сумма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;</a:t>
            </a:r>
            <a:endParaRPr lang="ru-RU" dirty="0">
              <a:latin typeface="Courier New" pitchFamily="49" charset="0"/>
              <a:cs typeface="Courier New" pitchFamily="49" charset="0"/>
            </a:endParaRPr>
          </a:p>
        </p:txBody>
      </p:sp>
      <p:cxnSp>
        <p:nvCxnSpPr>
          <p:cNvPr id="8" name="Прямая со стрелкой 7"/>
          <p:cNvCxnSpPr/>
          <p:nvPr/>
        </p:nvCxnSpPr>
        <p:spPr>
          <a:xfrm rot="10800000">
            <a:off x="6143636" y="5072074"/>
            <a:ext cx="2286016" cy="78581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3822094" y="6457890"/>
            <a:ext cx="53219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Примечание: запрос выполняется &amp;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НаСервере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567920"/>
            <a:ext cx="9144000" cy="429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0" y="0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Условное оформление в 1С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это механизм, позволяющий применять различное оформление к выводимой на экран информации в зависимости от условий. Можно изменить цвет фона, текста, шрифт и т. п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Условное оформление доступно в управляемых формах (как в формах отдельных объектов, так и в формах списка), а также в отчётах, разработанных с использованием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СКД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rot="10800000" flipV="1">
            <a:off x="571472" y="4143380"/>
            <a:ext cx="3000396" cy="28575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rot="16200000" flipH="1">
            <a:off x="3464711" y="4250537"/>
            <a:ext cx="857256" cy="64294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/>
          <p:cNvCxnSpPr/>
          <p:nvPr/>
        </p:nvCxnSpPr>
        <p:spPr>
          <a:xfrm>
            <a:off x="3571868" y="4143380"/>
            <a:ext cx="4000528" cy="78581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90925" y="5724525"/>
            <a:ext cx="5553075" cy="1133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6" name="Прямая со стрелкой 15"/>
          <p:cNvCxnSpPr/>
          <p:nvPr/>
        </p:nvCxnSpPr>
        <p:spPr>
          <a:xfrm rot="10800000" flipV="1">
            <a:off x="3857620" y="5000636"/>
            <a:ext cx="4929222" cy="114300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3214686"/>
            <a:ext cx="6591300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9144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Элемент отбора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 это объект в системе «1С:Предприятие», описывающий одно условие фильтрации (отбора) данных в динамическом списке, отчёте или другой форме, использующей механизм компоновки данных (СКД).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Он задаёт: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какое поле фильтруется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ЛевоеЗначение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);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как сравнивается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ВидСравнения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);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с чем сравнивается (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ПравоеЗначение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);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активно ли условие (Использование).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Элементы отбора собираются в коллекцию (список), и вместе они формируют итоговый фильтр для выборки данных.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43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00166" y="5357826"/>
            <a:ext cx="5534025" cy="93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914400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Обработка 1С выступает прикладным объектом конфигурации, ее «строительным блоком», служащим для выполнения разных операций над данными в базе 1С. Примерами можно считать изменение данных, их загрузку в базу или удаление из нее.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Внешняя обработка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 файл с расширением *.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epf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который не входит в состав основной конфигурации и не привязан к конкретной конфигурации 1С. Её можно подключить к разным решениям без изменения их структуры.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она: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не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входит в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конфигурацию;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хранится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отдельный файл на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диске;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подключается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 базе по мере необходимости.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Основные цели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использования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асширение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функционала без изменения конфигурации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Позволяет добавить новые возможности в типовую конфигурацию (например, «Бухгалтерию 8», «Управление торговлей»), не внося изменений в саму конфигурацию. Это особенно важно,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если: вы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находитесь на поддержке поставщика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конфигурации; не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хотите усложнять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обновления. Быстрое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решение локальных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задач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2" descr="https://ucarecdn.stepik.net/526ab6ff-d5c7-46de-b2da-c2269f372681/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665198"/>
            <a:ext cx="4676780" cy="3192802"/>
          </a:xfrm>
          <a:prstGeom prst="rect">
            <a:avLst/>
          </a:prstGeom>
          <a:noFill/>
        </p:spPr>
      </p:pic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17040" y="3786190"/>
            <a:ext cx="4826960" cy="2071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4572000" y="6211669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Метод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ВыбратьИерархически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() возвращает объекты в порядке иерархии: сначала сама группа, затем её подгруппы и элементы внутри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них.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500826" y="5572140"/>
            <a:ext cx="264317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Получение объекта товара и изменение данных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9" name="Прямая со стрелкой 8"/>
          <p:cNvCxnSpPr>
            <a:stCxn id="8" idx="0"/>
          </p:cNvCxnSpPr>
          <p:nvPr/>
        </p:nvCxnSpPr>
        <p:spPr>
          <a:xfrm rot="16200000" flipV="1">
            <a:off x="7304496" y="5054222"/>
            <a:ext cx="214314" cy="821521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5000628" y="4786322"/>
            <a:ext cx="3429024" cy="5715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393</Words>
  <Application>Microsoft Office PowerPoint</Application>
  <PresentationFormat>Экран (4:3)</PresentationFormat>
  <Paragraphs>32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Иерархические справочники: внешняя обработка </vt:lpstr>
      <vt:lpstr>Дополнительные материалы</vt:lpstr>
      <vt:lpstr>Слайд 3</vt:lpstr>
      <vt:lpstr>Слайд 4</vt:lpstr>
      <vt:lpstr>Слайд 5</vt:lpstr>
      <vt:lpstr>Слайд 6</vt:lpstr>
      <vt:lpstr>Слайд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9</cp:revision>
  <dcterms:created xsi:type="dcterms:W3CDTF">2026-03-07T13:38:31Z</dcterms:created>
  <dcterms:modified xsi:type="dcterms:W3CDTF">2026-03-14T14:24:41Z</dcterms:modified>
</cp:coreProperties>
</file>
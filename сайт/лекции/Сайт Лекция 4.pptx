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  <p:sldId id="261" r:id="rId7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850" y="-9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pPr/>
              <a:t>25.09.2026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smtClean="0"/>
              <a:t>Анализ аудитории и конкурентов: данные для рекламных решений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6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Как провести анализ целевой аудитории</a:t>
            </a:r>
            <a:endParaRPr lang="ru-RU" sz="36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pic>
        <p:nvPicPr>
          <p:cNvPr id="1029" name="Picture 5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676300"/>
            <a:ext cx="4929190" cy="5895972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0" y="1214422"/>
            <a:ext cx="4572000" cy="424731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Где брать данные для малого и среднего бизнеса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Собственные источники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CRM, история заказов, обращения в поддержку, отзывы — готовые данные о реальных клиентах.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Сайт и реклама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аналитика поведения (отказы, конверсии), данные рекламных кабинетов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Яндекс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Директ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VK Реклама).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Соцсети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и площадки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комментарии, обсуждения, рейтинги, карточки на картах и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маркетплейсах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сигналы о потребностях и возражениях.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Открытые данные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отраслевые отчёты, статистика Росстата, исследования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нишевых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медиа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контекст рынка и тренды.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90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43372" y="4286256"/>
            <a:ext cx="5000628" cy="2571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65657" y="0"/>
            <a:ext cx="4478343" cy="4286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357166"/>
            <a:ext cx="4682237" cy="3500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3790141"/>
            <a:ext cx="428624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Создание портретов целевой аудитории (метод персон,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personas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— это процесс формирования детализированных собирательных образов типичных пользователей или клиентов. Такой подход помогает командам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маркетологам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UX-дизайнерам, разработчикам) принимать решения, ориентированные на реальные потребности людей, а не на абстрактные группы.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785926"/>
            <a:ext cx="9144000" cy="5072074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Анализ </a:t>
            </a:r>
            <a:r>
              <a:rPr lang="ru-RU" sz="2400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 конкурентов — это системный разбор их публикаций, чтобы понять, что работает, и найти точки роста для своей стратегии. Я подобрала, на что именно смотреть по каждому из ваших пунктов, и какие инструменты помогут в этом.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https://5oclick.ru/wp-content/uploads/2017/08/photo_2017-08-23_13-49-11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642918"/>
            <a:ext cx="3749228" cy="2643206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643306" y="1285860"/>
            <a:ext cx="5500693" cy="5572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Как провести анализ целевой аудитории</a:t>
            </a:r>
            <a:r>
              <a:rPr lang="en-U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:</a:t>
            </a:r>
            <a:r>
              <a:rPr lang="ru-RU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 </a:t>
            </a:r>
            <a:r>
              <a:rPr lang="en-US" sz="32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SWOT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3164681"/>
            <a:ext cx="3428992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SWOT-анализ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метод стратегического планирования, который помогает комплексно оценить положение компании, проекта, продукта или даже отдельной личности. Его суть в том, чтобы выявить и структурировать четыре группы факторов, влияющих на успех: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сильные и слабые стороны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(внутренние), а также 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возможности и угрозы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(внешние).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Определение ключевых тем и «якорных» форматов. Тематический кластер: ядро темы, смежные </a:t>
            </a:r>
            <a:r>
              <a:rPr lang="ru-RU" sz="3200" b="1" dirty="0" err="1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подтемы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, вопросы </a:t>
            </a:r>
            <a:r>
              <a:rPr lang="ru-RU" sz="3200" b="1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пользователей</a:t>
            </a:r>
            <a:endParaRPr lang="ru-RU" sz="32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1571612"/>
            <a:ext cx="9144000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темы и «якорные» форматы в рекламе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Ключевые темы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узкие, релевантные ценности, точно попадающие в боли аудитории (не «еда», а «полезные перекусы на неделю»).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«Якорные» форматы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привычные типы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контента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чек‑листы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кейсы, FAQ, калькуляторы), которые снижают когнитивную нагрузку и повышают конверсию.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Тематический кластер</a:t>
            </a:r>
            <a:endParaRPr lang="ru-RU" dirty="0" smtClean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Ядро темы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главный запрос/ценность (напр., «ремонт под ключ») — для главной страницы и ключевых сообщений.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Смежные </a:t>
            </a:r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подтемы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раскрывают ядро с разных сторон («сроки», «стоимость», «гарантия») — для статей, видео,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гайдов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Вопросы пользователей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реальные формулировки из аналитики и поддержки («сколько стоит 40 м²?», «что делать при срыве сроков») — для FAQ, объявлений, ответов в чатах.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Кластер выстраивает логичную цепочку коммуникации: от интереса к решению.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166</Words>
  <PresentationFormat>Экран (4:3)</PresentationFormat>
  <Paragraphs>20</Paragraphs>
  <Slides>6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7" baseType="lpstr">
      <vt:lpstr>Тема Office</vt:lpstr>
      <vt:lpstr>Анализ аудитории и конкурентов: данные для рекламных решений</vt:lpstr>
      <vt:lpstr>Слайд 2</vt:lpstr>
      <vt:lpstr>Слайд 3</vt:lpstr>
      <vt:lpstr>Слайд 4</vt:lpstr>
      <vt:lpstr>Слайд 5</vt:lpstr>
      <vt:lpstr>Слайд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аудитории и конкурентов: данные для рекламных решений</dc:title>
  <dc:creator>user</dc:creator>
  <cp:lastModifiedBy>user</cp:lastModifiedBy>
  <cp:revision>3</cp:revision>
  <dcterms:created xsi:type="dcterms:W3CDTF">2026-09-24T21:13:17Z</dcterms:created>
  <dcterms:modified xsi:type="dcterms:W3CDTF">2026-09-24T21:26:52Z</dcterms:modified>
</cp:coreProperties>
</file>
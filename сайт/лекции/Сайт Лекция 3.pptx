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6DFB3-A6F5-4FFA-A6C3-77178BEE170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DD91E-911B-4AE1-A0C2-31BCC898D00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 smtClean="0"/>
              <a:t>Контент-маркетинг</a:t>
            </a:r>
            <a:r>
              <a:rPr lang="ru-RU" b="1" dirty="0" smtClean="0"/>
              <a:t> как основа продвижения сайта: цели, аудитория, стратегия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42" y="0"/>
            <a:ext cx="5296246" cy="2674604"/>
          </a:xfrm>
          <a:prstGeom prst="rect">
            <a:avLst/>
          </a:prstGeom>
          <a:noFill/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2755618"/>
            <a:ext cx="7286644" cy="4102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0"/>
            <a:ext cx="6728422" cy="3185078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3105835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https://skillbox.ru/media/code/kak-sozdat-besplatnyy-sayt-na-github-pages/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3857628"/>
            <a:ext cx="871534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Pages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 — статичный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промо-сайт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портфолио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бесплатно</a:t>
            </a:r>
          </a:p>
          <a:p>
            <a:pPr algn="ctr"/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Netlify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лендинг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с готовой вёрсткой, быстро и бесплатно</a:t>
            </a:r>
          </a:p>
          <a:p>
            <a:pPr algn="ctr"/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Tilda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лендинг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под рекламную кампанию за день, без программиста</a:t>
            </a:r>
          </a:p>
          <a:p>
            <a:pPr algn="ctr"/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WordPress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блог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SEO-стратегия, регулярный </a:t>
            </a:r>
            <a:r>
              <a:rPr lang="ru-RU" sz="2200" dirty="0" err="1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 редакция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57554" y="6211669"/>
            <a:ext cx="20682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latin typeface="Times New Roman" pitchFamily="18" charset="0"/>
                <a:cs typeface="Times New Roman" pitchFamily="18" charset="0"/>
              </a:rPr>
              <a:t>хостинги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9144000" cy="5557968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500034" y="0"/>
            <a:ext cx="75406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связь </a:t>
            </a:r>
            <a:r>
              <a:rPr lang="ru-RU" sz="3600" b="1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 с воронкой продаж 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3500430" cy="263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159" y="142852"/>
            <a:ext cx="5786841" cy="6715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34289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Основные виды </a:t>
            </a:r>
            <a:r>
              <a:rPr lang="ru-RU" sz="3600" b="1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 для сайта и </a:t>
            </a:r>
            <a:r>
              <a:rPr lang="ru-RU" sz="3600" b="1" dirty="0" err="1" smtClean="0">
                <a:latin typeface="Times New Roman" pitchFamily="18" charset="0"/>
                <a:cs typeface="Times New Roman" pitchFamily="18" charset="0"/>
              </a:rPr>
              <a:t>соцсетей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65470" y="1760092"/>
            <a:ext cx="5978530" cy="5097908"/>
          </a:xfrm>
          <a:prstGeom prst="rect">
            <a:avLst/>
          </a:prstGeom>
          <a:noFill/>
        </p:spPr>
      </p:pic>
      <p:pic>
        <p:nvPicPr>
          <p:cNvPr id="18436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4357686" cy="2905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157357"/>
            <a:ext cx="7000892" cy="6700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0"/>
            <a:ext cx="6738982" cy="6792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3733795"/>
          </a:xfrm>
          <a:prstGeom prst="rect">
            <a:avLst/>
          </a:prstGeom>
          <a:noFill/>
        </p:spPr>
      </p:pic>
      <p:pic>
        <p:nvPicPr>
          <p:cNvPr id="2150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3158736"/>
            <a:ext cx="6572296" cy="36992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</Words>
  <Application>Microsoft Office PowerPoint</Application>
  <PresentationFormat>Экран (4:3)</PresentationFormat>
  <Paragraphs>9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Контент-маркетинг как основа продвижения сайта: цели, аудитория, стратегия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</cp:revision>
  <dcterms:created xsi:type="dcterms:W3CDTF">2026-09-10T20:09:19Z</dcterms:created>
  <dcterms:modified xsi:type="dcterms:W3CDTF">2026-09-13T08:57:44Z</dcterms:modified>
</cp:coreProperties>
</file>
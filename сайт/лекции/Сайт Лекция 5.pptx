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07F9-6425-490C-88E7-01A1FD0F5FA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C9D2-AE5D-4379-B3A7-01BB78DAE6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773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07F9-6425-490C-88E7-01A1FD0F5FA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C9D2-AE5D-4379-B3A7-01BB78DAE6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427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07F9-6425-490C-88E7-01A1FD0F5FA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C9D2-AE5D-4379-B3A7-01BB78DAE6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15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07F9-6425-490C-88E7-01A1FD0F5FA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C9D2-AE5D-4379-B3A7-01BB78DAE6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39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07F9-6425-490C-88E7-01A1FD0F5FA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C9D2-AE5D-4379-B3A7-01BB78DAE6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465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07F9-6425-490C-88E7-01A1FD0F5FA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C9D2-AE5D-4379-B3A7-01BB78DAE6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416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07F9-6425-490C-88E7-01A1FD0F5FA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C9D2-AE5D-4379-B3A7-01BB78DAE6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653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07F9-6425-490C-88E7-01A1FD0F5FA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C9D2-AE5D-4379-B3A7-01BB78DAE6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848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07F9-6425-490C-88E7-01A1FD0F5FA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C9D2-AE5D-4379-B3A7-01BB78DAE6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902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07F9-6425-490C-88E7-01A1FD0F5FA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C9D2-AE5D-4379-B3A7-01BB78DAE6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297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07F9-6425-490C-88E7-01A1FD0F5FA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C9D2-AE5D-4379-B3A7-01BB78DAE6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110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107F9-6425-490C-88E7-01A1FD0F5FA1}" type="datetimeFigureOut">
              <a:rPr lang="ru-RU" smtClean="0"/>
              <a:t>14.10.2026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0C9D2-AE5D-4379-B3A7-01BB78DAE6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05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hyperlink" Target="https://sdubovik.ru/wp-content/uploads/18-%D1%82%D0%B8%D0%BF%D0%BE%D0%B2-%D0%B7%D0%B0%D0%B3%D0%BE%D0%BB%D0%BE%D0%B2%D0%BA%D0%BE%D0%B2-%D0%BA%D0%BE%D1%82%D0%BE%D1%80%D1%8B%D0%B5-%D0%B3%D0%B0%D1%80%D0%B0%D0%BD%D1%82%D0%B8%D1%80%D0%BE%D0%B2%D0%B0%D0%BD%D0%BD%D0%BE-%D0%BF%D1%80%D0%B8%D0%B2%D0%BB%D0%B5%D0%BA%D0%B0%D1%8E%D1%82-%D0%B2%D0%BD%D0%B8%D0%BC%D0%B0%D0%BD%D0%B8%D0%B5.-1-1024x768.jpeg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Копирайтинг и SEO для рекламных целей</a:t>
            </a:r>
          </a:p>
        </p:txBody>
      </p:sp>
    </p:spTree>
    <p:extLst>
      <p:ext uri="{BB962C8B-B14F-4D97-AF65-F5344CB8AC3E}">
        <p14:creationId xmlns:p14="http://schemas.microsoft.com/office/powerpoint/2010/main" val="2654009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192" y="2647362"/>
            <a:ext cx="7485580" cy="421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45147"/>
            <a:ext cx="6521794" cy="3749334"/>
          </a:xfrm>
          <a:prstGeom prst="rect">
            <a:avLst/>
          </a:prstGeom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288" y="0"/>
            <a:ext cx="6018712" cy="338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720448"/>
            <a:ext cx="4988689" cy="3137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976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19700" cy="32766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112" y="0"/>
            <a:ext cx="3649888" cy="252616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54" y="2675120"/>
            <a:ext cx="5689546" cy="418288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219700" y="108921"/>
            <a:ext cx="347288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18-типов-заголовков-которые-гарантированно-привлекают-внимание.-1-1024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x768.jpeg (1024×768)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747" y="3106282"/>
            <a:ext cx="5594430" cy="373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69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443" y="2515262"/>
            <a:ext cx="7747322" cy="4342738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1219200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Грамотная вёрстка сайта для чтения выстраивает комфортный ритм восприятия: подзаголовки разбивают текст на смысловые блоки и служат навигационными якорями (с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ссылками в оглавлении), списки упорядочивают перечисления и алгоритмы, акценты (жирный шрифт, цветовые маркеры, выносные блоки) выделяют ключевые тезисы без перегрузки, а визуальные ориентиры — фиксированное меню, индикатор прогресса, плавная прокрутка — помогают читателю быстро находить нужные фрагменты и не терять контекст, сохраняя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вовлечённость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даже в длинных материалах.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483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289398" cy="5275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218" y="4740604"/>
            <a:ext cx="7353782" cy="2209994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7289398" y="262034"/>
            <a:ext cx="490260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SEO‑оптимизации текстов под рекламные задачи важно выдерживать баланс между релевантностью для поисковых систем и читаемостью для аудитории: ключевые слова органично вписывают в смысловые блоки, не жертвуя естественностью изложения, LSI‑слова и синонимы расширяют семантическое покрытие и помогают алгоритмам точнее понимать контекст, а опора на естественный язык с разговорными оборотами и понятной лексикой удерживает внимание пользователя, повышает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вовлечённость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улучшает поведенческие метрики, что в комплексе усиливает эффективность продвижения.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876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268" y="2669421"/>
            <a:ext cx="7743463" cy="4188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0" y="0"/>
            <a:ext cx="1219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стиль общения бренда везде был одинаковым, сначала решают, какой он: дружелюбный, серьёзный, простой и так далее — и записывают правила: какие слова можно использовать, какие лучше не брать, как отвечать в разных случаях. Потом эти правила применяют везде: в постах, письмах, на сайте. Где‑то говорят чуть живее, где‑то — строже, но главное настроение остаётся тем же. Ещё помогают список «своих» слов, готовые примеры фраз, обучение сотрудников и проверка текстов, чтобы они звучали в одном стиле.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8036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163</Words>
  <Application>Microsoft Office PowerPoint</Application>
  <PresentationFormat>Широкоэкранный</PresentationFormat>
  <Paragraphs>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Копирайтинг и SEO для рекламных целей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2</cp:revision>
  <dcterms:created xsi:type="dcterms:W3CDTF">2026-10-14T07:31:48Z</dcterms:created>
  <dcterms:modified xsi:type="dcterms:W3CDTF">2026-10-14T07:39:29Z</dcterms:modified>
</cp:coreProperties>
</file>
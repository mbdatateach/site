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E2F7E-1D3A-4535-ADE3-523CE7CBECC4}" type="datetimeFigureOut">
              <a:rPr lang="ru-RU" smtClean="0"/>
              <a:pPr/>
              <a:t>19.07.2025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Форматирование сложного документа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2357430"/>
            <a:ext cx="9144000" cy="4500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42984"/>
            <a:ext cx="9144000" cy="11430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информационная технология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82837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полнофункциональная прикладная программа для редактирования и обработки текстовой и графической информации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создания документов как в электронном виде, так и в виде печатных копий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Некоторые возможности программы: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создание нового документа с помощью специальных шаблонов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одновременное открытие и работа с большим количеством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автоматическая проверка орфографии, грамматики и даже стилистики при вводе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работы с математическими формулами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автоматического создания указателей и оглавления документа; 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расширенные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возможности форматирования документа, например, выравнивание по обоим краям, многоколоночная вёрстка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использование стилей для быстрого форматирования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автоматизации ввода повторяющихся и стандартных элементов текста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автоматизация формирования и работы со списками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удобные механизмы работы с ссылками, сносками,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колонтитулами.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таблицами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8358214" cy="251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643306" y="3357562"/>
            <a:ext cx="1861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Вставка таблицы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14818"/>
            <a:ext cx="4638664" cy="241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 flipV="1">
            <a:off x="4071934" y="5429264"/>
            <a:ext cx="128588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357818" y="4286256"/>
            <a:ext cx="37861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Заливка ячеек и прочие функции. Для вызова немного нажать правой кнопкой мыши по выделенной ячейке. Для выделения установите курсор в ячейку и сдвигайте его с помощью комбинаций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Shift+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стрелки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формулами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2"/>
            <a:ext cx="7029446" cy="27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2357422" y="3643314"/>
            <a:ext cx="473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Word 2013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вкладка называется «Уравнения»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4786322"/>
            <a:ext cx="35004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рукописного ввода уравнения воспользуйтесь элементами, представленными во второй и третьей группе инструментов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«Конструктор»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«Символы»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«Структуры»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Инструменты для записи уравнения в программе Microsoft Wor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6743" y="4357694"/>
            <a:ext cx="5677257" cy="2643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рисунками</a:t>
            </a: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928670"/>
            <a:ext cx="8062935" cy="5152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flipV="1">
            <a:off x="2285984" y="4286256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4857760"/>
            <a:ext cx="23574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вызвать контекстное меню – щелчок правой кнопкой мыши по рисунку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00108"/>
            <a:ext cx="8367715" cy="5232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flipV="1">
            <a:off x="285720" y="2928934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8824907" cy="3384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4291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Разрывы страниц в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нужны для более удобной разметки документа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чтобы новая глава начиналась всегда с новой страницы, независимо от правок в другой части документа. Без разрыва новая глава бы «прыгала» и начиналась то с новой страницы, то с середины. 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Также разрывы страниц помогают: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Разместить заголовки и подзаголовки на отдельных страницах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Это делает текст более структурированным и удобочитаемым.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Структурировать листы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разбить их на колонки, части и т. п..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Настроить альбомную или портретную ориентацию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для размещения громоздких таблиц, схем, рисунков и графиков.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Номера страниц</a:t>
            </a:r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8639236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00438"/>
            <a:ext cx="8467739" cy="177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2" y="5572140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Колонтитулы также можно редактировать: изменять текст или стиль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Стили</a:t>
            </a:r>
            <a:endParaRPr lang="ru-RU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0481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1071538" y="1357298"/>
            <a:ext cx="342902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500562" y="857232"/>
            <a:ext cx="35004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изменить стиль нужно нажать по нему правой кнопкой мыши на панели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Главная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571744"/>
            <a:ext cx="4493557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0800000" flipV="1">
            <a:off x="714348" y="4214818"/>
            <a:ext cx="4429156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5143504" y="3714752"/>
            <a:ext cx="3500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Различные аспекты стиля можно менять из выпадающего меню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Оглавление</a:t>
            </a:r>
            <a:endParaRPr lang="ru-RU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857232"/>
            <a:ext cx="3810000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643702" y="857232"/>
            <a:ext cx="25002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перечень частей и разделов документа с указанием страниц, на которых они расположены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29388" y="4000504"/>
            <a:ext cx="27146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Оно помогает быстро сориентироваться в объёмном материале, структурирует текст и показывает затронутые в нём темы.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428736"/>
            <a:ext cx="25717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может создаваться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автоматически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вручную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первом случае текстовый редактор создаёт его из отформатированных заголовков. Во втором — пользователь самостоятельно вводит названия глав и номера страниц.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dirty="0" err="1" smtClean="0"/>
              <a:t>SmartArt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инструмент для создания ярких и информативных визуализаций. С его помощью можно кратко и наглядно излагать важную информацию в графическом виде.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7124029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205</Words>
  <Application>Microsoft Office PowerPoint</Application>
  <PresentationFormat>Экран (4:3)</PresentationFormat>
  <Paragraphs>41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Форматирование сложного документа</vt:lpstr>
      <vt:lpstr>MS Word как информационная технология</vt:lpstr>
      <vt:lpstr>Работа с таблицами</vt:lpstr>
      <vt:lpstr>Работа с формулами</vt:lpstr>
      <vt:lpstr>Работа с рисунками</vt:lpstr>
      <vt:lpstr>Работа с разрывами</vt:lpstr>
      <vt:lpstr>Работа с разрывами</vt:lpstr>
      <vt:lpstr>Номера страниц</vt:lpstr>
      <vt:lpstr>Стили</vt:lpstr>
      <vt:lpstr>Оглавление</vt:lpstr>
      <vt:lpstr>SmartArt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Форматирование сложного документа</dc:title>
  <dc:creator>user</dc:creator>
  <cp:lastModifiedBy>user</cp:lastModifiedBy>
  <cp:revision>12</cp:revision>
  <dcterms:created xsi:type="dcterms:W3CDTF">2025-02-07T10:21:27Z</dcterms:created>
  <dcterms:modified xsi:type="dcterms:W3CDTF">2025-07-19T10:14:00Z</dcterms:modified>
</cp:coreProperties>
</file>
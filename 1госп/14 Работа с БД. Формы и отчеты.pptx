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3" r:id="rId5"/>
    <p:sldId id="274" r:id="rId6"/>
    <p:sldId id="275" r:id="rId7"/>
    <p:sldId id="272" r:id="rId8"/>
    <p:sldId id="276" r:id="rId9"/>
    <p:sldId id="277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684-AF35-4CB9-86B4-0EE510FBBFBE}" type="datetimeFigureOut">
              <a:rPr lang="ru-RU" smtClean="0"/>
              <a:pPr/>
              <a:t>06.09.2025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Формы и отчеты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Формы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85723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Одной из основных задач создания и использования баз данных является предоставление пользователям необходимой информации на основе существующих данных. В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этих целей предназначены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отчеты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Основным отличием отчетов от форм является то, что последние допускают ввод и изменение данных в таблицах, а отчеты позволяют лишь просматривать и печатать данные.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43467" y="3929066"/>
            <a:ext cx="4900533" cy="269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19" y="3520638"/>
            <a:ext cx="4024315" cy="333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Формы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1000108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Формы предназначены для ввода и просмотра взаимосвязанных данных на экране в удобном виде, который соответствует привычному для пользователя документу. Формы можно применять для создания панелей управления в приложениях (т. е. добавлять на них кнопки, переключатели, рисунки и т.д.).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285992"/>
            <a:ext cx="789622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Формы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3324175"/>
            <a:ext cx="5114903" cy="35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1327366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 помощью средства «Форма»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Позволяет быстро создать форму с одним элементом. Форма такого типа одновременно отображает сведения только об одной записи. При использовании средства «Форма» в форму добавляются все поля из базового источника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125592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режиме конструктора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Этот режим обеспечивает более подробное отображение структуры формы. В нём можно просмотреть разделы заголовка, подробностей и примечаний. Данные в форме в этом режиме просматривать нельзя, однако некоторые задачи проще выполнять в режиме конструктора.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71538" y="824195"/>
            <a:ext cx="7049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Популярные способы создания форм в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MS Access</a:t>
            </a:r>
            <a:endParaRPr lang="ru-RU" sz="2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Формы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2143116"/>
            <a:ext cx="7189807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78579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Добавление полей на формы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нужно, чтобы облегчить ввод и редактирование данных, обеспечить их вывод в удобном для пользователя представлении.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Связанное поле можно быстро создать, перетащив поле из области Список полей в форму или отчет.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автоматически создает текстовые поля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Формы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77438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571736" y="5429264"/>
            <a:ext cx="5143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Конструктор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изменение структуры и оформления. Добавление новых элементов.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429124" y="1000108"/>
            <a:ext cx="4714876" cy="230832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Режим Формы является "рабочим" для пользователя базы данных. В этом режиме осуществляются просмотр и редактирование записей, удаление записей или добавление новых. Таким способом пользователь работает с таблицей или запросом, являющимися источниками данных для формы.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Отчеты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962553"/>
            <a:ext cx="4429124" cy="132343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Отчеты используются для формирования выходного документа, предназначенного для вывода на печать. 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571744"/>
            <a:ext cx="402203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572000" y="857232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Конструктор отчётов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2007 позволяет создавать документы с определенным образом отформатированными данными на основе таблиц или запросов, а также изменять их внешний вид, добавлять и удалять элементы самостоятельно.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572000" y="292893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 инструмент для создания отчётов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позволяет выбирать и группировать данные, а затем указать, каким конкретно образом их позиционировать.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endCxn id="6" idx="2"/>
          </p:cNvCxnSpPr>
          <p:nvPr/>
        </p:nvCxnSpPr>
        <p:spPr>
          <a:xfrm flipV="1">
            <a:off x="3357554" y="2888557"/>
            <a:ext cx="3500446" cy="18325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flipV="1">
            <a:off x="2571736" y="3500438"/>
            <a:ext cx="2143140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5753100"/>
            <a:ext cx="619125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Прямая со стрелкой 17"/>
          <p:cNvCxnSpPr/>
          <p:nvPr/>
        </p:nvCxnSpPr>
        <p:spPr>
          <a:xfrm>
            <a:off x="3071802" y="5286388"/>
            <a:ext cx="3214710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5400000">
            <a:off x="2214546" y="5286388"/>
            <a:ext cx="857256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1214414" y="4714884"/>
            <a:ext cx="74295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Принцип создания и работы аналогичен работе с формами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см. предыдущие слайды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Основные возможности для редактирования представлены на вкладке 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Конструктор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06"/>
            <a:ext cx="8229600" cy="1143000"/>
          </a:xfrm>
        </p:spPr>
        <p:txBody>
          <a:bodyPr/>
          <a:lstStyle/>
          <a:p>
            <a:r>
              <a:rPr lang="ru-RU" dirty="0" smtClean="0"/>
              <a:t>Отчеты</a:t>
            </a:r>
            <a:endParaRPr lang="ru-RU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6858048" cy="3172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699076"/>
            <a:ext cx="6786578" cy="1158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64" y="4714884"/>
            <a:ext cx="5143536" cy="2143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06"/>
            <a:ext cx="8229600" cy="1143000"/>
          </a:xfrm>
        </p:spPr>
        <p:txBody>
          <a:bodyPr/>
          <a:lstStyle/>
          <a:p>
            <a:r>
              <a:rPr lang="ru-RU" dirty="0" smtClean="0"/>
              <a:t>Вложения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Функция вложений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2007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позволяет добавлять файлы — документы, презентации, изображения и т. д. — в записи базы данных.  Вложения можно использовать для хранения нескольких файлов в одном поле, причем в этом поле можно хранить файлы разных типов. Например, в базе данных рабочих контактов можно добавить к записи каждого контакта одно или несколько резюме, а также фотографию.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500306"/>
            <a:ext cx="5977604" cy="2844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5900761"/>
            <a:ext cx="444817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5819775"/>
            <a:ext cx="21240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2052" idx="3"/>
            <a:endCxn id="2053" idx="1"/>
          </p:cNvCxnSpPr>
          <p:nvPr/>
        </p:nvCxnSpPr>
        <p:spPr>
          <a:xfrm flipV="1">
            <a:off x="4662457" y="6338888"/>
            <a:ext cx="1123989" cy="478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357</Words>
  <Application>Microsoft Office PowerPoint</Application>
  <PresentationFormat>Экран (4:3)</PresentationFormat>
  <Paragraphs>23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Формы и отчеты</vt:lpstr>
      <vt:lpstr>Формы</vt:lpstr>
      <vt:lpstr>Формы</vt:lpstr>
      <vt:lpstr>Формы</vt:lpstr>
      <vt:lpstr>Формы</vt:lpstr>
      <vt:lpstr>Формы</vt:lpstr>
      <vt:lpstr>Отчеты</vt:lpstr>
      <vt:lpstr>Отчеты</vt:lpstr>
      <vt:lpstr>Вложения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Формы и отчеты</dc:title>
  <dc:creator>user</dc:creator>
  <cp:lastModifiedBy>user</cp:lastModifiedBy>
  <cp:revision>24</cp:revision>
  <dcterms:created xsi:type="dcterms:W3CDTF">2025-04-18T08:16:15Z</dcterms:created>
  <dcterms:modified xsi:type="dcterms:W3CDTF">2025-09-06T12:15:21Z</dcterms:modified>
</cp:coreProperties>
</file>
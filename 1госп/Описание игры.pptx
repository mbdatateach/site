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6" r:id="rId2"/>
    <p:sldId id="289" r:id="rId3"/>
    <p:sldId id="292" r:id="rId4"/>
    <p:sldId id="288" r:id="rId5"/>
    <p:sldId id="293" r:id="rId6"/>
    <p:sldId id="294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DE0F2"/>
    <a:srgbClr val="DDE3F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2580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5245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57818" y="3857628"/>
            <a:ext cx="251460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714356"/>
            <a:ext cx="9144000" cy="2008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71736" y="1928802"/>
            <a:ext cx="3483020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Обучающая игра</a:t>
            </a:r>
            <a:r>
              <a:rPr lang="en-US" dirty="0" smtClean="0"/>
              <a:t>: </a:t>
            </a:r>
            <a:r>
              <a:rPr lang="ru-RU" dirty="0" smtClean="0"/>
              <a:t>установка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36500" y="4729938"/>
            <a:ext cx="4643438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Папку с игрой необходимо распаковать и поместить на рабочий стол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или в любую другую папку)</a:t>
            </a:r>
          </a:p>
        </p:txBody>
      </p:sp>
      <p:cxnSp>
        <p:nvCxnSpPr>
          <p:cNvPr id="9" name="Прямая со стрелкой 8"/>
          <p:cNvCxnSpPr/>
          <p:nvPr/>
        </p:nvCxnSpPr>
        <p:spPr>
          <a:xfrm flipH="1" flipV="1">
            <a:off x="7452320" y="1052736"/>
            <a:ext cx="646822" cy="15841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H="1">
            <a:off x="4355976" y="2636912"/>
            <a:ext cx="3743166" cy="1639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3060457" y="2862908"/>
            <a:ext cx="3726121" cy="27806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Карта игры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5517232"/>
            <a:ext cx="9144000" cy="830997"/>
          </a:xfrm>
          <a:prstGeom prst="rect">
            <a:avLst/>
          </a:prstGeom>
          <a:solidFill>
            <a:srgbClr val="DDE0F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Перемещение по карте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WASD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Управление камерой с помощью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мыши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Ускорение и замедление с помощью клавиш «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«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]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851920" y="692696"/>
            <a:ext cx="5219532" cy="46605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0" y="857232"/>
            <a:ext cx="3779912" cy="440120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itchFamily="18" charset="0"/>
              </a:rPr>
              <a:t>Вы – стажер в крупной компании, и сегодня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Вам предстоит прожить один полный рабочий день в виртуальном офисе. С утра вас вызывает к себе генеральный директор </a:t>
            </a:r>
            <a:r>
              <a:rPr lang="ru-RU" sz="2000" dirty="0" smtClean="0">
                <a:latin typeface="Times New Roman" panose="02020603050405020304" pitchFamily="18" charset="0"/>
                <a:cs typeface="Times New Roman" pitchFamily="18" charset="0"/>
              </a:rPr>
              <a:t>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 этого момента начинается ваш персональный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квест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Каждое задание связано с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могут решать аналитики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управленцы: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составления сводных отчётов до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прогнозирования. И всё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sz="2000" dirty="0" smtClean="0">
                <a:latin typeface="Times New Roman" panose="02020603050405020304" pitchFamily="18" charset="0"/>
                <a:cs typeface="Times New Roman" pitchFamily="18" charset="0"/>
              </a:rPr>
              <a:t>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среде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18" y="2478302"/>
            <a:ext cx="7520124" cy="437969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Условие победы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20688"/>
            <a:ext cx="91440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Вам необходимо выполнить последовательность заданий, которую Вам будут выдавать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сотрудники офиса в кабинетах. Для этого с ними придется взаимодействовать с помощью диалоговых окон. 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 rot="5400000">
            <a:off x="6598944" y="2851226"/>
            <a:ext cx="1714512" cy="128588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rot="5400000">
            <a:off x="6598944" y="3351292"/>
            <a:ext cx="2214578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rot="5400000">
            <a:off x="5884564" y="3279854"/>
            <a:ext cx="2857520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91431" y="2316220"/>
            <a:ext cx="10001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Левая кнопка мыши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5534561"/>
            <a:ext cx="557213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Чтобы зайти в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кабинет,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необходимо подойти к двери, встать напротив нее и нажать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клавишу «Е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».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Чтобы открыть ящик, нужно подойти к нему вплотную и также нажать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«Е»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643570" y="3571876"/>
            <a:ext cx="3500430" cy="30469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Иногда будут появляться дополнительные окна с заданиями. В таком случае необходимо выполнить его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ввести или выбрать ответ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 затем нажать на кнопку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отправить/закончить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15416"/>
            <a:ext cx="8229600" cy="1143000"/>
          </a:xfrm>
        </p:spPr>
        <p:txBody>
          <a:bodyPr/>
          <a:lstStyle/>
          <a:p>
            <a:r>
              <a:rPr lang="ru-RU" dirty="0" smtClean="0"/>
              <a:t>Взаимодействие с миром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414" y="3602929"/>
            <a:ext cx="5353794" cy="2211896"/>
          </a:xfrm>
          <a:prstGeom prst="rect">
            <a:avLst/>
          </a:prstGeom>
        </p:spPr>
      </p:pic>
      <p:cxnSp>
        <p:nvCxnSpPr>
          <p:cNvPr id="14" name="Прямая со стрелкой 13"/>
          <p:cNvCxnSpPr>
            <a:stCxn id="13" idx="1"/>
          </p:cNvCxnSpPr>
          <p:nvPr/>
        </p:nvCxnSpPr>
        <p:spPr>
          <a:xfrm flipH="1">
            <a:off x="2843808" y="5095370"/>
            <a:ext cx="2799762" cy="2778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2643190" y="5733256"/>
            <a:ext cx="200618" cy="32647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-57092" y="5962054"/>
            <a:ext cx="5400563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Иногда такие окна будут предлагать открыть дополнительный файл, с помощью которого можно выполнить задание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648072" y="901862"/>
            <a:ext cx="3500430" cy="22467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 главного героя есть листок, на котором отмечаются все задания. Как только какое-то задание выполняется, оно исчезает из списка. Чтобы открыть список, нужно нажать на клавишу «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>
            <a:stCxn id="15" idx="3"/>
          </p:cNvCxnSpPr>
          <p:nvPr/>
        </p:nvCxnSpPr>
        <p:spPr>
          <a:xfrm>
            <a:off x="4148502" y="2025247"/>
            <a:ext cx="1071570" cy="1962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1269908" y="3173536"/>
            <a:ext cx="6604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Чтобы убрать </a:t>
            </a:r>
            <a:r>
              <a:rPr lang="ru-RU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список </a:t>
            </a:r>
            <a:r>
              <a:rPr lang="ru-RU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нажмите Пробел</a:t>
            </a:r>
            <a:endParaRPr lang="ru-RU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20072" y="582072"/>
            <a:ext cx="3312368" cy="2694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28670"/>
            <a:ext cx="9144000" cy="4647426"/>
          </a:xfrm>
          <a:prstGeom prst="rect">
            <a:avLst/>
          </a:prstGeom>
          <a:solidFill>
            <a:srgbClr val="DDE0F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полного выполнения всех сюжетных заданий (</a:t>
            </a: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игре их 6 и есть еще одно дополнительное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Вам будет показано окно статистики и, если рабочий день был успешный (выполнено 4 и более заданий), будет выдан сертификат.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Не забудьте показать результаты преподавателю </a:t>
            </a:r>
          </a:p>
          <a:p>
            <a:pPr algn="ctr"/>
            <a:endParaRPr lang="ru-RU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Примечание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: ответ на задачу с кофе: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-3-127</a:t>
            </a: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После завершения всех трех игр поместите документ с тремя сертификатами в специальную форму по ссылке.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https://forms.gle/CCTRYipmfC8PotUa6</a:t>
            </a:r>
            <a:endParaRPr lang="ru-RU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57200" y="-90264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Завершение игры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62243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2" y="895633"/>
            <a:ext cx="914400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После завершения игры пройдите, пожалуйста, опрос по ссылке:</a:t>
            </a:r>
            <a:r>
              <a:rPr lang="en-US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https://forms.gle/ng6NCQrkVndsuiQt9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57200" y="-90264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Опрос</a:t>
            </a:r>
            <a:endParaRPr lang="ru-RU" dirty="0"/>
          </a:p>
        </p:txBody>
      </p:sp>
      <p:pic>
        <p:nvPicPr>
          <p:cNvPr id="1028" name="Picture 4" descr="http://qrcoder.ru/code/?https%3A%2F%2Fforms.gle%2Fng6NCQrkVndsuiQt9&amp;10&amp;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2000240"/>
            <a:ext cx="3524250" cy="35242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8786387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353</Words>
  <Application>Microsoft Office PowerPoint</Application>
  <PresentationFormat>Экран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Обучающая игра: установка</vt:lpstr>
      <vt:lpstr>Карта игры</vt:lpstr>
      <vt:lpstr>Условие победы</vt:lpstr>
      <vt:lpstr>Взаимодействие с миром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Описание игры</dc:title>
  <dc:creator>user</dc:creator>
  <cp:lastModifiedBy>user</cp:lastModifiedBy>
  <cp:revision>114</cp:revision>
  <dcterms:created xsi:type="dcterms:W3CDTF">2024-02-01T09:49:19Z</dcterms:created>
  <dcterms:modified xsi:type="dcterms:W3CDTF">2026-05-16T19:33:07Z</dcterms:modified>
</cp:coreProperties>
</file>
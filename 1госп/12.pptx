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71" r:id="rId5"/>
    <p:sldId id="267" r:id="rId6"/>
    <p:sldId id="268" r:id="rId7"/>
    <p:sldId id="269" r:id="rId8"/>
    <p:sldId id="270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F7684-AF35-4CB9-86B4-0EE510FBBFBE}" type="datetimeFigureOut">
              <a:rPr lang="ru-RU" smtClean="0"/>
              <a:pPr/>
              <a:t>07.09.2025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СУБД MS Access (2 </a:t>
            </a:r>
            <a:r>
              <a:rPr lang="en-US" dirty="0" err="1" smtClean="0"/>
              <a:t>часть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Маска ввода</a:t>
            </a:r>
            <a:endParaRPr lang="ru-R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70" y="1357298"/>
            <a:ext cx="364807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3857652" y="1285860"/>
            <a:ext cx="521494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Маска ввода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 строка символов, указывающая формат допустимых значений входных данных.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Её используют, когда вводимые данные должны содержать определённые символы в некоторых позициях вводимой строки.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Например, для полей с номерами телефонов: маска должна обеспечить возможность вводить только цифры номера, а остальные символы (скобки вокруг кода города, дефис между цифрами номера) будут добавляться автоматически.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Связывание таблиц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428604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Связывание таблиц по ключевому полю в базе данных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организация отношений между таблицами на основе совпадающих значений в ключевых полях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Простыми словами, это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создание связей между таблицами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позволяют при изменении данных в одной таблице автоматически изменять данные и в другой.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200024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Связь устанавливается путём сопоставления данных в ключевых полях, обычно имеющих одинаковые имена в обеих таблицах. В окне «Схема данных» связи отображаются в виде линий, соединяющих поля разных таблиц. Одна из таблиц считается главной, а другая — связанной.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 descr="https://avatars.mds.yandex.net/i?id=08ece97d49eb78151cfb5a50ec484283_l-5273580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3234599"/>
            <a:ext cx="4822813" cy="3623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Связывание таблиц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3"/>
            <a:ext cx="33051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8452" y="1071546"/>
            <a:ext cx="3994142" cy="264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62500" y="4090831"/>
            <a:ext cx="4181500" cy="2767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2050" idx="3"/>
            <a:endCxn id="2051" idx="1"/>
          </p:cNvCxnSpPr>
          <p:nvPr/>
        </p:nvCxnSpPr>
        <p:spPr>
          <a:xfrm>
            <a:off x="3305175" y="2357441"/>
            <a:ext cx="1773277" cy="3569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2051" idx="2"/>
            <a:endCxn id="2052" idx="0"/>
          </p:cNvCxnSpPr>
          <p:nvPr/>
        </p:nvCxnSpPr>
        <p:spPr>
          <a:xfrm rot="5400000">
            <a:off x="6876336" y="3891643"/>
            <a:ext cx="376103" cy="2227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3286116" y="5572140"/>
            <a:ext cx="4500594" cy="1071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0" y="5143512"/>
            <a:ext cx="3643306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остальных окнах ничего не меняем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Связывание таблиц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928670"/>
            <a:ext cx="4619625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19" idx="3"/>
          </p:cNvCxnSpPr>
          <p:nvPr/>
        </p:nvCxnSpPr>
        <p:spPr>
          <a:xfrm>
            <a:off x="2428860" y="2537720"/>
            <a:ext cx="2143140" cy="6769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4286250"/>
            <a:ext cx="4029075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>
            <a:stCxn id="8" idx="3"/>
          </p:cNvCxnSpPr>
          <p:nvPr/>
        </p:nvCxnSpPr>
        <p:spPr>
          <a:xfrm>
            <a:off x="3000364" y="4907316"/>
            <a:ext cx="1357322" cy="10934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0" y="2214554"/>
            <a:ext cx="242886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Двойной щелчок по связи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4214818"/>
            <a:ext cx="30003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при изменении первичного ключа записи в главной таблице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автоматически обновляет первичный ключ до нового значения во всех связанных записях.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5903893"/>
            <a:ext cx="30003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при удалении записей в главной таблице 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автоматически удаляет связанные записи в соответствующей таблице.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>
            <a:stCxn id="15" idx="3"/>
          </p:cNvCxnSpPr>
          <p:nvPr/>
        </p:nvCxnSpPr>
        <p:spPr>
          <a:xfrm flipV="1">
            <a:off x="3000364" y="6143644"/>
            <a:ext cx="1285884" cy="23730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 flipV="1">
            <a:off x="4500562" y="1643050"/>
            <a:ext cx="2643206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7143768" y="1214422"/>
            <a:ext cx="200023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Чтобы изменить схему данных, необходимо закрыть активные таблицы в верхней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панеле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1000108"/>
            <a:ext cx="4957782" cy="449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5715016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работы с записями из нескольких таблиц нужно создавать запросы, соединяющие нужные таблицы. Например, чтобы получить строки, в которых перечисляются все заказы для каждого из клиентов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r>
              <a:rPr lang="en-US" dirty="0" smtClean="0"/>
              <a:t>: </a:t>
            </a:r>
            <a:r>
              <a:rPr lang="ru-RU" dirty="0" smtClean="0"/>
              <a:t>построитель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142984"/>
            <a:ext cx="360997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572000" y="928670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Построитель выражений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Expression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Builder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инструмент, с помощью которого можно создавать выражения любой сложности для разных типов данных: чисел, текстов, логических значений, даты, времени и т. д..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3252479"/>
            <a:ext cx="6240469" cy="3605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 с параметром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200275"/>
            <a:ext cx="618172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857232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Запрос с параметром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«интерактивный» тип запроса, при выполнении которого на экран выводится диалоговое окно с приглашением ввести один или ряд параметров, например условие отбора записей по определённому полю.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163</Words>
  <Application>Microsoft Office PowerPoint</Application>
  <PresentationFormat>Экран (4:3)</PresentationFormat>
  <Paragraphs>22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СУБД MS Access (2 часть)</vt:lpstr>
      <vt:lpstr>Маска ввода</vt:lpstr>
      <vt:lpstr>Связывание таблиц</vt:lpstr>
      <vt:lpstr>Связывание таблиц</vt:lpstr>
      <vt:lpstr>Связывание таблиц</vt:lpstr>
      <vt:lpstr>Запросы</vt:lpstr>
      <vt:lpstr>Запросы: построитель</vt:lpstr>
      <vt:lpstr>Запрос с параметром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СУБД MS Access (2 часть)</dc:title>
  <dc:creator>user</dc:creator>
  <cp:lastModifiedBy>user</cp:lastModifiedBy>
  <cp:revision>15</cp:revision>
  <dcterms:created xsi:type="dcterms:W3CDTF">2025-04-18T08:16:15Z</dcterms:created>
  <dcterms:modified xsi:type="dcterms:W3CDTF">2025-09-07T14:52:37Z</dcterms:modified>
</cp:coreProperties>
</file>
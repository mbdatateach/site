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684-AF35-4CB9-86B4-0EE510FBBFBE}" type="datetimeFigureOut">
              <a:rPr lang="ru-RU" smtClean="0"/>
              <a:pPr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СУБД MS Access (1 </a:t>
            </a:r>
            <a:r>
              <a:rPr lang="en-US" dirty="0" err="1" smtClean="0"/>
              <a:t>часть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Базы данных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559578"/>
            <a:ext cx="7358050" cy="391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428860" y="4131214"/>
            <a:ext cx="185738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286248" y="5345660"/>
            <a:ext cx="250033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36" y="6488668"/>
            <a:ext cx="402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Программа </a:t>
            </a:r>
            <a:r>
              <a:rPr lang="en-US" dirty="0" smtClean="0"/>
              <a:t>Access </a:t>
            </a:r>
            <a:r>
              <a:rPr lang="ru-RU" dirty="0" smtClean="0"/>
              <a:t>из папки </a:t>
            </a:r>
            <a:r>
              <a:rPr lang="en-US" dirty="0" smtClean="0"/>
              <a:t>Office2007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857232"/>
            <a:ext cx="9144000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это средство для создания баз данных, для хранения, обработки и быстрого доступа к нужной информации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Проще говоря, это программа, которая позволяет хранить данные в виде таблиц, связанных между собой с помощью ключевых полей, и на её основе создавать отчёты, формировать выборки и получать к ним доступ.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4572000" y="857232"/>
            <a:ext cx="4572000" cy="3071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Создание таблицы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2386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3071810"/>
            <a:ext cx="4214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Режим конструктора таблиц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создавать таблицы путём задания имён полей, их типов и свойств.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00425" y="4772025"/>
            <a:ext cx="57435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4786322"/>
            <a:ext cx="33575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Ключевое поле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это поле, которое содержит уникальные (неповторяющиеся) для каждой записи данные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1" name="Прямая со стрелкой 10"/>
          <p:cNvCxnSpPr>
            <a:stCxn id="10" idx="3"/>
          </p:cNvCxnSpPr>
          <p:nvPr/>
        </p:nvCxnSpPr>
        <p:spPr>
          <a:xfrm>
            <a:off x="3357554" y="5524986"/>
            <a:ext cx="2143140" cy="1185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572000" y="857232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состоит из строк и столбцов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Каждый столбец имеет имя, не повторяющееся в этой таблице. Строки следуют в произвольном порядке и не имеют номеров. Поиск строк производится не по номерам, а по идентификаторам (ключам).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Заполнение таблицы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1468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заполнения таблицы своими данными переключитесь в режим «Таблицы»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(Главная→Режим→Конструктор)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928670"/>
            <a:ext cx="66198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014809"/>
            <a:ext cx="46196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48869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еще одной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Схема данных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71612"/>
            <a:ext cx="9144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flipV="1">
            <a:off x="4857752" y="5514974"/>
            <a:ext cx="2643206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8" idx="2"/>
          </p:cNvCxnSpPr>
          <p:nvPr/>
        </p:nvCxnSpPr>
        <p:spPr>
          <a:xfrm rot="16200000" flipV="1">
            <a:off x="1868080" y="3453995"/>
            <a:ext cx="3586172" cy="23931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0" y="637223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Добавление таблиц для просмотра осуществляется вручную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Схема данных графически отображается в отдельном окне и показывает логическую структуру базы данных. Таблицы представлены списками полей, а связи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 их наличии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линиями между полями разных таблиц.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3108" y="2143116"/>
            <a:ext cx="642942" cy="714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Запросы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 это средство выбора необходимой информации из базы данных. Они используются для просмотра, анализа и изменения данных в одной или нескольких таблицах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Некоторые функции запросов: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фильтровать и сортировать 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производить расчёты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группировать записи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вносить изменения сразу в несколько записей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создавать таблицы как результат запроса.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29095"/>
            <a:ext cx="91440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369331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существуют следующие виды запросов: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выборку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Задает вопросы о данных, хранящихся в таблицах, и представляет полученный динамический набор в режиме формы или таблицы без изменения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с параметрами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запуске такого запроса открывается диалоговое окно, в которое должны быть внесены определённые сведения, критерии отбора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Перекрёстный запрос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Позволяет отобразить в таблице некоторые статистические расчёты. Это способ упорядочить информацию из базы данных по двум или более параметрам и сделать таблицу более компактной и наглядной.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изменение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Используется для внесения изменений в несколько записей таблицы. Возможны запросы на изменение таблицы, на удаление записей, на добавление или обновление записей.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Запросы, которые могут быть созданы только с помощью специального языка (инструкций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14884"/>
            <a:ext cx="9144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38576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357554" y="2500306"/>
            <a:ext cx="121444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572000" y="2285992"/>
            <a:ext cx="4000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необходимые для вывода поля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214546" y="4286256"/>
            <a:ext cx="2571768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4572000" y="3929066"/>
            <a:ext cx="3143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Заполнить условия отбора (например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Иванов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4175" y="5476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357554" y="4929198"/>
            <a:ext cx="121444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214810" y="4714884"/>
            <a:ext cx="4000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Нажать кнопку «Выполнить»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23" idx="1"/>
          </p:cNvCxnSpPr>
          <p:nvPr/>
        </p:nvCxnSpPr>
        <p:spPr>
          <a:xfrm rot="10800000" flipV="1">
            <a:off x="1643042" y="3390598"/>
            <a:ext cx="3071834" cy="18243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23" idx="1"/>
          </p:cNvCxnSpPr>
          <p:nvPr/>
        </p:nvCxnSpPr>
        <p:spPr>
          <a:xfrm rot="10800000" flipV="1">
            <a:off x="1857356" y="3390598"/>
            <a:ext cx="2857520" cy="225297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4714876" y="2928934"/>
            <a:ext cx="4000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необходимости можно стереть случайно добавленные столбцы или отключить их отображение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428860" y="2285992"/>
            <a:ext cx="1000132" cy="1143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47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964777" y="1726404"/>
            <a:ext cx="71438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071670" y="2405065"/>
            <a:ext cx="378621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786182" y="1000108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запросов на сортировку и фильтрацию данных можно создать и другие запросы, изменяющие содержание таблиц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4071942"/>
            <a:ext cx="74390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1857356" y="5572140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После того, как были заданы условия на обновление/удаление, необходимо нажать на кнопку Выполнить и подтвердить результат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857232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группировка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Запросы с группировкой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обрабатывать сразу несколько строк, например, считать сумму баллов или находить количество строк с одинаковым значением заданного поля.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функции, которые можно использовать в запросах с группировкой: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суммы всех значений заданного поля для каждой группы.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среднего значения в каждой из групп заданного поля.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возвращение числа записей, значение которых отличны от нуля, в каждой группе заданного поля.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712" y="3571876"/>
            <a:ext cx="5862535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286512" y="3571876"/>
            <a:ext cx="357190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857488" y="6072206"/>
            <a:ext cx="1928826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42860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Связывание таблиц по ключевому полю в базе данных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организация отношений между таблицами на основе совпадающих значений в ключевых полях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Простыми словами,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связей между таблицами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позволяют при изменении данных в одной таблице автоматически изменять данные и в другой.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200024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Связь устанавливается путём сопоставления данных в ключевых полях, обычно имеющих одинаковые имена в обеих таблицах. В окне «Схема данных» связи отображаются в виде линий, соединяющих поля разных таблиц. Одна из таблиц считается главной, а другая — связанной.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https://avatars.mds.yandex.net/i?id=08ece97d49eb78151cfb5a50ec484283_l-5273580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234599"/>
            <a:ext cx="4822813" cy="3623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3"/>
            <a:ext cx="33051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8452" y="1071546"/>
            <a:ext cx="3994142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2500" y="4090831"/>
            <a:ext cx="4181500" cy="276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2050" idx="3"/>
            <a:endCxn id="2051" idx="1"/>
          </p:cNvCxnSpPr>
          <p:nvPr/>
        </p:nvCxnSpPr>
        <p:spPr>
          <a:xfrm>
            <a:off x="3305175" y="2357441"/>
            <a:ext cx="1773277" cy="3569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2051" idx="2"/>
            <a:endCxn id="2052" idx="0"/>
          </p:cNvCxnSpPr>
          <p:nvPr/>
        </p:nvCxnSpPr>
        <p:spPr>
          <a:xfrm rot="5400000">
            <a:off x="6876336" y="3891643"/>
            <a:ext cx="376103" cy="222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286116" y="5572140"/>
            <a:ext cx="4500594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143512"/>
            <a:ext cx="3643306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остальных окнах ничего не меняем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928670"/>
            <a:ext cx="46196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9" idx="3"/>
          </p:cNvCxnSpPr>
          <p:nvPr/>
        </p:nvCxnSpPr>
        <p:spPr>
          <a:xfrm>
            <a:off x="2428860" y="2537720"/>
            <a:ext cx="2143140" cy="6769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4286250"/>
            <a:ext cx="402907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8" idx="3"/>
          </p:cNvCxnSpPr>
          <p:nvPr/>
        </p:nvCxnSpPr>
        <p:spPr>
          <a:xfrm>
            <a:off x="3000364" y="4907316"/>
            <a:ext cx="1357322" cy="10934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2214554"/>
            <a:ext cx="242886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Двойной щелчок по связи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214818"/>
            <a:ext cx="30003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изменении первичного ключа записи в главной таблице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автоматически обновляет первичный ключ до нового значения во всех связанных записях.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5903893"/>
            <a:ext cx="30003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удалении записей в главной таблице 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автоматически удаляет связанные записи в соответствующей таблице.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3"/>
          </p:cNvCxnSpPr>
          <p:nvPr/>
        </p:nvCxnSpPr>
        <p:spPr>
          <a:xfrm flipV="1">
            <a:off x="3000364" y="6143644"/>
            <a:ext cx="1285884" cy="23730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 flipV="1">
            <a:off x="4500562" y="1643050"/>
            <a:ext cx="2643206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43768" y="1214422"/>
            <a:ext cx="200023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изменить схему данных, необходимо закрыть активные таблицы в верхней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панели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000108"/>
            <a:ext cx="4957782" cy="449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715016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работы с записями из нескольких таблиц нужно создавать запросы, соединяющие нужные таблицы. Например, чтобы получить строки, в которых перечисляются все заказы для каждого из клиентов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r>
              <a:rPr lang="en-US" dirty="0" smtClean="0"/>
              <a:t>: </a:t>
            </a:r>
            <a:r>
              <a:rPr lang="ru-RU" dirty="0" smtClean="0"/>
              <a:t>построитель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42984"/>
            <a:ext cx="36099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928670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Построитель выражений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Expression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Builder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инструмент, с помощью которого можно создавать выражения любой сложности для разных типов данных: чисел, текстов, логических значений, даты, времени и т. д..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3252479"/>
            <a:ext cx="6240469" cy="3605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 с параметром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200275"/>
            <a:ext cx="618172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85723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Запрос с параметром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«интерактивный» тип запроса, при выполнении которого на экран выводится диалоговое окно с приглашением ввести один или ряд параметров, например условие отбора записей по определённому полю.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559</Words>
  <Application>Microsoft Office PowerPoint</Application>
  <PresentationFormat>Экран (4:3)</PresentationFormat>
  <Paragraphs>60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СУБД MS Access (1 часть)</vt:lpstr>
      <vt:lpstr>Базы данных</vt:lpstr>
      <vt:lpstr>Создание таблицы</vt:lpstr>
      <vt:lpstr>Заполнение таблицы</vt:lpstr>
      <vt:lpstr>Схема данных</vt:lpstr>
      <vt:lpstr>Запросы</vt:lpstr>
      <vt:lpstr>Запросы</vt:lpstr>
      <vt:lpstr>Запросы: алгоритм создания</vt:lpstr>
      <vt:lpstr>Запросы: алгоритм создания</vt:lpstr>
      <vt:lpstr>Запросы: группировка</vt:lpstr>
      <vt:lpstr>Связывание таблиц</vt:lpstr>
      <vt:lpstr>Связывание таблиц</vt:lpstr>
      <vt:lpstr>Связывание таблиц</vt:lpstr>
      <vt:lpstr>Запросы</vt:lpstr>
      <vt:lpstr>Запросы: построитель</vt:lpstr>
      <vt:lpstr>Запрос с параметром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MS Access (1 часть)</dc:title>
  <dc:creator>user</dc:creator>
  <cp:lastModifiedBy>user</cp:lastModifiedBy>
  <cp:revision>21</cp:revision>
  <dcterms:created xsi:type="dcterms:W3CDTF">2025-04-18T08:16:15Z</dcterms:created>
  <dcterms:modified xsi:type="dcterms:W3CDTF">2026-05-14T08:04:24Z</dcterms:modified>
</cp:coreProperties>
</file>
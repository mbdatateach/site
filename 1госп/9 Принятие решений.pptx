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4" r:id="rId5"/>
    <p:sldId id="265" r:id="rId6"/>
    <p:sldId id="266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850" y="-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Принятие решений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smtClean="0"/>
              <a:t>SMART</a:t>
            </a:r>
            <a:endParaRPr lang="ru-RU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-285784" y="500042"/>
            <a:ext cx="9429784" cy="3816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7056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SMART – это метод постановки целей и задач. Согласно ему, цели нужно формулировать так, чтобы они были конкретными, измеримыми, достижимыми, значимыми и ограниченными во времени. Технику используют везде – от проектного менеджмента до управлений собственными планами.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Чтобы поставить цель по SMART, нужно последовательно описать её в соответствии с названными критериями – так, чтобы её нельзя было понять неправильно; подобрать показатель, по которому можно отследить достижение цели; понять, достижима ли она и важна ли для достижения глобальной цели; установить срок, к которому нужно её достичь.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4067822"/>
            <a:ext cx="6368418" cy="2790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smtClean="0"/>
              <a:t>SMART: </a:t>
            </a:r>
            <a:r>
              <a:rPr lang="ru-RU" dirty="0" smtClean="0"/>
              <a:t>план работы с критерием</a:t>
            </a:r>
            <a:endParaRPr lang="ru-RU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-285784" y="662962"/>
            <a:ext cx="9429784" cy="5909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7056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1. Определите проблему или область для улучшения. Например, одна из проблем может заключаться в том, что срок обработки запросов от клиентов слишком велик.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2. Сформулируйте цели согласно критериям SMART: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Specific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(Конкретика)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Вместо расплывчатой цели вроде "улучшить работу с клиентами", укажите конкретную цель: "сократить среднее время обработки заявок до 7 рабочих часов". Здесь важно точно определить, какой именно аспект вы хотите изменить.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Measurable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(Измеримость)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Цель должна иметь четкий количественный индикатор успеха. Например, "уменьшение среднего времени обработки заявки на 30%".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Achievable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(Достижимость)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Убедитесь, что поставленная цель реалистична. Например, желание сократить всю работу с документацией до 10 минут будет чрезмерной задачей. Важно учитывать ресурсы и возможности команды.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Relevant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(Актуальность)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Поставленные цели должны соответствовать приоритетам учреждения и стратегии развития. Например, снижение сроков обработки запросов напрямую связано с повышением удовлетворенности граждан услугами государственного органа.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Time-bound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(Ограничение по времени)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Определите конкретные сроки достижения цели. Например, "снизить среднее время обработки запросов до 10 рабочих дней к концу второго квартала текущего года".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smtClean="0"/>
              <a:t>SWOT-</a:t>
            </a:r>
            <a:r>
              <a:rPr lang="ru-RU" dirty="0" smtClean="0"/>
              <a:t>анализ</a:t>
            </a:r>
            <a:endParaRPr lang="ru-RU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-285784" y="428604"/>
            <a:ext cx="9429784" cy="6740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7056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SWOT-анализ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метод оценки внутренних и внешних факторов, которые влияют на объект исследования (например, компанию, проект или продукт).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Некоторые этапы SWOT-анализа: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Сформулировать цель анализа — определить, что именно нужно проанализировать: компанию в целом, конкретный продукт, направление бизнеса.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Собрать команду — привлечь людей из разных отделов для получения разносторонних взглядов.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Подготовить информацию — собрать данные о рынке, конкурентах, внутренних процессах компании.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Определить сильные стороны (S) — выявить внутренние преимущества, которые выделяют объект среди конкурентов.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Выявить слабые стороны (W) — честно оценить внутренние недостатки, которые мешают развитию.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Найти возможности (O) — определить внешние факторы, которые могут помочь бизнесу расти.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Обозначить угрозы (T) — выявить внешние факторы, которые могут негативно повлиять на бизнес.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Заполнить матрицу SWOT — разместить все выявленные факторы в соответствующих квадрантах таблицы.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Проанализировать взаимосвязи — определить, как сильные стороны помогают использовать возможности и противостоять угрозам, а также как слабые стороны мешают этому.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Сформулировать стратегии — на основе анализа разработать конкретные действия.</a:t>
            </a:r>
          </a:p>
          <a:p>
            <a:pPr algn="just"/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smtClean="0"/>
              <a:t>SWOT-</a:t>
            </a:r>
            <a:r>
              <a:rPr lang="ru-RU" dirty="0" smtClean="0"/>
              <a:t>анализ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2786058"/>
            <a:ext cx="5853867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714356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Первые две категории (сильные и слабые стороны) относятся к внутренним факторам, которыми компания может управлять, вторые две (возможности и угрозы) — к внешним факторам, влияющим на бизнес извне.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контексте юридических услуг SWOT-анализ помогает юридическим фирмам и практикующим юристам анализировать текущую позицию на рынке, выявлять факторы, влияющие на успех, и разрабатывать эффективные стратегии для достижения поставленных целей.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Пример </a:t>
            </a:r>
            <a:r>
              <a:rPr lang="en-US" dirty="0" smtClean="0"/>
              <a:t>SWOT-</a:t>
            </a:r>
            <a:r>
              <a:rPr lang="ru-RU" dirty="0" smtClean="0"/>
              <a:t>анализа юридического агентства</a:t>
            </a:r>
            <a:endParaRPr lang="ru-R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 l="6397"/>
          <a:stretch>
            <a:fillRect/>
          </a:stretch>
        </p:blipFill>
        <p:spPr bwMode="auto">
          <a:xfrm>
            <a:off x="0" y="1357298"/>
            <a:ext cx="5227285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 r="9678"/>
          <a:stretch>
            <a:fillRect/>
          </a:stretch>
        </p:blipFill>
        <p:spPr bwMode="auto">
          <a:xfrm>
            <a:off x="5143504" y="1857364"/>
            <a:ext cx="4000496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 r="11677"/>
          <a:stretch>
            <a:fillRect/>
          </a:stretch>
        </p:blipFill>
        <p:spPr bwMode="auto">
          <a:xfrm>
            <a:off x="4929190" y="3929066"/>
            <a:ext cx="421481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261</Words>
  <PresentationFormat>Экран (4:3)</PresentationFormat>
  <Paragraphs>34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Принятие решений</vt:lpstr>
      <vt:lpstr>SMART</vt:lpstr>
      <vt:lpstr>SMART: план работы с критерием</vt:lpstr>
      <vt:lpstr>SWOT-анализ</vt:lpstr>
      <vt:lpstr>SWOT-анализ</vt:lpstr>
      <vt:lpstr>Пример SWOT-анализа юридического агентства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реализации управленческих решений</dc:title>
  <dc:creator>user</dc:creator>
  <cp:lastModifiedBy>user</cp:lastModifiedBy>
  <cp:revision>19</cp:revision>
  <dcterms:created xsi:type="dcterms:W3CDTF">2025-03-09T10:19:56Z</dcterms:created>
  <dcterms:modified xsi:type="dcterms:W3CDTF">2026-04-14T18:47:17Z</dcterms:modified>
</cp:coreProperties>
</file>
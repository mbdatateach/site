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20.2.php?ysclid=m1c4t75sz6218180615" TargetMode="External"/><Relationship Id="rId2" Type="http://schemas.openxmlformats.org/officeDocument/2006/relationships/hyperlink" Target="https://metanit.com/sharp/tutorial/3.1.php?ysclid=m51c7uxcnt757303497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Вспоминаем базовые конструкции языка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21763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Классы и объекты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https://metanit.com/sharp/tutorial/3.1.php?ysclid=m51c7uxcnt757303497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Math </a:t>
            </a:r>
            <a:r>
              <a:rPr lang="ru-RU" sz="2400" i="1" dirty="0" smtClean="0">
                <a:latin typeface="Cambria" pitchFamily="18" charset="0"/>
              </a:rPr>
              <a:t>Класс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https://learn.microsoft.com/ru-ru/dotnet/api/system.math?view=net-8.0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Операции со строками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https://metanit.com/sharp/tutorial/7.2.php?ysclid=m51ccmu34a23593086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структура класса в языке </a:t>
            </a:r>
            <a:r>
              <a:rPr lang="en-US" sz="4000" b="1" dirty="0" smtClean="0"/>
              <a:t>C</a:t>
            </a:r>
            <a:r>
              <a:rPr lang="ru-RU" sz="4000" b="1" dirty="0" smtClean="0"/>
              <a:t>#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86806"/>
            <a:ext cx="5005404" cy="607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</a:t>
            </a:r>
            <a:r>
              <a:rPr lang="ru-RU" b="1" dirty="0" smtClean="0"/>
              <a:t>2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500306"/>
            <a:ext cx="72390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1214414" y="3143248"/>
            <a:ext cx="1643074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3"/>
          </p:cNvCxnSpPr>
          <p:nvPr/>
        </p:nvCxnSpPr>
        <p:spPr>
          <a:xfrm rot="10800000" flipV="1">
            <a:off x="2857488" y="2214553"/>
            <a:ext cx="1285884" cy="10358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/>
          <p:cNvSpPr/>
          <p:nvPr/>
        </p:nvSpPr>
        <p:spPr>
          <a:xfrm>
            <a:off x="5429256" y="3000372"/>
            <a:ext cx="714380" cy="5715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endCxn id="15" idx="0"/>
          </p:cNvCxnSpPr>
          <p:nvPr/>
        </p:nvCxnSpPr>
        <p:spPr>
          <a:xfrm>
            <a:off x="4143372" y="2214554"/>
            <a:ext cx="1643074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 rot="10800000">
            <a:off x="4143372" y="221455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929190" y="1500174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Правой кнопкой мыши по проекту; Добавить класс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1142984"/>
            <a:ext cx="4071934" cy="107157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</a:t>
            </a:r>
            <a:r>
              <a:rPr lang="ru-RU" b="1" dirty="0" smtClean="0"/>
              <a:t>2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0" y="1071546"/>
            <a:ext cx="40719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Класс </a:t>
            </a:r>
            <a:r>
              <a:rPr lang="ru-RU" dirty="0" smtClean="0">
                <a:latin typeface="Cambria" pitchFamily="18" charset="0"/>
              </a:rPr>
              <a:t>—</a:t>
            </a:r>
            <a:r>
              <a:rPr lang="ru-RU" b="1" dirty="0" smtClean="0">
                <a:latin typeface="Cambria" pitchFamily="18" charset="0"/>
              </a:rPr>
              <a:t> </a:t>
            </a:r>
            <a:r>
              <a:rPr lang="ru-RU" dirty="0" smtClean="0">
                <a:latin typeface="Cambria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9144000" cy="45720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</a:t>
            </a:r>
            <a:r>
              <a:rPr lang="ru-RU" b="1" dirty="0" smtClean="0"/>
              <a:t>2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2"/>
            <a:ext cx="8728602" cy="38893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1-</a:t>
            </a:r>
            <a:r>
              <a:rPr lang="ru-RU" b="1" dirty="0" smtClean="0"/>
              <a:t>2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285860"/>
            <a:ext cx="321471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450057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а)</a:t>
            </a:r>
            <a:endParaRPr lang="ru-RU" sz="2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9952" y="1571612"/>
            <a:ext cx="5634048" cy="22012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4500562" y="378619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код класса вычислений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25" y="4572008"/>
            <a:ext cx="3000375" cy="1104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762625"/>
            <a:ext cx="9144000" cy="1095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>
            <a:off x="4143372" y="3714752"/>
            <a:ext cx="2071702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5400000">
            <a:off x="2536017" y="4607727"/>
            <a:ext cx="250033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5643570" y="1857364"/>
            <a:ext cx="2571768" cy="85725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1-2</a:t>
            </a:r>
            <a:br>
              <a:rPr lang="ru-RU" b="1" dirty="0" smtClean="0"/>
            </a:br>
            <a:r>
              <a:rPr lang="ru-RU" b="1" dirty="0" smtClean="0"/>
              <a:t>Решение с помощью ООП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143008" y="4500570"/>
            <a:ext cx="36433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№1(б)</a:t>
            </a:r>
            <a:endParaRPr lang="ru-RU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64305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429256" y="1857364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Метод возвращает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string</a:t>
            </a:r>
            <a:endParaRPr lang="ru-RU" sz="2400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3786182" y="2178834"/>
            <a:ext cx="1857388" cy="6072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3786182" cy="3786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57158" y="5143512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3357562"/>
            <a:ext cx="5429256" cy="138260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3075" idx="0"/>
          </p:cNvCxnSpPr>
          <p:nvPr/>
        </p:nvCxnSpPr>
        <p:spPr>
          <a:xfrm rot="16200000" flipV="1">
            <a:off x="4071926" y="1000116"/>
            <a:ext cx="1000132" cy="3714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3075" idx="0"/>
          </p:cNvCxnSpPr>
          <p:nvPr/>
        </p:nvCxnSpPr>
        <p:spPr>
          <a:xfrm rot="5400000" flipH="1" flipV="1">
            <a:off x="5786438" y="2714612"/>
            <a:ext cx="1285884" cy="1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572000" y="1425347"/>
            <a:ext cx="3786214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Считать из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информацию через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пробел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занести ее в массив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000464" y="4786322"/>
            <a:ext cx="5143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Этот код можно поместить в конструктор класса (считывать информацию в массив из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textBox1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071670" y="4243336"/>
            <a:ext cx="30003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Основной класс</a:t>
            </a:r>
            <a:endParaRPr lang="ru-RU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6848475" cy="347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3275" y="4752971"/>
            <a:ext cx="5800725" cy="1533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>
            <a:off x="2786050" y="2285992"/>
            <a:ext cx="5715040" cy="30718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714876" y="6286520"/>
            <a:ext cx="3571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Инициализация 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endParaRPr lang="ru-RU" sz="20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0" y="4857760"/>
            <a:ext cx="3071802" cy="160043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выходе из метода в C# объект, лежащий в стеке, становится доступным для сборки мусора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Однако сама сборка не происходит сразу же, поэтому объект может просуществовать ещё какое-то неопределённое время.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1" idx="3"/>
          </p:cNvCxnSpPr>
          <p:nvPr/>
        </p:nvCxnSpPr>
        <p:spPr>
          <a:xfrm flipV="1">
            <a:off x="3071802" y="5500702"/>
            <a:ext cx="785818" cy="15727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164</Words>
  <Application>Microsoft Office PowerPoint</Application>
  <PresentationFormat>Экран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Вспоминаем базовые конструкции языка</vt:lpstr>
      <vt:lpstr>Дополнительные материалы</vt:lpstr>
      <vt:lpstr>структура класса в языке C#</vt:lpstr>
      <vt:lpstr>Задание 1-2 Решение с помощью ООП </vt:lpstr>
      <vt:lpstr>Задание 1-2 Решение с помощью ООП </vt:lpstr>
      <vt:lpstr>Задание 1-2 Решение с помощью ООП </vt:lpstr>
      <vt:lpstr>Задание 1-2 Решение с помощью ООП </vt:lpstr>
      <vt:lpstr>Задание 1-2 Решение с помощью ООП </vt:lpstr>
      <vt:lpstr>Задание 3 </vt:lpstr>
      <vt:lpstr>Задание 3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72</cp:revision>
  <dcterms:created xsi:type="dcterms:W3CDTF">2024-02-01T09:49:19Z</dcterms:created>
  <dcterms:modified xsi:type="dcterms:W3CDTF">2026-03-12T14:10:51Z</dcterms:modified>
</cp:coreProperties>
</file>
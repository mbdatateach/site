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98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03973-5453-40EA-9151-C4A03143E901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82F739-C562-404E-BF21-11A8E7F0E52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82F739-C562-404E-BF21-11A8E7F0E52B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C72D1-151D-4B33-9F5C-C598F99D6FCE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1C53-B16B-4B90-93B0-8AA36E030D2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C72D1-151D-4B33-9F5C-C598F99D6FCE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1C53-B16B-4B90-93B0-8AA36E030D2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C72D1-151D-4B33-9F5C-C598F99D6FCE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1C53-B16B-4B90-93B0-8AA36E030D2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C72D1-151D-4B33-9F5C-C598F99D6FCE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1C53-B16B-4B90-93B0-8AA36E030D2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C72D1-151D-4B33-9F5C-C598F99D6FCE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1C53-B16B-4B90-93B0-8AA36E030D2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C72D1-151D-4B33-9F5C-C598F99D6FCE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1C53-B16B-4B90-93B0-8AA36E030D2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C72D1-151D-4B33-9F5C-C598F99D6FCE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1C53-B16B-4B90-93B0-8AA36E030D2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C72D1-151D-4B33-9F5C-C598F99D6FCE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1C53-B16B-4B90-93B0-8AA36E030D2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C72D1-151D-4B33-9F5C-C598F99D6FCE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1C53-B16B-4B90-93B0-8AA36E030D2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C72D1-151D-4B33-9F5C-C598F99D6FCE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1C53-B16B-4B90-93B0-8AA36E030D2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C72D1-151D-4B33-9F5C-C598F99D6FCE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1C53-B16B-4B90-93B0-8AA36E030D2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72D1-151D-4B33-9F5C-C598F99D6FCE}" type="datetimeFigureOut">
              <a:rPr lang="ru-RU" smtClean="0"/>
              <a:pPr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C1C53-B16B-4B90-93B0-8AA36E030D2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Знакомство с аналитическими возможностями </a:t>
            </a:r>
            <a:r>
              <a:rPr lang="en-US" b="1" dirty="0" smtClean="0"/>
              <a:t>C</a:t>
            </a:r>
            <a:r>
              <a:rPr lang="ru-RU" b="1" dirty="0" smtClean="0"/>
              <a:t>#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Подключение библиотеки к проекту</a:t>
            </a:r>
            <a:endParaRPr lang="ru-RU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85860"/>
            <a:ext cx="4276725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554" y="3214686"/>
            <a:ext cx="4323555" cy="3224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 flipV="1">
            <a:off x="3857620" y="1643050"/>
            <a:ext cx="2643206" cy="207170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6500826" y="1643050"/>
            <a:ext cx="150019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29322" y="714356"/>
            <a:ext cx="2881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Вот здесь нужно найти ссылку на файл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alglibnet2.dll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Задание 1-2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714356"/>
            <a:ext cx="656272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14625" y="3071810"/>
            <a:ext cx="6429375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571604" y="2500306"/>
            <a:ext cx="2881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Линейная регрессия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4786322"/>
            <a:ext cx="2881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Логистическая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регрессия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5214926"/>
            <a:ext cx="9144000" cy="164307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5286364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0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Более подробную информацию по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работе аналитическими возможностями библиотеки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ALGLIB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можно получить в мануале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 сети Интернет</a:t>
            </a:r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41</Words>
  <Application>Microsoft Office PowerPoint</Application>
  <PresentationFormat>Экран (4:3)</PresentationFormat>
  <Paragraphs>8</Paragraphs>
  <Slides>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Тема Office</vt:lpstr>
      <vt:lpstr>Знакомство с аналитическими возможностями C#</vt:lpstr>
      <vt:lpstr>Подключение библиотеки к проекту</vt:lpstr>
      <vt:lpstr>Задание 1-2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15</cp:revision>
  <dcterms:created xsi:type="dcterms:W3CDTF">2024-12-24T13:47:27Z</dcterms:created>
  <dcterms:modified xsi:type="dcterms:W3CDTF">2026-04-21T20:52:44Z</dcterms:modified>
</cp:coreProperties>
</file>
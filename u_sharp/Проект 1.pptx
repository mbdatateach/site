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528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BE305-3BC5-4B47-AD30-9D70673A458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A90D1-E7D0-4CEE-8724-E0105185DA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28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A90D1-E7D0-4CEE-8724-E0105185DA4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131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1FD33-EE0E-472E-829B-4AC3DBDB755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E5097-FAEE-41AB-9BA2-56A543A456DF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sharp/pattern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tproger.ru/articles/topovye-patterny-dlya-razrabotki-arhitektury-po" TargetMode="External"/><Relationship Id="rId5" Type="http://schemas.openxmlformats.org/officeDocument/2006/relationships/hyperlink" Target="https://habr.com/ru/articles/215605/" TargetMode="External"/><Relationship Id="rId4" Type="http://schemas.openxmlformats.org/officeDocument/2006/relationships/hyperlink" Target="https://refactoringu.ru/ru/design-patterns/catalog.htm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Проект №1: паттерны проектирования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764704"/>
            <a:ext cx="9144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Паттерны проектирования</a:t>
            </a:r>
            <a:endParaRPr lang="ru-RU" sz="3200" dirty="0" smtClean="0">
              <a:latin typeface="Times New Roman" pitchFamily="18" charset="0"/>
              <a:cs typeface="Times New Roman" pitchFamily="18" charset="0"/>
              <a:hlinkClick r:id="rId3"/>
            </a:endParaRPr>
          </a:p>
          <a:p>
            <a:pPr algn="just"/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https://metanit.com/sharp/patterns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3"/>
              </a:rPr>
              <a:t>/</a:t>
            </a: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Каталог паттернов проектирования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  <a:hlinkClick r:id="rId4"/>
              </a:rPr>
              <a:t>https://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4"/>
              </a:rPr>
              <a:t>refactoringu.ru/ru/design-patterns/catalog.html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Паттерны для новичков: MVC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MVP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MVVM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  <a:hlinkClick r:id="rId5"/>
              </a:rPr>
              <a:t>https://habr.com/ru/articles/215605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5"/>
              </a:rPr>
              <a:t>/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Топовые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паттерны для разработки архитектуры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ПО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  <a:hlinkClick r:id="rId6"/>
              </a:rPr>
              <a:t>https://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6"/>
              </a:rPr>
              <a:t>tproger.ru/articles/topovye-patterny-dlya-razrabotki-arhitektury-po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Паттерны проектирования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(шаблоны проектирования) — это типовые решения часто встречающихся задач при создании программного обеспечения. Они не описывают готовый код — задают структуру взаимодействия объектов, классов и методов, чтобы решать задачи повторяемым и проверенным способом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Паттерны не являются готовым кодом — это скорее идеи, концепции, шаблоны действий. Они показывают, как лучше выстроить взаимодействие между частями программы, чтобы код был: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   понятным для других разработчиков;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   легко расширяемым (можно добавить новую функцию без переписывания всего);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   повторно используемым (одну часть кода можно применять в разных местах);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   менее зависимым от изменений (если меняется одна часть, не ломается вся программа).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-79653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Что дают паттерны на практике</a:t>
            </a:r>
          </a:p>
          <a:p>
            <a:pPr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Уменьшают сложность.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Вместо изобретения собственного решения вы используете проверенный шаблон — код получается проще и понятнее.</a:t>
            </a:r>
          </a:p>
          <a:p>
            <a:pPr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Упрощают командную работу.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Все разработчики знают эти паттерны — если сказать «здесь используется Фабрика», коллеги сразу поймут, как устроен код.</a:t>
            </a:r>
          </a:p>
          <a:p>
            <a:pPr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Делают код гибким.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Можно заменить одну часть программы на другую, не ломая остальное. Например, подключить другую базу данных или другой интерфейс.</a:t>
            </a:r>
          </a:p>
          <a:p>
            <a:pPr algn="just"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Снижают количество ошибок.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Шаблоны уже протестированы тысячами проектов — вероятность допустить ошибку меньше, чем при написании с нуля.</a:t>
            </a:r>
          </a:p>
          <a:p>
            <a:pPr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Облегчают поддержку.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Когда через полгода нужно что‑то изменить, вы быстрее разбираетесь в коде, потому что он построен по известной схеме.</a:t>
            </a:r>
          </a:p>
          <a:p>
            <a:pPr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Помогают масштабировать.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Если проект растёт, паттерны позволяют добавлять новые функции без кардинальной переделки.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02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8256" y="0"/>
            <a:ext cx="9144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 какие группы делятся паттерны</a:t>
            </a:r>
          </a:p>
          <a:p>
            <a:pPr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Порождающие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помогают создавать объекты так, чтобы это было гибко и не усложняло код. Решают вопрос: «Как лучше создать объект, чтобы не привязываться к конкретной реализации?». Например, если завтра понадобится другой тип объекта, вы сможете подставить его без переделки всей программы.</a:t>
            </a:r>
          </a:p>
          <a:p>
            <a:pPr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Структурные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показывают, как объединять классы и объекты в более крупные структуры. Решают задачу: «Как соединить разные части программы так, чтобы они работали вместе, но оставались независимыми?». Например, как подключить новый модуль без переписывания старого кода.</a:t>
            </a:r>
          </a:p>
          <a:p>
            <a:pPr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Поведенческие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определяют, как объекты должны общаться между собой и распределять обязанности. Отвечают на вопрос: «Как организовать взаимодействие частей программы, чтобы оно было предсказуемым и легко изменяемым?». Например, как уведомить несколько модулей о том, что что</a:t>
            </a:r>
            <a:r>
              <a:rPr lang="ru-RU" sz="2400" dirty="0">
                <a:latin typeface="MS Mincho"/>
                <a:ea typeface="Times New Roman" panose="02020603050405020304" pitchFamily="18" charset="0"/>
                <a:cs typeface="MS Mincho"/>
              </a:rPr>
              <a:t>‑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то произошло, не связывая их жёстко друг с другом.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284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-31021"/>
            <a:ext cx="9144000" cy="6617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Model-View</a:t>
            </a:r>
          </a:p>
          <a:p>
            <a:pPr algn="just">
              <a:spcAft>
                <a:spcPts val="0"/>
              </a:spcAft>
            </a:pP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архитектуре приложения есть только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без какого</a:t>
            </a:r>
            <a:r>
              <a:rPr lang="ru-RU" sz="2000" dirty="0">
                <a:latin typeface="MS Mincho"/>
                <a:ea typeface="Times New Roman" panose="02020603050405020304" pitchFamily="18" charset="0"/>
                <a:cs typeface="MS Mincho"/>
              </a:rPr>
              <a:t>‑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либо посредника (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ViewModel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т. п.), — это не считается отдельным устоявшимся 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паттерном.</a:t>
            </a:r>
            <a:endParaRPr lang="en-US" sz="20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Такая схема — скорее упрощённая или неполная реализация MV</a:t>
            </a:r>
            <a:r>
              <a:rPr lang="ru-RU" sz="2000" dirty="0">
                <a:latin typeface="MS Mincho"/>
                <a:ea typeface="Times New Roman" panose="02020603050405020304" pitchFamily="18" charset="0"/>
                <a:cs typeface="MS Mincho"/>
              </a:rPr>
              <a:t>‑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подхода, либо ранняя стадия проектирования, где посредник пока не выделен.</a:t>
            </a:r>
          </a:p>
          <a:p>
            <a:pPr algn="just"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Как это выглядит на практике</a:t>
            </a: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хранит данные и реализует бизнес</a:t>
            </a:r>
            <a:r>
              <a:rPr lang="ru-RU" sz="2000" dirty="0">
                <a:latin typeface="MS Mincho"/>
                <a:ea typeface="Times New Roman" panose="02020603050405020304" pitchFamily="18" charset="0"/>
                <a:cs typeface="MS Mincho"/>
              </a:rPr>
              <a:t>‑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логику (расчёты,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валидация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доступ к БД и т. п.).</a:t>
            </a: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отображает данные и реагирует на действия пользователя (клики, ввод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0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Но:</a:t>
            </a:r>
          </a:p>
          <a:p>
            <a:pPr algn="just"/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напрямую обращается к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(читает/меняет данные).</a:t>
            </a:r>
          </a:p>
          <a:p>
            <a:pPr algn="just"/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никак не «знает» о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не уведомляет её об изменениях.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Логика обработки пользовательских 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действий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скорее всего, «размазана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»: часть в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часть в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ru-RU" sz="2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Примечание:</a:t>
            </a:r>
            <a:endParaRPr lang="ru-RU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Одним из вариантов является доработка 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MV 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 паттерна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«Наблюдатель» (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уведомляет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об изменениях (через события/сигналы).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подписывается на изменения и обновляет себя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679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8272" y="0"/>
            <a:ext cx="914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Архитектурные паттерны проектирования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типовые решения часто встречающихся проблем в организации программных систем. Они описывают, как компоненты и взаимодействия должны быть организованы для решения определённой задачи, и работают на более высоком уровне абстракции, в отличие от паттернов объектно-ориентированного проектирования, которые решают задачи на уровне отдельных компонентов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4" y="2924944"/>
            <a:ext cx="8964488" cy="309634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-52592" y="5903893"/>
            <a:ext cx="928804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  <a:tabLst>
                <a:tab pos="2190115" algn="l"/>
              </a:tabLs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 MVC/MVP обновление интерфейса делается вручную: </a:t>
            </a:r>
            <a:r>
              <a:rPr lang="ru-RU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вызывает методы </a:t>
            </a:r>
            <a:r>
              <a:rPr lang="ru-RU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(«покажи ошибку», «обнови список»).</a:t>
            </a:r>
          </a:p>
          <a:p>
            <a:pPr algn="just">
              <a:spcAft>
                <a:spcPts val="0"/>
              </a:spcAft>
              <a:tabLst>
                <a:tab pos="2190115" algn="l"/>
              </a:tabLs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В MVVM </a:t>
            </a:r>
            <a:r>
              <a:rPr lang="ru-RU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«подписывается» на изменения в </a:t>
            </a:r>
            <a:r>
              <a:rPr lang="ru-RU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ViewModel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Если данные в </a:t>
            </a:r>
            <a:r>
              <a:rPr lang="ru-RU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ViewModel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поменялись, </a:t>
            </a:r>
            <a:r>
              <a:rPr lang="ru-RU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автоматически перерисовывается. Не нужно писать код для обновления UI.	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993698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0236"/>
            <a:ext cx="4643438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928934"/>
            <a:ext cx="4643438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91075" y="28575"/>
            <a:ext cx="4352925" cy="5400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86446" y="4797152"/>
            <a:ext cx="3357554" cy="2060848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2" name="Прямоугольник 1"/>
          <p:cNvSpPr/>
          <p:nvPr/>
        </p:nvSpPr>
        <p:spPr>
          <a:xfrm>
            <a:off x="1815009" y="-69096"/>
            <a:ext cx="1013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</a:p>
        </p:txBody>
      </p:sp>
    </p:spTree>
    <p:extLst>
      <p:ext uri="{BB962C8B-B14F-4D97-AF65-F5344CB8AC3E}">
        <p14:creationId xmlns:p14="http://schemas.microsoft.com/office/powerpoint/2010/main" val="5710336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616</Words>
  <Application>Microsoft Office PowerPoint</Application>
  <PresentationFormat>Экран (4:3)</PresentationFormat>
  <Paragraphs>50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MS Mincho</vt:lpstr>
      <vt:lpstr>Times New Roman</vt:lpstr>
      <vt:lpstr>Тема Office</vt:lpstr>
      <vt:lpstr>Проект №1: паттерны проектирования</vt:lpstr>
      <vt:lpstr>Дополнительные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5</cp:revision>
  <dcterms:created xsi:type="dcterms:W3CDTF">2026-03-12T15:25:37Z</dcterms:created>
  <dcterms:modified xsi:type="dcterms:W3CDTF">2026-03-14T06:19:08Z</dcterms:modified>
</cp:coreProperties>
</file>
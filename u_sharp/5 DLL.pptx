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3" r:id="rId4"/>
    <p:sldId id="274" r:id="rId5"/>
    <p:sldId id="275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3.46.php?ysclid=mnru0i5i9z703753094" TargetMode="External"/><Relationship Id="rId2" Type="http://schemas.openxmlformats.org/officeDocument/2006/relationships/hyperlink" Target="https://proglib.io/p/7-sposobov-sortirovki-massivov-na-primere-s-s-illyustraciyami-2022-04-20?ysclid=mi06gtm7tq188590613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DLL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142984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7 способов сортировки массивов на примере С++ с иллюстрациями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https://proglib.io/p/7-sposobov-sortirovki-massivov-na-primere-s-s-illyustraciyami-2022-04-20?ysclid=mi06gtm7tq188590613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ru-RU" sz="2400" dirty="0" smtClean="0">
                <a:latin typeface="Cambria" pitchFamily="18" charset="0"/>
              </a:rPr>
              <a:t>Создание библиотеки классов в </a:t>
            </a:r>
            <a:r>
              <a:rPr lang="ru-RU" sz="2400" dirty="0" err="1" smtClean="0">
                <a:latin typeface="Cambria" pitchFamily="18" charset="0"/>
              </a:rPr>
              <a:t>Visual</a:t>
            </a:r>
            <a:r>
              <a:rPr lang="ru-RU" sz="2400" dirty="0" smtClean="0">
                <a:latin typeface="Cambria" pitchFamily="18" charset="0"/>
              </a:rPr>
              <a:t> </a:t>
            </a:r>
            <a:r>
              <a:rPr lang="ru-RU" sz="2400" dirty="0" err="1" smtClean="0">
                <a:latin typeface="Cambria" pitchFamily="18" charset="0"/>
              </a:rPr>
              <a:t>Studio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https://metanit.com/sharp/tutorial/3.46.php?ysclid=mnru0i5i9z703753094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404883"/>
            <a:ext cx="9144000" cy="58816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en-US" dirty="0" smtClean="0"/>
              <a:t>DLL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333445"/>
            <a:ext cx="914400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Вообще говоря, DLL — это просто наборы функций, собранные в библиотеки. Однако, в отличие от своих статических родственников (файлов .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lib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), библиотеки DLL не присоединены непосредственно к выполняемым файлам с помощью редактора связей. В выполняемый файл занесена только информация об их местонахождении. В момент выполнения программы загружается вся библиотека целиком. Благодаря этому разные процессы могут пользоваться совместно одними и теми же библиотеками, находящимися в памяти. Такой подход позволяет сократить объем памяти, необходимый для нескольких приложений, использующих много общих библиотек, а также контролировать размеры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ЕХЕ-файлов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DLL использует динамическое связывание — программу не нужно компилировать и связывать с библиотекой, связывание происходит во время выполнения. Это достигается с помощью таблиц импорта и экспорта, которые управляют доступом к функциям и переменным между приложением и DLL.</a:t>
            </a: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Библиотека DLL может быть подключена к приложению </a:t>
            </a: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Статически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— при сборке последнего путём указания соответствующей библиотеки (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lib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как части проекта. В этом случае DLL загружается в память при запуске приложения.</a:t>
            </a: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Динамически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— DLL может загружаться и выгружаться при необходимости. В этом случае приложение предъявляет меньше требований к ресурсам, но обращение к функциям DLL несколько усложнено.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Важно: при статическом связывании программа не может начать работу без DLL, в то время как при динамическом связывании наличие DLL для запуска приложения не обязательно.</a:t>
            </a:r>
          </a:p>
          <a:p>
            <a:pPr algn="just"/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un9-66.userapi.com/s/v1/ig2/tJNH781-gNrHhVJJOMktGVPoDIMMCOx1AtqikQpdXooLn8I17j88VgC0W1GcIZ7Pft1x5B9HkrYC0vTYmclnvK-o.jpg?quality=95&amp;as=32x25,48x38,72x57,108x85,160x126,240x190,360x284,438x346&amp;from=bu&amp;cs=438x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516416" cy="4357718"/>
          </a:xfrm>
          <a:prstGeom prst="rect">
            <a:avLst/>
          </a:prstGeom>
          <a:noFill/>
        </p:spPr>
      </p:pic>
      <p:pic>
        <p:nvPicPr>
          <p:cNvPr id="1028" name="Picture 4" descr="https://sun9-66.userapi.com/s/v1/ig2/gl1iZKlmyjGsM87l_Fw73tkC7Gz6P6eoUqapAd8vS7aLkKpCHDYKKTYNeG_nxu-r4i7-KCK3k3DgyKDRqcGQ3_Gb.jpg?quality=95&amp;as=32x14,48x22,72x33,108x49,160x72,240x108,360x163,480x217,540x244,640x289,715x323&amp;from=bu&amp;cs=715x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3625" y="3781425"/>
            <a:ext cx="6810375" cy="3076575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4786322"/>
            <a:ext cx="2357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pip install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pythonnet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Прямая со стрелкой 5"/>
          <p:cNvCxnSpPr>
            <a:stCxn id="4" idx="0"/>
          </p:cNvCxnSpPr>
          <p:nvPr/>
        </p:nvCxnSpPr>
        <p:spPr>
          <a:xfrm rot="5400000" flipH="1" flipV="1">
            <a:off x="1375161" y="3804062"/>
            <a:ext cx="785818" cy="117870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https://sun9-36.userapi.com/s/v1/ig2/uiX0L1GMSUDMpuqNjkIBCn2-jhGXk1i1F18t767YxjAB5n4N5v2wZa81Dp-9neUOfltcPipGORmRWONI3BVUy687.jpg?quality=95&amp;as=32x20,48x30,72x44,108x66,160x98,240x148,360x221,480x295,540x332,640x394,720x443,751x462&amp;from=bu&amp;cs=751x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63526" y="1"/>
            <a:ext cx="4180473" cy="2571743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2643174" y="0"/>
            <a:ext cx="235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DLL C#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5842337"/>
            <a:ext cx="2214546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DLL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создается через библиотеку классов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500694" y="2357430"/>
            <a:ext cx="36433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 так подключается к другому проекту С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#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DLL: </a:t>
            </a:r>
            <a:r>
              <a:rPr lang="ru-RU" dirty="0" smtClean="0"/>
              <a:t>виды подключений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Библиотека DLL может быть подключена к приложению 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Статически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при сборке последнего путём указания соответствующей библиотеки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как части проекта. В этом случае DLL загружается в память при запуске приложения.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Динамически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DLL может загружаться и выгружаться при необходимости. В этом случае приложение предъявляет меньше требований к ресурсам, но обращение к функциям DLL несколько усложнено.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Важно: при статическом связывании программа не может начать работу без DLL, в то время как при динамическом связывании наличие DLL для запуска приложения не обязательно.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4214818"/>
            <a:ext cx="4714908" cy="47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2000240"/>
            <a:ext cx="2209798" cy="1290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59</Words>
  <Application>Microsoft Office PowerPoint</Application>
  <PresentationFormat>Экран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DLL</vt:lpstr>
      <vt:lpstr>Дополнительные материалы</vt:lpstr>
      <vt:lpstr>DLL</vt:lpstr>
      <vt:lpstr>Слайд 4</vt:lpstr>
      <vt:lpstr>DLL: виды подключений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73</cp:revision>
  <dcterms:created xsi:type="dcterms:W3CDTF">2024-02-01T11:07:17Z</dcterms:created>
  <dcterms:modified xsi:type="dcterms:W3CDTF">2026-04-14T17:57:05Z</dcterms:modified>
</cp:coreProperties>
</file>
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84" r:id="rId4"/>
    <p:sldId id="285" r:id="rId5"/>
    <p:sldId id="288" r:id="rId6"/>
    <p:sldId id="289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5795" autoAdjust="0"/>
  </p:normalViewPr>
  <p:slideViewPr>
    <p:cSldViewPr>
      <p:cViewPr>
        <p:scale>
          <a:sx n="75" d="100"/>
          <a:sy n="75" d="100"/>
        </p:scale>
        <p:origin x="-2580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devtutor.net/blog/c-sharp-wsdl-soap-client-example" TargetMode="External"/><Relationship Id="rId2" Type="http://schemas.openxmlformats.org/officeDocument/2006/relationships/hyperlink" Target="https://djvu.online/file/G214Bk35fWuMT?ysclid=m45opnsgj3793532433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rofessorweb.ru/my/csharp/web/level7/7_2.php?ysclid=m51frtzvqo68304129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Сетевое программирование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Пример 133. Получение </a:t>
            </a:r>
            <a:r>
              <a:rPr lang="ru-RU" sz="2400" i="1" dirty="0" err="1" smtClean="0">
                <a:latin typeface="Cambria" pitchFamily="18" charset="0"/>
              </a:rPr>
              <a:t>веб-приложением</a:t>
            </a:r>
            <a:r>
              <a:rPr lang="ru-RU" sz="2400" i="1" dirty="0" smtClean="0">
                <a:latin typeface="Cambria" pitchFamily="18" charset="0"/>
              </a:rPr>
              <a:t> данных от </a:t>
            </a:r>
            <a:r>
              <a:rPr lang="ru-RU" sz="2400" i="1" dirty="0" err="1" smtClean="0">
                <a:latin typeface="Cambria" pitchFamily="18" charset="0"/>
              </a:rPr>
              <a:t>веб-службы</a:t>
            </a:r>
            <a:r>
              <a:rPr lang="ru-RU" sz="2400" i="1" dirty="0" smtClean="0">
                <a:latin typeface="Cambria" pitchFamily="18" charset="0"/>
              </a:rPr>
              <a:t> Центрального банка РФ (стр. 424)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2"/>
              </a:rPr>
              <a:t>https://</a:t>
            </a:r>
            <a:r>
              <a:rPr lang="en-US" sz="2400" dirty="0" smtClean="0">
                <a:latin typeface="Cambria" pitchFamily="18" charset="0"/>
                <a:hlinkClick r:id="rId2"/>
              </a:rPr>
              <a:t>djvu.online/file/G214Bk35fWuMT?ysclid=m45opnsgj3793532433</a:t>
            </a:r>
          </a:p>
          <a:p>
            <a:pPr fontAlgn="base"/>
            <a:endParaRPr lang="en-US" sz="2400" dirty="0" smtClean="0">
              <a:latin typeface="Cambria" pitchFamily="18" charset="0"/>
              <a:hlinkClick r:id="rId2"/>
            </a:endParaRPr>
          </a:p>
          <a:p>
            <a:pPr fontAlgn="base"/>
            <a:r>
              <a:rPr lang="en-US" sz="2400" i="1" dirty="0" smtClean="0">
                <a:latin typeface="Cambria" pitchFamily="18" charset="0"/>
              </a:rPr>
              <a:t>How to Create a SOAP Client in C# Using WSDL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https://www.webdevtutor.net/blog/c-sharp-wsdl-soap-client-example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Классы </a:t>
            </a:r>
            <a:r>
              <a:rPr lang="en-US" sz="2400" i="1" dirty="0" err="1" smtClean="0">
                <a:latin typeface="Cambria" pitchFamily="18" charset="0"/>
              </a:rPr>
              <a:t>HttpWebRequest</a:t>
            </a:r>
            <a:r>
              <a:rPr lang="en-US" sz="2400" i="1" dirty="0" smtClean="0">
                <a:latin typeface="Cambria" pitchFamily="18" charset="0"/>
              </a:rPr>
              <a:t> </a:t>
            </a:r>
            <a:r>
              <a:rPr lang="ru-RU" sz="2400" i="1" dirty="0" smtClean="0">
                <a:latin typeface="Cambria" pitchFamily="18" charset="0"/>
              </a:rPr>
              <a:t>и </a:t>
            </a:r>
            <a:r>
              <a:rPr lang="en-US" sz="2400" i="1" dirty="0" err="1" smtClean="0">
                <a:latin typeface="Cambria" pitchFamily="18" charset="0"/>
              </a:rPr>
              <a:t>HttpWebResponse</a:t>
            </a:r>
            <a:endParaRPr lang="en-US" sz="2400" i="1" dirty="0" smtClean="0">
              <a:latin typeface="Cambria" pitchFamily="18" charset="0"/>
              <a:hlinkClick r:id="rId4"/>
            </a:endParaRPr>
          </a:p>
          <a:p>
            <a:pPr fontAlgn="base"/>
            <a:r>
              <a:rPr lang="en-US" sz="2400" dirty="0" smtClean="0">
                <a:latin typeface="Cambria" pitchFamily="18" charset="0"/>
                <a:hlinkClick r:id="rId4"/>
              </a:rPr>
              <a:t>https://professorweb.ru/my/csharp/web/level7/7_2.php?ysclid=m51frtzvqo683041299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  <a:hlinkClick r:id="rId2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3143248"/>
            <a:ext cx="505777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331218" y="3540897"/>
            <a:ext cx="1457340" cy="130971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643174" y="3286124"/>
            <a:ext cx="280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Примерный внешний вид</a:t>
            </a:r>
            <a:endParaRPr lang="ru-RU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4714884"/>
            <a:ext cx="5505438" cy="1552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0050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1" idx="1"/>
            <a:endCxn id="2052" idx="3"/>
          </p:cNvCxnSpPr>
          <p:nvPr/>
        </p:nvCxnSpPr>
        <p:spPr>
          <a:xfrm rot="10800000">
            <a:off x="2857500" y="5429250"/>
            <a:ext cx="357178" cy="6192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071802" y="6286520"/>
            <a:ext cx="5840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Добавление строки о первой валюте в таблицу  (пункт 2)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642918"/>
            <a:ext cx="78867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928934"/>
            <a:ext cx="9144000" cy="16430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209038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Более подробную информацию по визуализации данных можно получить в файле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chart.pdf</a:t>
            </a:r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41" y="714356"/>
            <a:ext cx="797242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929058" y="2143116"/>
            <a:ext cx="1568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Работа с </a:t>
            </a:r>
            <a:r>
              <a:rPr lang="en-US" b="1" dirty="0" smtClean="0"/>
              <a:t>chart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2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00108"/>
            <a:ext cx="72294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929058" y="2559602"/>
            <a:ext cx="1573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Работа с </a:t>
            </a:r>
            <a:r>
              <a:rPr lang="en-US" b="1" dirty="0" smtClean="0"/>
              <a:t>HTTP</a:t>
            </a:r>
            <a:endParaRPr lang="ru-RU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00100" y="642918"/>
            <a:ext cx="1867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using</a:t>
            </a:r>
            <a:r>
              <a:rPr lang="en-US" dirty="0" smtClean="0"/>
              <a:t> </a:t>
            </a:r>
            <a:r>
              <a:rPr lang="en-US" dirty="0" err="1" smtClean="0"/>
              <a:t>System.Net</a:t>
            </a:r>
            <a:r>
              <a:rPr lang="en-US" dirty="0" smtClean="0"/>
              <a:t>;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928934"/>
            <a:ext cx="9144000" cy="16430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00037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Более подробную информацию по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работе с протоколами можно получить по ссылке в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Дополнительных материалах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105</Words>
  <Application>Microsoft Office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Сетевое программирование </vt:lpstr>
      <vt:lpstr>Дополнительные материалы</vt:lpstr>
      <vt:lpstr>Подключение к веб-сервису</vt:lpstr>
      <vt:lpstr>Задание 1 </vt:lpstr>
      <vt:lpstr>Задание 1 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90</cp:revision>
  <dcterms:created xsi:type="dcterms:W3CDTF">2024-02-01T09:49:19Z</dcterms:created>
  <dcterms:modified xsi:type="dcterms:W3CDTF">2026-04-09T18:52:57Z</dcterms:modified>
</cp:coreProperties>
</file>
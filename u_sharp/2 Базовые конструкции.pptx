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0" r:id="rId4"/>
    <p:sldId id="257" r:id="rId5"/>
    <p:sldId id="258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78" y="-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3.45.php?ysclid=m52kcz7jei165648356" TargetMode="External"/><Relationship Id="rId7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2" Type="http://schemas.openxmlformats.org/officeDocument/2006/relationships/hyperlink" Target="https://metanit.com/sharp/tutorial/2.6.php?ysclid=m1nf82z3i3333863072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metanit.com/sharp/tutorial/20.2.php?ysclid=m1c4t75sz6218180615" TargetMode="External"/><Relationship Id="rId5" Type="http://schemas.openxmlformats.org/officeDocument/2006/relationships/hyperlink" Target="https://metanit.com/sharp/tutorial/2.5.php" TargetMode="External"/><Relationship Id="rId4" Type="http://schemas.openxmlformats.org/officeDocument/2006/relationships/hyperlink" Target="https://metanit.com/sharp/tutorial/3.1.php?ysclid=m51c7uxcnt757303497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Вспоминаем базовые конструкции языка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858696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Циклы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https://metanit.com/sharp/tutorial/2.6.php?ysclid=m1nf82z3i3333863072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en-US" sz="2400" i="1" dirty="0" smtClean="0">
                <a:latin typeface="Cambria" pitchFamily="18" charset="0"/>
              </a:rPr>
              <a:t>switch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https://metanit.com/sharp/tutorial/3.45.php?ysclid=m52kcz7jei165648356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fontAlgn="base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ru-RU" sz="2400" i="1" dirty="0" err="1" smtClean="0">
                <a:latin typeface="Cambria" pitchFamily="18" charset="0"/>
              </a:rPr>
              <a:t>if</a:t>
            </a:r>
            <a:r>
              <a:rPr lang="ru-RU" sz="2400" i="1" dirty="0" smtClean="0">
                <a:latin typeface="Cambria" pitchFamily="18" charset="0"/>
              </a:rPr>
              <a:t>..</a:t>
            </a:r>
            <a:r>
              <a:rPr lang="ru-RU" sz="2400" i="1" dirty="0" err="1" smtClean="0">
                <a:latin typeface="Cambria" pitchFamily="18" charset="0"/>
              </a:rPr>
              <a:t>else</a:t>
            </a:r>
            <a:r>
              <a:rPr lang="ru-RU" sz="2400" i="1" dirty="0" smtClean="0">
                <a:latin typeface="Cambria" pitchFamily="18" charset="0"/>
              </a:rPr>
              <a:t> и тернарная операция</a:t>
            </a:r>
          </a:p>
          <a:p>
            <a:pPr fontAlgn="base"/>
            <a:r>
              <a:rPr lang="en-US" sz="2400" b="1" dirty="0" smtClean="0">
                <a:latin typeface="Cambria" pitchFamily="18" charset="0"/>
                <a:hlinkClick r:id="rId5"/>
              </a:rPr>
              <a:t>https://metanit.com/sharp/tutorial/2.5.php</a:t>
            </a:r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4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6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7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4090165" cy="208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1428736"/>
            <a:ext cx="4311241" cy="1838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5214942" y="3286124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Программное заполнение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428999"/>
            <a:ext cx="4643438" cy="3399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4366" y="21429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57298"/>
            <a:ext cx="3661486" cy="186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1357298"/>
            <a:ext cx="3641937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0" idx="3"/>
            <a:endCxn id="2051" idx="1"/>
          </p:cNvCxnSpPr>
          <p:nvPr/>
        </p:nvCxnSpPr>
        <p:spPr>
          <a:xfrm flipV="1">
            <a:off x="4018644" y="2285992"/>
            <a:ext cx="1196298" cy="49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2143108" y="1000108"/>
            <a:ext cx="52864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3500438"/>
            <a:ext cx="3348033" cy="238916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1026" idx="0"/>
          </p:cNvCxnSpPr>
          <p:nvPr/>
        </p:nvCxnSpPr>
        <p:spPr>
          <a:xfrm rot="5400000" flipH="1" flipV="1">
            <a:off x="4980381" y="1908554"/>
            <a:ext cx="1500199" cy="16835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>
            <a:stCxn id="1026" idx="0"/>
          </p:cNvCxnSpPr>
          <p:nvPr/>
        </p:nvCxnSpPr>
        <p:spPr>
          <a:xfrm rot="16200000" flipV="1">
            <a:off x="2587208" y="1198951"/>
            <a:ext cx="1500198" cy="31027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857892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Один из способов менять интерфейс – написать функцию, показывающую и скрывающую его части и поместить ее в обработчик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ComboBox1SelectedIndexChanged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  <a:b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714355"/>
            <a:ext cx="7715304" cy="54292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57</Words>
  <Application>Microsoft Office PowerPoint</Application>
  <PresentationFormat>Экран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Вспоминаем базовые конструкции языка</vt:lpstr>
      <vt:lpstr>Дополнительные материалы</vt:lpstr>
      <vt:lpstr>Задание 1  </vt:lpstr>
      <vt:lpstr>Задание 1 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70</cp:revision>
  <dcterms:created xsi:type="dcterms:W3CDTF">2024-02-01T09:49:19Z</dcterms:created>
  <dcterms:modified xsi:type="dcterms:W3CDTF">2026-03-09T15:15:33Z</dcterms:modified>
</cp:coreProperties>
</file>
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A1456-48D4-406D-AAE4-6341A9B477E7}" type="datetimeFigureOut">
              <a:rPr lang="ru-RU" smtClean="0"/>
              <a:pPr/>
              <a:t>25.08.2026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DD636-2702-4784-9BC3-C2FBBB1A577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Условные алгоритмы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Управляющие конструкции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4863" y="685800"/>
            <a:ext cx="7534275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Управляющие конструкции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642918"/>
            <a:ext cx="8172450" cy="577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Управляющие конструкции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85794"/>
            <a:ext cx="7561992" cy="5386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Графические возможности </a:t>
            </a:r>
            <a:r>
              <a:rPr lang="en-US" dirty="0" smtClean="0"/>
              <a:t>Python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500042"/>
            <a:ext cx="8643966" cy="6357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11</Words>
  <Application>Microsoft Office PowerPoint</Application>
  <PresentationFormat>Экран (4:3)</PresentationFormat>
  <Paragraphs>5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Условные алгоритмы</vt:lpstr>
      <vt:lpstr>Управляющие конструкции</vt:lpstr>
      <vt:lpstr>Управляющие конструкции</vt:lpstr>
      <vt:lpstr>Управляющие конструкции</vt:lpstr>
      <vt:lpstr>Графические возможности Python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Линейные алгоритмы</dc:title>
  <dc:creator>user</dc:creator>
  <cp:lastModifiedBy>user</cp:lastModifiedBy>
  <cp:revision>20</cp:revision>
  <dcterms:created xsi:type="dcterms:W3CDTF">2025-05-13T12:57:39Z</dcterms:created>
  <dcterms:modified xsi:type="dcterms:W3CDTF">2026-08-25T21:22:21Z</dcterms:modified>
</cp:coreProperties>
</file>
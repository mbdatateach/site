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A1456-48D4-406D-AAE4-6341A9B477E7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Линейные алгоритмы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ввод/вывод в консоль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5" y="785794"/>
            <a:ext cx="7072330" cy="2524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5" y="3429000"/>
            <a:ext cx="3744667" cy="165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5" y="4071942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3286124"/>
            <a:ext cx="200286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29190" y="5210763"/>
            <a:ext cx="3214678" cy="164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3372" y="5715017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85720" y="5857893"/>
            <a:ext cx="3714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Добавление комментариев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в код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2285984" y="3357562"/>
            <a:ext cx="92869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857488" y="3286124"/>
            <a:ext cx="2143140" cy="30777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Строковая переменная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 flipV="1">
            <a:off x="2357422" y="3929066"/>
            <a:ext cx="428628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786050" y="3714752"/>
            <a:ext cx="2500330" cy="30777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Целочисленная переменная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Основные типы данных</a:t>
            </a:r>
            <a:endParaRPr lang="ru-R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679132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5643578"/>
            <a:ext cx="4286248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5572140"/>
            <a:ext cx="857288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67500" y="1500174"/>
            <a:ext cx="24765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5143512"/>
            <a:ext cx="40481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71480"/>
            <a:ext cx="914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Библиотека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math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 является стандартной в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Python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и содержит много полезных математических функций и констант.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075" name="Picture 3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38" y="1500174"/>
            <a:ext cx="5500662" cy="4125497"/>
          </a:xfrm>
          <a:prstGeom prst="rect">
            <a:avLst/>
          </a:prstGeom>
          <a:noFill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3124200" cy="2486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2571744"/>
            <a:ext cx="914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б)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В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python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ввести две переменные подряд через пробел с помощью 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split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64291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а) чтобы </a:t>
            </a:r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найти среднее арифметическое двух чисел, нужно сложить эти числа и результат разделить на 2.</a:t>
            </a:r>
          </a:p>
          <a:p>
            <a:pPr algn="just"/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Формула расчёта: (</a:t>
            </a:r>
            <a:r>
              <a:rPr lang="ru-RU" sz="2000" dirty="0" err="1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) / 2.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1571612"/>
            <a:ext cx="2730994" cy="976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071810"/>
            <a:ext cx="721249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364" y="3571876"/>
            <a:ext cx="3223186" cy="897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786322"/>
            <a:ext cx="3576643" cy="1544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500570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в)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57158" y="635795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Целочисленное деление (округление</a:t>
            </a:r>
            <a:r>
              <a:rPr kumimoji="0" lang="ru-RU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вниз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/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00628" y="4857760"/>
            <a:ext cx="329565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429256" y="6345816"/>
            <a:ext cx="235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Остаток от деления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369117"/>
            <a:ext cx="6629415" cy="448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571480"/>
            <a:ext cx="7130065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1643050"/>
            <a:ext cx="32385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4786314" y="714356"/>
            <a:ext cx="4357686" cy="29289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747485" cy="345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3941974"/>
            <a:ext cx="5967419" cy="2916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786314" y="928670"/>
            <a:ext cx="44291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К базовым операциям над строками относится также взятие среза</a:t>
            </a:r>
            <a:endParaRPr lang="ru-RU" dirty="0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2143116"/>
            <a:ext cx="24193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53375" y="2214554"/>
            <a:ext cx="11906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15206" y="2428868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4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2700209"/>
            <a:ext cx="4429124" cy="415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500042"/>
            <a:ext cx="5715008" cy="357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4733925"/>
            <a:ext cx="20669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91</Words>
  <Application>Microsoft Office PowerPoint</Application>
  <PresentationFormat>Экран (4:3)</PresentationFormat>
  <Paragraphs>19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Линейные алгоритмы</vt:lpstr>
      <vt:lpstr>ввод/вывод в консоль</vt:lpstr>
      <vt:lpstr>Основные типы данных</vt:lpstr>
      <vt:lpstr>Задание 1</vt:lpstr>
      <vt:lpstr>Задание 2</vt:lpstr>
      <vt:lpstr>Задание 3</vt:lpstr>
      <vt:lpstr>Задание 3</vt:lpstr>
      <vt:lpstr>Задание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Линейные алгоритмы</dc:title>
  <dc:creator>user</dc:creator>
  <cp:lastModifiedBy>user</cp:lastModifiedBy>
  <cp:revision>19</cp:revision>
  <dcterms:created xsi:type="dcterms:W3CDTF">2025-05-13T12:57:39Z</dcterms:created>
  <dcterms:modified xsi:type="dcterms:W3CDTF">2026-08-23T20:52:11Z</dcterms:modified>
</cp:coreProperties>
</file>
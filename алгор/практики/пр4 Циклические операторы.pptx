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A1456-48D4-406D-AAE4-6341A9B477E7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Циклические алгоритмы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Операторы цикла</a:t>
            </a:r>
            <a:endParaRPr lang="ru-RU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88" y="642938"/>
            <a:ext cx="8429625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Операторы цикла</a:t>
            </a:r>
            <a:endParaRPr lang="ru-RU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785794"/>
            <a:ext cx="6742917" cy="5648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break </a:t>
            </a:r>
            <a:r>
              <a:rPr lang="ru-RU" dirty="0" smtClean="0"/>
              <a:t>и </a:t>
            </a:r>
            <a:r>
              <a:rPr lang="en-US" dirty="0" smtClean="0"/>
              <a:t>continue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571480"/>
            <a:ext cx="9144000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Оператор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используется для немедленного прекращения выполнения цикла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while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или цикла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 Он прерывает выполнение текущего цикла и передаёт управление следующей инструкции после цикла. Например, в задачах поиска или сортировки, где после нахождения нужного элемента дальнейшее выполнение цикла не имеет смысла.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Оператор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continue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пропускает оставшуюся часть кода в текущей итерации цикла и переходит к следующей итерации. Его используют, чтобы при определённых условиях пропустить часть действий из тела цикла и сразу начать новое повторение.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57496"/>
            <a:ext cx="5414973" cy="3853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68566" y="3714752"/>
            <a:ext cx="4075434" cy="19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746119"/>
            <a:ext cx="8572560" cy="536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Циклическое создание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виджетов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ключевой приём для масштабируемых интерфейсов: он позволяет генерировать десятки и сотни однотипных элементов без дублирования кода. В данном примере цикл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формирует 10 кнопок с уникальными подписями и сразу привязывает к каждой индивидуальный обработчик события; такой подход делает код компактным, читаемым и легко адаптируемым под изменение количества элементов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Поскольку параметр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command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ожидает функцию без аргументов, для передачи номера кнопки используют замыкание: вспомогательная функция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make_handler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возвращает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lambda‑функцию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«запоминающую» текущее значение счётчика цикла. Это решает классическую проблему позднего связывания, когда при прямой передаче переменной цикла все кнопки реагировали бы как на нажатие последней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Реакция на событие реализуется через динамическое обновление текста метки методом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config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что демонстрирует базовый паттерн взаимодействия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виджетов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 событийной модели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Подобные навыки необходимы при разработке форм с повторяющимися полями, динамических меню, панелей инструментов и любых интерфейсов, где состав элементов определяется на этапе выполнения.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3714752"/>
            <a:ext cx="9144001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4714884"/>
            <a:ext cx="8311445" cy="2143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500174"/>
            <a:ext cx="6804898" cy="5357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з‑за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того, что реальные суммы не помещаются на экране,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можно применить масштабирование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а чтобы избежать «пляшущих» столбцов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из‑за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накопления ошибок позиционирования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turtle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для каждого элемента жёстко задаётся стартовая позиция через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goto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направление через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setheading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что делает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отрисовку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предсказуемой и позволяет легко расширять решение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224</Words>
  <Application>Microsoft Office PowerPoint</Application>
  <PresentationFormat>Экран (4:3)</PresentationFormat>
  <Paragraphs>10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Циклические алгоритмы</vt:lpstr>
      <vt:lpstr>Операторы цикла</vt:lpstr>
      <vt:lpstr>Операторы цикла</vt:lpstr>
      <vt:lpstr>break и continue</vt:lpstr>
      <vt:lpstr>Слайд 5</vt:lpstr>
      <vt:lpstr>Слайд 6</vt:lpstr>
      <vt:lpstr>Слайд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Линейные алгоритмы</dc:title>
  <dc:creator>user</dc:creator>
  <cp:lastModifiedBy>user</cp:lastModifiedBy>
  <cp:revision>29</cp:revision>
  <dcterms:created xsi:type="dcterms:W3CDTF">2025-05-13T12:57:39Z</dcterms:created>
  <dcterms:modified xsi:type="dcterms:W3CDTF">2026-10-12T19:37:07Z</dcterms:modified>
</cp:coreProperties>
</file>
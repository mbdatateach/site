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-906" y="-3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87348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7529495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37226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905385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4227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67284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10342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695412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29522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275190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632268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43DCD-D191-46A9-9A1F-74AB61BF905E}" type="datetimeFigureOut">
              <a:rPr lang="ru-RU" smtClean="0"/>
              <a:pPr/>
              <a:t>30.10.2026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C4F234-ECD2-4384-80DF-7EF2DA75D61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36623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6755" y="1762124"/>
            <a:ext cx="9144000" cy="1949189"/>
          </a:xfrm>
        </p:spPr>
        <p:txBody>
          <a:bodyPr>
            <a:normAutofit/>
          </a:bodyPr>
          <a:lstStyle/>
          <a:p>
            <a:r>
              <a:rPr lang="ru-RU" b="1" dirty="0" smtClean="0"/>
              <a:t>Работа </a:t>
            </a:r>
            <a:r>
              <a:rPr lang="ru-RU" b="1" dirty="0" smtClean="0"/>
              <a:t>с текстовым файлом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8392862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12192000" cy="68634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Формат данных и подготовка файла.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Мы используем простой текстовый формат с разделителем |, потому что он легко читается и человеком, и программой. В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inventory.txt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каждая строка — это одна позиция: название, цена и количество. Файл создаётся через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в режиме записи ("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"), строки добавляются с символом переноса \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чтобы каждая позиция была на отдельной строке. Такой подход позволяет быстро подготовить тестовые данные без внешних инструментов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Чтение и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парсинг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строк.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Файл читается построчно в цикле: это экономит память и удобно для обработки больших объёмов. Каждая строка очищается от лишних пробелов и переносов через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strip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(), а затем разбивается на части методом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("|"). Так мы превращаем одну строку текста в три отдельных значения: название товара, цену и количество. Важно сразу проверять, что строка не пустая, чтобы избежать ошибок при разбиении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Преобразование типов и расчёты.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Данные из файла всегда приходят как строки, поэтому их нужно явно превратить в числа: цену — в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количество — в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После этого можно выполнять арифметику: стоимость позиции — это цена, умноженная на количество. Общая выручка накапливается в отдельной переменной, которая увеличивается на стоимость каждой позиции. Это простой, но надёжный способ агрегировать данные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Формирование и сохранение отчёта.</a:t>
            </a:r>
          </a:p>
          <a:p>
            <a:pPr algn="just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Для каждой позиции формируется понятная строка вида «Название: …, Итого: … руб.», которая сохраняется во временный список. В конце все строки из списка записываются в новый файл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report.txt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а последней строкой добавляется общая выручка. Запись происходит в режиме "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", который создаёт файл или перезаписывает его, если он уже есть. Такой отчёт можно открыть в любом текстовом редакторе и сразу увидеть результаты расчётов.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71441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28775" y="0"/>
            <a:ext cx="9280804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2757488"/>
            <a:ext cx="11962201" cy="2338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1240" y="5295901"/>
            <a:ext cx="11422585" cy="1227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0" y="180975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1. Чтение файла и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парсинг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в список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списков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чём суть: читаем файл построчно, убираем лишние пробелы, разбиваем строку на части и сохраняем каждую запись как маленький список. Так мы превращаем текст в удобную для расчётов структуру.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38300"/>
            <a:ext cx="5781675" cy="2305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6096000" y="133350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2. Подсчёт и агрегация через цикл и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накопитель</a:t>
            </a:r>
            <a:endParaRPr lang="ru-RU" sz="2000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В чём суть: чтобы найти сумму, среднее или количество, мы заводим переменную-«накопитель» и в цикле прибавляем к ней нужные значения. Это самый базовый и понятный способ.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53200" y="1838325"/>
            <a:ext cx="5010150" cy="1123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2933700" y="3976211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3. Поиск минимума (или максимума) по одному 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полю</a:t>
            </a:r>
            <a:endParaRPr lang="ru-RU" b="1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 чём суть: мы вручную ищем наименьшее значение и запоминаем его индекс. Потом по этому индексу берём всю нужную информацию о сотруднике.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828925" y="5343525"/>
            <a:ext cx="6305550" cy="151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" y="0"/>
            <a:ext cx="8420099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Окно и текстовое поле.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tk.Tk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() создаёт главное окно программы.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tk.Text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это большое поле для ввода и отображения текста. Параметр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wrap=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word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" делает перенос слов по слогам (чтобы длинные строки не уезжали за край).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pack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fill=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both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",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expand=True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 растягивает поле на всё окно.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Переменная для пути к файлу.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Переменная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current_file_path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хранит путь к открытому файлу. Если она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None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файл ещё не открывали или не сохраняли. Это нужно, чтобы понять: при нажатии «Сохранить» перезаписать старый файл или сразу предложить «Сохранить как…».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Открытие файла.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filedialog.askopenfilename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показывает стандартное окно выбора файла. Если пользователь выбрал файл, мы читаем его через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open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(..., "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",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encoding=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"utf-8") и вставляем текст в поле командой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text_area.insert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 Пустое поле перед этим очищаем через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text_area.delete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Сохранение и «Сохранить как…».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При «Сохранить» проверяем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current_file_path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: если путь есть — пишем в тот же файл; если нет — вызываем «Сохранить как…». При «Сохранить как…»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filedialog.asksaveasfilename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предлагает выбрать имя и место, после чего мы записываем текст через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open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(..., "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w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", ...) и обновляем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current_file_path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Меню и пункты.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tk.Menu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создаёт само меню,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add_cascade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добавляет пункты верхнего уровня («Файл», «Справка»), а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add_command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— конкретные команды с подписями и функциями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command=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...).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Инструкция в текстовом поле.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Функция 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show_instruction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 просто стирает всё в поле и вставляет короткий текст-подсказку. Это быстрый способ показать инструкцию прямо в рабочей области, без отдельного окна.</a:t>
            </a:r>
          </a:p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Цикл событий (</a:t>
            </a:r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mainloop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pPr algn="just"/>
            <a:r>
              <a:rPr lang="ru-RU" sz="1600" dirty="0" err="1" smtClean="0">
                <a:latin typeface="Times New Roman" pitchFamily="18" charset="0"/>
                <a:cs typeface="Times New Roman" pitchFamily="18" charset="0"/>
              </a:rPr>
              <a:t>root.mainloop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() запускает бесконечный цикл, который «слушает» действия пользователя (клики, ввод текста) и вызывает нужные функции. Без этой строки окно откроется и сразу закроется.</a:t>
            </a:r>
            <a:endParaRPr lang="ru-RU" sz="16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403652" y="1228724"/>
            <a:ext cx="3788348" cy="305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76300"/>
            <a:ext cx="7000875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35098" y="1566863"/>
            <a:ext cx="7156902" cy="2424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729</Words>
  <Application>Microsoft Office PowerPoint</Application>
  <PresentationFormat>Произвольный</PresentationFormat>
  <Paragraphs>29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Работа с текстовым файлом</vt:lpstr>
      <vt:lpstr>Слайд 2</vt:lpstr>
      <vt:lpstr>Слайд 3</vt:lpstr>
      <vt:lpstr>Слайд 4</vt:lpstr>
      <vt:lpstr>Слайд 5</vt:lpstr>
      <vt:lpstr>Слайд 6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9</cp:revision>
  <dcterms:created xsi:type="dcterms:W3CDTF">2026-10-30T07:46:28Z</dcterms:created>
  <dcterms:modified xsi:type="dcterms:W3CDTF">2026-10-30T14:41:14Z</dcterms:modified>
</cp:coreProperties>
</file>
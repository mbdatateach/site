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57" r:id="rId5"/>
    <p:sldId id="259" r:id="rId6"/>
    <p:sldId id="261" r:id="rId7"/>
    <p:sldId id="260" r:id="rId8"/>
    <p:sldId id="262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906" y="-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8734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5294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3722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538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422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56728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1034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9541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2952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7519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6322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3662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27230" y="199046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Сортировка и поиск в базе данных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3928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— это язык запросов для работы с реляционными базами данных. По сути, это набор команд, с помощью которых мы говорим базе: «создай таблицу», «добавь строку», «покажи мне товары дороже 1000 рублей». SQL — это не сама база, а именно «язык общения» с ней.</a:t>
            </a:r>
          </a:p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конкретная система управления базами данных (СУБД), которая реализует SQL. Главная её фишка для учебных задач: это один маленький файл (в нашем случае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store.db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который живёт прямо в папке с проектом. Не нужно ставить сервер, настраивать пользователей или открывать отдельные программы —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сам открывает этот файл и работает с ним.</a:t>
            </a: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Интерфейс.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ты видишь таблицы как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рисуешь запросы мышкой в конструкторе, делаешь формы перетаскиванием элементов.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нет интерфейса: всё делается через текстовые SQL-команды и код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хранения.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хранит базу в файле .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accdb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 сложной внутренней структурой.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хранит всё в одном компактном файле .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простой, но надёжной структурой.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хорош для небольших внутренних задач одного пользователя.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 используют как встроенную базу внутри приложений (например, в браузерах, мессенджерах, мобильных приложениях).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обучения.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легко «накликать» запрос, но трудно понять, что происходит «под капотом». В связке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студент сразу видит реальную SQL-команду и учится писать логику явно — это ближе к промышленной разработке.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7144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Шаг 1. Подключение к базе.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коде это строка sqlite3.connect('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store.db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store.db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ещё нет,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создаст его сам. Если файл уже есть — просто подключится к нему. Это как открыть файл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если его нет, создаётся новый пустой; если есть — открывается существующий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Дальше мы получаем объект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«курсор» или «рукой», который будет выполнять команды в базе. Аналогия с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когда ты пишешь запрос в режиме SQL (а не в конструкторе), окно запроса и есть этот курсор — туда ты отправляешь команды.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8318" y="2852738"/>
            <a:ext cx="6667632" cy="362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144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6287"/>
            <a:ext cx="587993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 — это команда добавить строку в таблицу.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она выглядит как INSERT INTO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VALUES (?, ?, ?): сначала указываем таблицу и колонки, потом — значения. При этом колонку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не пишем: она заполняется автоматически, потому что у неё стоит настройка AUTOINCREMENT.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Знаки вопроса ? вместо реальных значений — это параметры. Они защищают от ошибок: если в названии товара встретится кавычка (например, «Чай "Английский"»), запрос не сломается.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значения подставляются отдельно — вторым аргументом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код остаётся чистым и безопасным.</a:t>
            </a:r>
          </a:p>
          <a:p>
            <a:pPr algn="just"/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conn.commit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обязательно фиксирует изменения. До этой команды данные живут только внутри текущей сессии и могут быть отменены;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сохраняет их в файле базы навсегда. В учебных скриптах забыть про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значит потерять все добавленные строки после закрытия программы.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через COUNT(*) нужна, чтобы не дублировать данные. Если скрипт запускают повторно, такая проверка увидит, что таблица уже не пустая, и пропустит этап вставки. Это простая страховка: тестовые товары добавятся ровно один раз, а не с каждым запуском.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сравнении с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INSERT — это программный аналог ручного ввода в таблицу или форму. Только вместо клика мышкой и набора текста мы отдаём базе чёткую SQL‑команду. Шаблон с ? работает как поля формы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значения подставляются корректно, а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соответствует моменту, когда система реально сохраняет новую запись.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95" y="1280027"/>
            <a:ext cx="6323005" cy="35697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5192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628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Строка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("SELECT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 — это команда «дай мне все строки из таблицы».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это был бы сохранённый запрос, который ты открываешь кнопкой «Выполнить».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забирает все найденные строки и возвращает их как список кортежей. Каждый кортеж — это одна строка из базы.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Форматирование вывода.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получения данных мы проходим циклом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распаковываем каждую строку: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item_id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Дальше идёт аккуратное форматирование.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 строка делает вывод «человеческим»: если цена целая (например, 45000.0), мы показываем 45000, а если дробная (например, 350.5) — оставляем как есть. В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такой формат настраивается в свойствах поля или в запросе. Здесь мы делаем это явно в коде, чтобы отчёт выглядел опрятно.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9825"/>
            <a:ext cx="10677525" cy="39528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5867400"/>
            <a:ext cx="7467600" cy="990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005" y="2730178"/>
            <a:ext cx="4709995" cy="13499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5906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6287"/>
            <a:ext cx="456042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 берём данные из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обычные кортежи, а затем превращаем их в список словарей с понятными ключами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Это как превратить «сырую» выгрузку из базы в аккуратную таблицу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у каждого столбца есть понятное имя. Такой формат удобен для дальнейшей обработки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к полям можно обращаться по имени (p["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"]), а не по индексу, и код становится читаемым даже для новичков.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425" y="1169767"/>
            <a:ext cx="7631575" cy="327470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4406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628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реализован на стороне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мы приводим и запрос пользователя, и названия товаров к нижнему регистру (.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 и проверяем вхождение подстроки через оператор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Это простой и наглядный способ, который не требует сложных SQL-шаблонов. Для студента важно увидеть: база просто отдаёт все данные, а логика поиска живёт в коде — так легче менять правила поиска (например, добавить поиск по категории или цене) без переписывания SQL-запросов.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6" y="2540642"/>
            <a:ext cx="11365548" cy="177671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6675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46287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способ быстро создать маленькую, «одноразовую» функцию прямо внутри кода, без отдельного объявления через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нашем примере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x: x["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"] читается так: «для каждого элемента x из списка верни значение его поля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 Эта функция не получает имени — она нужна только здесь и только для сортировки, поэтому писать полноценную функцию нет смысла.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конструкции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=...,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=...) параметр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ждёт функцию, которая по одному элементу списка вернёт критерий сортировки.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идеально подходит для такой задачи: она делает ровно одно действие и сразу отдаёт результат. Это компактный и общепринятый стиль в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простых правил сортировки и фильтрации.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Сравнивая 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в конструкторе запросов вы выбираете поле для сортировки из выпадающего списка — система сама понимает, что надо смотреть именно на это поле. В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мы явно описываем эту логику через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это прозрачнее и гибче, потому что можно сортировать не только по одному полю, но и по сложным правилам (например, сначала по категории, потом по цене) — просто усложнив выражение в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6441"/>
            <a:ext cx="12053152" cy="75814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6106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269031"/>
            <a:ext cx="52780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Группировку делаем вручную: создаём словарь, где ключом служит категория, а значением — список цен. Затем для каждой категории считаем среднее арифметическое и округляем до одного знака после запятой. Такой подход прозрачен: студент видит каждый шаг — от сбора данных до расчёта. В реальных задачах это аналог сводной таблицы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только логика описана явно в коде.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959" y="1747656"/>
            <a:ext cx="7046041" cy="2592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3792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522514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add_item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берёт текст из полей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entry_name.get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и т.п.), сразу превращает цену в число и делает INSERT с параметрами. После этого очищает поля и показывает окошко «Готово». Здесь важно, что мы не пишем проверок на ошибки: предполагается, что студент вводит корректные данные. Такой подход убирает «шум» кода и оставляет чистую логику работы с БД.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show_all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простой SELECT, получает список строк и в цикле выводит их в текстовое поле в понятном формате. Никаких сложных структур — только кортежи из базы и простая вставка текста. Для студента это наглядный пример: «база хранит данные,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их достаёт и красиво показывает».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«Отбор и сортировка»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берём минимальную цену из поля, потом выгружаем все товары, фильтруем их через простое условие (r[1] &gt;=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min_p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сортируем по цене по убыванию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(...,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)). Если ничего не нашлось — пишем сообщение в окно. Это показывает, что даже без SQL-фильтров можно легко отбирать и сортировать данные прямо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693" y="621132"/>
            <a:ext cx="6940307" cy="52716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1168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01" y="1117600"/>
            <a:ext cx="3335999" cy="386805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17600"/>
            <a:ext cx="8811491" cy="467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742593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1399</Words>
  <Application>Microsoft Office PowerPoint</Application>
  <PresentationFormat>Произвольный</PresentationFormat>
  <Paragraphs>32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Сортировка и поиск в базе данных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2026-10-30T07:46:28Z</dcterms:created>
  <dcterms:modified xsi:type="dcterms:W3CDTF">2026-10-30T14:15:07Z</dcterms:modified>
</cp:coreProperties>
</file>
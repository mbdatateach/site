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DD72B-7B66-4B76-AADF-1A122CC77FA2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1A69-D04A-42FE-B882-F23B4DC5E2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51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DD72B-7B66-4B76-AADF-1A122CC77FA2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1A69-D04A-42FE-B882-F23B4DC5E2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384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DD72B-7B66-4B76-AADF-1A122CC77FA2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1A69-D04A-42FE-B882-F23B4DC5E2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595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DD72B-7B66-4B76-AADF-1A122CC77FA2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1A69-D04A-42FE-B882-F23B4DC5E2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1497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DD72B-7B66-4B76-AADF-1A122CC77FA2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1A69-D04A-42FE-B882-F23B4DC5E2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69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DD72B-7B66-4B76-AADF-1A122CC77FA2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1A69-D04A-42FE-B882-F23B4DC5E2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015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DD72B-7B66-4B76-AADF-1A122CC77FA2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1A69-D04A-42FE-B882-F23B4DC5E2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10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DD72B-7B66-4B76-AADF-1A122CC77FA2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1A69-D04A-42FE-B882-F23B4DC5E2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62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DD72B-7B66-4B76-AADF-1A122CC77FA2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1A69-D04A-42FE-B882-F23B4DC5E2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428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DD72B-7B66-4B76-AADF-1A122CC77FA2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1A69-D04A-42FE-B882-F23B4DC5E2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429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DD72B-7B66-4B76-AADF-1A122CC77FA2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1A69-D04A-42FE-B882-F23B4DC5E2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27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DD72B-7B66-4B76-AADF-1A122CC77FA2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01A69-D04A-42FE-B882-F23B4DC5E2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343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Работа со структурами данных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465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4783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(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— это базовая упорядоченная структура для хранения последовательности элементов. В нём допускаются повторения, а доступ к элементам возможен по индексу. В нашей задаче список выступает как исходные данные: он хранит полный перечень товаров, включая дубликаты.</a:t>
            </a:r>
          </a:p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Множество (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 работать только с уникальными значениями. При преобразовании списка во множество все повторяющиеся элементы автоматически удаляются. Это удобно, когда нужно быстро получить набор уникальных товаров без написания дополнительной логики проверки на дубликаты.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95" y="3372929"/>
            <a:ext cx="10315210" cy="213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28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4783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Словарь (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 хранить пары «ключ — значение» и быстро получать данные по ключу. В этой задаче он идеально подходит для представления статистики: ключ — название товара, значение — сколько раз он встретился в списке.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 словаря на экран даёт понятный результат: сразу видно, каких товаров сколько. Такой формат легко использовать дальше — например, передать в другой модуль, сохранить в файл или отобразить в интерфейсе.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2691172"/>
            <a:ext cx="10906125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88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394692"/>
            <a:ext cx="12192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в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последовательно хранить разнородные элементы, а вывод его содержимого через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наглядно демонстрирует текущее состояние коллекции для контроля и отладки.</a:t>
            </a:r>
          </a:p>
          <a:p>
            <a:pPr algn="ctr"/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print(data)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или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data)</a:t>
            </a:r>
            <a:endParaRPr lang="ru-RU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ru-RU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Самостоятельно узнайте, в чем разница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даёт возможность вставить элемент в произвольное место списка по индексу, сохраняя упорядоченность коллекции и корректно сдвигая последующие элементы.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data.insert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new_item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Операция удаления последнего элемента с помощью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без аргументов — стандартный способ сократить список на один элемент и при необходимости использовать удалённое значение в дальнейших вычислениях.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last =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data.pop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algn="ctr"/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Самостоятельно </a:t>
            </a:r>
            <a:r>
              <a:rPr lang="ru-RU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узнайте возможные аргументы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Срез с шагом ([::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]) позволяет быстро выделить элементы с чётными индексами, а преобразование результата в кортеж фиксирует их в неизменяемой структуре.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tuple_even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tuple(data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[::5])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45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 элементов по типу с помощью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isinstance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помогает безошибочно выделить числа с плавающей точкой для последующей агрегации через функцию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float_sum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sum(x for x in data if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isinstance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(x, float))</a:t>
            </a:r>
            <a:endParaRPr lang="ru-RU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корректно просуммировать только числа с плавающей точкой, нужно пройтись по списку, проверить тип каждого элемента и накопить сумму только для подходящих значений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x in data: </a:t>
            </a:r>
            <a:endParaRPr lang="ru-RU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type(x) is float:</a:t>
            </a:r>
            <a:endParaRPr lang="ru-RU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Сначала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превращаем все элементы списка в строки и собираем их в одну строку через пробел, затем разбиваем её на отдельные слова и считаем те, что начинаются с нужной буквы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8" algn="just"/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text = ' '.join(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(x) for x in data)</a:t>
            </a:r>
          </a:p>
          <a:p>
            <a:pPr lvl="8" algn="just"/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words =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text.split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8" algn="just"/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count = 0</a:t>
            </a:r>
          </a:p>
          <a:p>
            <a:pPr lvl="8" algn="just"/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for w in words:</a:t>
            </a:r>
          </a:p>
          <a:p>
            <a:pPr lvl="8" algn="just"/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w.lower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startswith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(letter):</a:t>
            </a:r>
            <a:endParaRPr lang="ru-RU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8" algn="just"/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8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переводе списка во множество дубликаты исчезают, а операция разности сразу покажет, какие элементы есть в списке, но отсутствуют во множестве, введённом пользователем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8" algn="ctr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diff = set(data) - m1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8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Проходим по индексам списка, проверяем условие «больше 3» и добавляем подходящие пары «индекс — значение» в словарь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8" algn="ctr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(data)): filtered[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 = data[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179343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Поле ввода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служит для получения текста от пользователя, кнопка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запускает действие по клику, а метка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 — для вывода результата или сообщения; все эти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виджеты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размещаются в окне с помощью менеджеров компоновки (например,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Логика обработки начинается с проверки: если поле пустое, программа сразу выводит понятное сообщение, чтобы пользователь знал, что нужно ввести данные. Если текст есть, его разбивают на отдельные слова с помощью метода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который по умолчанию разделяет строку по пробелам и возвращает список элементов.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344" y="3269848"/>
            <a:ext cx="6698622" cy="344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812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Словарь в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удобно применять как хранилище параметров для графических объектов: ключом может быть идентификатор фигуры (например, её порядковый номер), а значением — важный параметр (в нашем случае — радиус круга). Такой подход делает код структурированным: все настройки собраны в одном месте, их легко менять или расширять.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Перебор словаря через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позволяет последовательно обработать каждую пару «ключ — значение»: это удобно, когда нужно выполнить однотипное действие (например, нарисовать круг) для разных параметров. При этом мы одновременно получаем и номер круга, и его радиус, что полезно для отладки или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логирования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отрисовки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turtle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важно разделять перемещение и рисование: команды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penup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pendown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управляют тем, оставляет ли черепашка след при движении. Это позволяет точно позиционировать черепашку для каждого нового круга, не рисуя лишних линий между фигурами.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круги не накладывались друг на друга, после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отрисовки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каждого из них позицию черепашки смещают на фиксированное расстояние по горизонтали. Для этого достаточно обновлять одну переменную (например,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current_x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на величину шага — это простой и понятный способ равномерного распределения фигур по экрану.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position_log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служит для сохранения истории перемещений: в него можно записывать текущие координаты вместе с параметрами нарисованной фигуры. Это полезно для анализа, отладки и демонстрации того, как программа вычисляет и запоминает позиции.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turtle.done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оставляет окно с рисунком открытым до клика пользователя — так результат можно спокойно рассмотреть. Это стандартная практика при работе с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turtle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 учебных задачах.</a:t>
            </a: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71" y="5016252"/>
            <a:ext cx="9969658" cy="184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338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211</Words>
  <Application>Microsoft Office PowerPoint</Application>
  <PresentationFormat>Широкоэкранный</PresentationFormat>
  <Paragraphs>41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Times New Roman</vt:lpstr>
      <vt:lpstr>Тема Office</vt:lpstr>
      <vt:lpstr>Работа со структурами данных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3</cp:revision>
  <dcterms:created xsi:type="dcterms:W3CDTF">2026-10-16T12:30:03Z</dcterms:created>
  <dcterms:modified xsi:type="dcterms:W3CDTF">2026-10-16T12:47:27Z</dcterms:modified>
</cp:coreProperties>
</file>
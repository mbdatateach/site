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580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08188-2B33-40C9-98B6-BF047C517A6E}" type="datetimeFigureOut">
              <a:rPr lang="ru-RU" smtClean="0"/>
              <a:pPr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DC97-5F9F-4CA2-B809-3A6E203CA0E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08188-2B33-40C9-98B6-BF047C517A6E}" type="datetimeFigureOut">
              <a:rPr lang="ru-RU" smtClean="0"/>
              <a:pPr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DC97-5F9F-4CA2-B809-3A6E203CA0E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08188-2B33-40C9-98B6-BF047C517A6E}" type="datetimeFigureOut">
              <a:rPr lang="ru-RU" smtClean="0"/>
              <a:pPr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DC97-5F9F-4CA2-B809-3A6E203CA0E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08188-2B33-40C9-98B6-BF047C517A6E}" type="datetimeFigureOut">
              <a:rPr lang="ru-RU" smtClean="0"/>
              <a:pPr/>
              <a:t>13.10.2026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DC97-5F9F-4CA2-B809-3A6E203CA0E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08188-2B33-40C9-98B6-BF047C517A6E}" type="datetimeFigureOut">
              <a:rPr lang="ru-RU" smtClean="0"/>
              <a:pPr/>
              <a:t>13.10.2026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DC97-5F9F-4CA2-B809-3A6E203CA0E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08188-2B33-40C9-98B6-BF047C517A6E}" type="datetimeFigureOut">
              <a:rPr lang="ru-RU" smtClean="0"/>
              <a:pPr/>
              <a:t>13.10.2026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DC97-5F9F-4CA2-B809-3A6E203CA0E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08188-2B33-40C9-98B6-BF047C517A6E}" type="datetimeFigureOut">
              <a:rPr lang="ru-RU" smtClean="0"/>
              <a:pPr/>
              <a:t>13.10.2026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DC97-5F9F-4CA2-B809-3A6E203CA0E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08188-2B33-40C9-98B6-BF047C517A6E}" type="datetimeFigureOut">
              <a:rPr lang="ru-RU" smtClean="0"/>
              <a:pPr/>
              <a:t>13.10.2026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DC97-5F9F-4CA2-B809-3A6E203CA0E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08188-2B33-40C9-98B6-BF047C517A6E}" type="datetimeFigureOut">
              <a:rPr lang="ru-RU" smtClean="0"/>
              <a:pPr/>
              <a:t>13.10.2026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DC97-5F9F-4CA2-B809-3A6E203CA0E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08188-2B33-40C9-98B6-BF047C517A6E}" type="datetimeFigureOut">
              <a:rPr lang="ru-RU" smtClean="0"/>
              <a:pPr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DC97-5F9F-4CA2-B809-3A6E203CA0E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08188-2B33-40C9-98B6-BF047C517A6E}" type="datetimeFigureOut">
              <a:rPr lang="ru-RU" smtClean="0"/>
              <a:pPr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DC97-5F9F-4CA2-B809-3A6E203CA0E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08188-2B33-40C9-98B6-BF047C517A6E}" type="datetimeFigureOut">
              <a:rPr lang="ru-RU" smtClean="0"/>
              <a:pPr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29DC97-5F9F-4CA2-B809-3A6E203CA0E7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ython-academy.org/ru/guide/tuples?ysclid=mv73yyh7fw691433762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Структуры данных в </a:t>
            </a:r>
            <a:r>
              <a:rPr lang="ru-RU" b="1" dirty="0" err="1"/>
              <a:t>Python</a:t>
            </a:r>
            <a:r>
              <a:rPr lang="ru-RU" b="1" dirty="0"/>
              <a:t> для хранения и обработки экономических данных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70" y="2571744"/>
            <a:ext cx="5038736" cy="4028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1000108"/>
            <a:ext cx="9144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Списки в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— это одна из самых гибких и часто используемых структур данных. Они позволяют хранить несколько значений в одной переменной, при этом элементы упорядочены, а сам список можно изменять: добавлять, удалять или менять элементы. 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357554" y="0"/>
            <a:ext cx="232467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Списки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1000108"/>
            <a:ext cx="9144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Кортеж (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tuple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— это упорядоченная и неизменяемая коллекция элементов, которые могут быть разных типов. Проще говоря, это последовательность, которую после создания нельзя изменить: нельзя добавить, удалить или заменить элементы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python-academy.org/ru/guide/tuples?ysclid=mv73yyh7fw691433762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357554" y="0"/>
            <a:ext cx="28052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Кортежи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1000108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Множество (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set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 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— это неупорядоченная коллекция уникальных элементов. В отличие от списков, множества не сохраняют порядок добавления элементов и автоматически удаляют дубликаты. Они особенно полезны, когда нужно быстро проверить наличие элемента или убрать повторяющиеся значения из данных.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786050" y="0"/>
            <a:ext cx="365285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Множество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3000373"/>
            <a:ext cx="5541784" cy="3857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1000108"/>
            <a:ext cx="9144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Словарь (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) в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— это коллекция пар «ключ — значение», где доступ к данным осуществляется по уникальному ключу, а не по индексу, как в списках.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357554" y="0"/>
            <a:ext cx="268695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Словарь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08" y="2353391"/>
            <a:ext cx="5357850" cy="4504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142852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2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Списки списков: как хранить таблицу как матрицу</a:t>
            </a:r>
            <a:endParaRPr lang="ru-RU" sz="32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2827084"/>
            <a:ext cx="7230840" cy="4030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714356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Самый простой способ представить таблицу — это список строк, где каждая строка — тоже список значений. Получается «список списков». Такой подход хорошо подходит для однородных данных, где у всех строк одинаковое количество столбцов и типы данных в столбцах предсказуемы.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" y="0"/>
            <a:ext cx="9144000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2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Словари со списками: хранение таблицы по столбцам</a:t>
            </a:r>
            <a:endParaRPr lang="ru-RU" sz="32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1071546"/>
            <a:ext cx="91440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Ещё один популярный вариант — список словарей, где каждый словарь — это одна строка таблицы с именами полей. Такой способ ближе к тому, как данные выглядят в JSON или в базах данных. Он удобен, если строки могут иметь разный набор полей (хотя в обычной таблице это редкость), и если хочется сразу обращаться к полям по имени.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2817201"/>
            <a:ext cx="6858048" cy="4040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" y="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2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Дата как самостоятельная структура</a:t>
            </a:r>
            <a:endParaRPr lang="ru-RU" sz="32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785794"/>
            <a:ext cx="492919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Класс 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date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 в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— это инструмент из стандартной библиотеки 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datetime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, который позволяет работать с календарными датами, то есть хранить и оперировать тремя ключевыми компонентами: год, месяц и день. Важная особенность: в объектах этого класса нет информации о времени суток. 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00675" y="857232"/>
            <a:ext cx="3743325" cy="284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3075" y="4143380"/>
            <a:ext cx="3590925" cy="227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0" y="4071942"/>
            <a:ext cx="542925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Если помимо даты важно время суток — например, момент совершения банковской транзакции или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timestamp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биржевой сделки, — используется класс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datetime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Он хранит и дату, и время: часы, минуты, секунды и даже микросекунды. Логика работы такая же, как у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date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объект создаётся передачей значений, у него есть свойства для каждого компонента, его можно сравнивать с другими объектами. Текущий момент времени получается через метод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now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" y="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2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Дата как самостоятельная структура</a:t>
            </a:r>
            <a:endParaRPr lang="ru-RU" sz="32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42918"/>
            <a:ext cx="4857720" cy="3647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57753" y="1428736"/>
            <a:ext cx="4286248" cy="20488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0" y="4357694"/>
            <a:ext cx="885821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Это фундамент для расчётов сроков: периодов кредитов, отсрочки платежей, срока действия контракта, числа просроченных дней. Ручной подсчёт дней между датами через календарь — это именно то, что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timedelta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делает автоматически и без ошибок.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" y="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2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Дата как самостоятельная структура</a:t>
            </a:r>
            <a:endParaRPr lang="ru-RU" sz="32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54115" y="642918"/>
            <a:ext cx="5489885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0" y="785794"/>
            <a:ext cx="364330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Знание этих двух методов позволяет читать данные из файлов и выводить результаты в понятном виде. Чаще всего в экономических данных встречаются два формата: с точками (15.03.2025) и с дефисами (2025-03-15). Для каждого формата нужно указать свой шаблон при разборе строки.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53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4000505"/>
            <a:ext cx="8213900" cy="285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" y="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2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Задания для закрепления</a:t>
            </a:r>
            <a:endParaRPr lang="ru-RU" sz="32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610136"/>
            <a:ext cx="9144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1) Создайте список цен на товар за неделю. Найдите минимальную и максимальную цену, посчитайте среднюю, а также количество дней, когда цена была выше средней.</a:t>
            </a:r>
          </a:p>
          <a:p>
            <a:pPr algn="just"/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2) Создайте список ежедневных доходов и расходов: положительные числа — доходы, отрицательные — расходы. Посчитайте итоговый баланс, найдите день (индекс) с максимальным доходом и сформируйте список дней (индексов), когда расходы превышали доходы.</a:t>
            </a:r>
          </a:p>
          <a:p>
            <a:pPr algn="just"/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3) Создайте список продаж, где каждая продажа — кортеж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код_товара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количество, цена). Посчитайте общую выручку.</a:t>
            </a:r>
          </a:p>
          <a:p>
            <a:pPr algn="just"/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4) Создайте словарь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products_by_category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где ключ — название категории, а значение — множество кодов товаров. Затем найдите пересечение и объединение двух категорий, а также проверьте, принадлежит ли конкретный товар заданной категории.</a:t>
            </a:r>
          </a:p>
          <a:p>
            <a:pPr algn="just"/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5) Создайте ассортимент магазина как список словарей (каждый — товар с полями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code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name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category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price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). Выведите названия всех товаров из категории «электроника» и посчитайте среднюю цену товаров в этой категории.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420</Words>
  <Application>Microsoft Office PowerPoint</Application>
  <PresentationFormat>Экран (4:3)</PresentationFormat>
  <Paragraphs>32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Структуры данных в Python для хранения и обработки экономических данных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21</cp:revision>
  <dcterms:created xsi:type="dcterms:W3CDTF">2026-09-27T09:14:15Z</dcterms:created>
  <dcterms:modified xsi:type="dcterms:W3CDTF">2026-10-13T20:04:03Z</dcterms:modified>
</cp:coreProperties>
</file>
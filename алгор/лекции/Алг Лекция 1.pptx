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7" r:id="rId5"/>
    <p:sldId id="260" r:id="rId6"/>
    <p:sldId id="258" r:id="rId7"/>
    <p:sldId id="261" r:id="rId8"/>
    <p:sldId id="262" r:id="rId9"/>
    <p:sldId id="267" r:id="rId10"/>
    <p:sldId id="268" r:id="rId11"/>
    <p:sldId id="263" r:id="rId12"/>
    <p:sldId id="264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867" autoAdjust="0"/>
    <p:restoredTop sz="94660"/>
  </p:normalViewPr>
  <p:slideViewPr>
    <p:cSldViewPr>
      <p:cViewPr>
        <p:scale>
          <a:sx n="100" d="100"/>
          <a:sy n="100" d="100"/>
        </p:scale>
        <p:origin x="-2106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Основы алгоритмизации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 t="9061"/>
          <a:stretch>
            <a:fillRect/>
          </a:stretch>
        </p:blipFill>
        <p:spPr bwMode="auto">
          <a:xfrm>
            <a:off x="0" y="214290"/>
            <a:ext cx="9124368" cy="62151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28"/>
            <a:ext cx="8286760" cy="62150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357166"/>
            <a:ext cx="9144000" cy="1285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0" y="285728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Блок-схема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графическое представление алгоритма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с помощью геометрических фигур (блоков) и стрелок, которые показывают последовательность действий.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Блок-схемы используются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на различных этапах разработки программного обеспечения: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Проектирование алгоритмов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позволяют визуализировать логику программы до начала кодирования.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Документирование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упрощают понимание структуры программы другими разработчиками и пользователями.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Отладка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 — помогают выявить ошибки и оптимизировать алгоритм.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Обучение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используются для обучения основам программирования и алгоритмизации.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основными элементами блок-схемы являются: 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142984"/>
            <a:ext cx="7598958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основными элементами блок-схемы являются: </a:t>
            </a:r>
            <a:endParaRPr lang="ru-RU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714348" y="1285860"/>
            <a:ext cx="7567454" cy="5214974"/>
            <a:chOff x="1428728" y="1214422"/>
            <a:chExt cx="6219825" cy="428628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28728" y="1214422"/>
              <a:ext cx="6219825" cy="2924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00166" y="4091002"/>
              <a:ext cx="6076950" cy="1409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основными элементами блок-схемы являются: </a:t>
            </a:r>
            <a:endParaRPr lang="ru-RU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214422"/>
            <a:ext cx="6557968" cy="54649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основными элементами блок-схемы являются: </a:t>
            </a:r>
            <a:endParaRPr lang="ru-RU" dirty="0"/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142984"/>
            <a:ext cx="7858180" cy="55549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0"/>
            <a:ext cx="7572396" cy="3839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3571852"/>
            <a:ext cx="5839414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Рекуррентность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правило, по которому каждое следующее значение ряда вычисляется на основе предыдущих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Рекурсивность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способ организации вычислений, при котором функция решает задачу, многократно вызывая саму себя для подзадач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Итерация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последовательное повторение одного действия для каждого элемента набора данных.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786058"/>
            <a:ext cx="6747332" cy="3848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Рассмотрите данные ниже блок-схемы алгоритмов.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14282" y="500042"/>
          <a:ext cx="3409950" cy="5553075"/>
        </p:xfrm>
        <a:graphic>
          <a:graphicData uri="http://schemas.openxmlformats.org/presentationml/2006/ole">
            <p:oleObj spid="_x0000_s1026" name="Точечный рисунок" r:id="rId3" imgW="4667902" imgH="5582429" progId="PBrush">
              <p:embed/>
            </p:oleObj>
          </a:graphicData>
        </a:graphic>
      </p:graphicFrame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3714744" y="428604"/>
          <a:ext cx="2333625" cy="5762625"/>
        </p:xfrm>
        <a:graphic>
          <a:graphicData uri="http://schemas.openxmlformats.org/presentationml/2006/ole">
            <p:oleObj spid="_x0000_s1028" name="Точечный рисунок" r:id="rId4" imgW="2142857" imgH="5266667" progId="PBrush">
              <p:embed/>
            </p:oleObj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6000760" y="500042"/>
            <a:ext cx="314324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а) Определить результат выполнения алгоритма при определённых значениях исходных данных: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A=7; B=8; C=9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A=6; B=6; C=-10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A=6; B=10; C=-10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б) Определить результат выполнения алгоритма (б) при значениях: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n=5	n=-5	n=2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Перед Вами схема прохождения развивающих игр в одном мобильном приложении. Изучите ее и ответьте на следующие  вопросы.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0" y="672350"/>
            <a:ext cx="4164296" cy="618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4286248" y="1357298"/>
            <a:ext cx="485775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Сколько режимов игры есть в приложении?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каких условиях происходит выход из игры?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Предположите, при каких условиях может изменяться количество жизней? (в предопределенном процессе «Обновить количество жизней»)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Какие значения Вы бы передавали в эту игру в самом начале?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137</Words>
  <Application>Microsoft Office PowerPoint</Application>
  <PresentationFormat>Экран (4:3)</PresentationFormat>
  <Paragraphs>28</Paragraphs>
  <Slides>12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4" baseType="lpstr">
      <vt:lpstr>Тема Office</vt:lpstr>
      <vt:lpstr>Точечный рисунок</vt:lpstr>
      <vt:lpstr> Основы алгоритмизации</vt:lpstr>
      <vt:lpstr>Слайд 2</vt:lpstr>
      <vt:lpstr>Слайд 3</vt:lpstr>
      <vt:lpstr>Слайд 4</vt:lpstr>
      <vt:lpstr>основными элементами блок-схемы являются: </vt:lpstr>
      <vt:lpstr>основными элементами блок-схемы являются: </vt:lpstr>
      <vt:lpstr>основными элементами блок-схемы являются: </vt:lpstr>
      <vt:lpstr>основными элементами блок-схемы являются: </vt:lpstr>
      <vt:lpstr>Слайд 9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56</cp:revision>
  <dcterms:created xsi:type="dcterms:W3CDTF">2025-01-01T12:55:25Z</dcterms:created>
  <dcterms:modified xsi:type="dcterms:W3CDTF">2026-09-03T15:49:03Z</dcterms:modified>
</cp:coreProperties>
</file>
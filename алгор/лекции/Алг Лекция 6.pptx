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57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55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78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51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99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48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18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08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47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70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05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9BA7D-0685-4796-8117-C51C03EB99EF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4ECC1-99E5-4761-9E21-6E9D94E39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90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Сортировка и поиск в </a:t>
            </a:r>
            <a:r>
              <a:rPr lang="en-US" dirty="0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53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003" y="3295980"/>
            <a:ext cx="6415994" cy="356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12192000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сортировки упорядочивают элементы по заданному ключу и различаются по ряду характеристик. Важнейшие критерии — устойчивость (сохранение порядка равных элементов) и вычислительная сложность: алгоритмы со сложностью O(n²) подходят для небольших массивов, а O(n 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n) — для больших объёмов данных; также выделяют распределяющие методы со сложностью O(n), которые эффективны при особых свойствах ключей. Кроме того, сортировку классифицируют по использованию памяти (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in-place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или с дополнительной), адаптивности к исходной упорядоченности данных и типу базовой операции — на основе сравнений либо распределения.</a:t>
            </a:r>
          </a:p>
          <a:p>
            <a:pPr algn="just"/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 выбор алгоритма диктуется условиями задачи: если важно сохранить порядок одинаковых элементов, берут устойчивые методы вроде сортировки слиянием; при жёстких ограничениях по памяти — 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in-place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алгоритмы, например пирамидальную сортировку; для почти упорядоченных данных хорошо работают адаптивные варианты, такие как сортировка вставками. В популярных языках уже реализованы оптимальные решения: в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применяют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Timsort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(устойчивый и адаптивный), а в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языке C нет встроенных методов сортировки для массивов — всё реализуется либо вручную, либо через стандартную библиотеку. Самый распространённый вариант — функция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qsort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из &lt;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&gt;: она использует алгоритм быстрой сортировки (обычно с улучшениями) и работает с любыми типами данных за счёт передачи указателя на функцию сравнения..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0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01" y="1476554"/>
            <a:ext cx="10477500" cy="33528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5019135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по шагам на примере [5, 2, 4]: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= 1,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2. Сравниваем 5 &gt; 2 — сдвигаем 5 вправо: [5, 5, 4], ставим 2 на место: [2, 5, 4].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= 2,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4. Сравниваем 5 &gt; 4 — сдвигаем 5: [2, 5, 5], сравниваем 2 &gt; 4? Нет, останавливаемся. Ставим 4: [2, 4, 5]. Готово.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вставками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 по принципу «вставляем каждый новый элемент на своё место в уже отсортированной части». Алгоритм последовательно просматривает массив слева направо и для каждого элемента находит позицию в уже упорядоченной левой части, сдвигая остальные элементы вправо.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18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800225"/>
            <a:ext cx="10344150" cy="32575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1115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выбором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действует иначе: на каждом шаге она находит минимальный (или максимальный) элемент в неотсортированной части массива и ставит его на следующую свободную позицию.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040675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по шагам на примере [5, 2, 4]: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Ищем минимум в [5, 2, 4]: это 2 (индекс 1). Меняем 5 и 2: [2, 5, 4].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Ищем минимум в оставшейся части [5, 4]: это 4 (индекс 2). Меняем 5 и 4: [2, 4, 5].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Всё отсортировано.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95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6" y="1650430"/>
            <a:ext cx="8753475" cy="378142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1" y="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Пузырьковая сортировка 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 один из самых наглядных алгоритмов: она многократно проходит по массиву, сравнивая соседние элементы и меняя их местами, если они стоят в неправильном порядке. После каждого полного прохода наибольший (или наименьший) «всплывает» на своё конечное место — отсюда и название.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7476" y="45496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по шагам на примере [5, 2, 4]: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проход: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 5 и 2 → меняем: [2, 5, 4]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 5 и 4 → меняем: [2, 4, 5]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перестановки,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swapped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проход: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 2 и 4 → менять не надо.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Перестановок не было,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swapped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выходим из цикла.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Готово: [2, 4, 5].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10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845"/>
            <a:ext cx="8068570" cy="420160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сортировка: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 выбираете один элемент-«опорный» и делите все остальные на две кучки: те, что меньше опорного, и те, что больше. Потом каждую кучку сортируете тем же способом. Это как «разделяй и властвуй»: вы не сравниваете каждый с каждым, а сразу отсекаете большие части и работаете с ними отдельно.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75849" y="2723890"/>
            <a:ext cx="71254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Опорный — 4.</a:t>
            </a: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[2, 2],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[4],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[5, 8].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Сортируем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опорный — 2,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[2, 2],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 → [2, 2].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Сортируем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опорный — 8,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[5],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[8],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 → [5, 8].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Собираем: [2, 2] + [4] + [5, 8] → [2, 2, 4, 5, 8].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27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" y="1569661"/>
            <a:ext cx="8071463" cy="471938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Шелла: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вы сравниваете и меняете местами элементы, которые стоят далеко друг от друга, чтобы быстро навести «грубый» порядок, а в конце делаете обычную аккуратную сортировку по соседям.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96169" y="5042118"/>
            <a:ext cx="71254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происходит по шагам на примере [9, 3, 7, 1, 5]:</a:t>
            </a:r>
          </a:p>
          <a:p>
            <a:pPr algn="just"/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2: сравниваем элементы с шагом 2: (9, 7), (3, 1), (7, 5) и т. д., делаем перестановки. Массив становится «более упорядоченным».</a:t>
            </a:r>
          </a:p>
          <a:p>
            <a:pPr algn="just"/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1: обычная сортировка вставками по соседям. Так как массив уже почти отсортирован, этот проход выполняется очень быстро.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 получаем [1, 3, 5, 7, 9].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16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698" y="1507905"/>
            <a:ext cx="6221302" cy="284057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берёт любой набор данных (список, кортеж, строку) и возвращает новый отсортированный список, а оригинал не трогает. Это удобно, когда важно сохранить исходные данные — например, если это «сырой»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выгруз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из бухгалтерии, который нельзя менять. Метод .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сортирует сам список, ничего не возвращая (точнее, возвращает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То есть он меняет порядок элементов прямо внутри существующего списка. Это экономит память: не создаётся копия, всё делается «на месте».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 сортировка идёт по возрастанию: от меньшего к большему. Но часто в отчётах нужно наоборот: самые крупные суммы — сверху. Для этого есть параметр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Если поставить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порядок станет обратным.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 сортировать нужно не по самим значениям, а по какому‑то признаку. Например, у тебя не просто суммы, а строки вида "2024-10-05: 1500 руб.", и хочется отсортировать по дате, а не по тексту. Или у тебя список словарей с данными по клиентам, и нужно отсортировать по выручке.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используют параметр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Он говорит: «Перед сравнением возьми у каждого элемента вот это значение». Чаще всего в качестве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 функцию, которая возвращает нужный признак.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1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75" y="121919"/>
            <a:ext cx="8421650" cy="604520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315175" y="6167121"/>
            <a:ext cx="3460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с реальными данными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544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5" y="4409122"/>
            <a:ext cx="7572375" cy="15144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619624" y="5923597"/>
            <a:ext cx="7572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по нескольким признакам: сначала по подразделению, потом по дате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0"/>
            <a:ext cx="7046596" cy="385421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05840" y="3919410"/>
            <a:ext cx="4744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Группировка: как превратить сортировку в управленческий вывод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75" y="1888792"/>
            <a:ext cx="5318124" cy="24551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051040" y="1486863"/>
            <a:ext cx="4744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по номенклатуре и дате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46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1358"/>
            <a:ext cx="6080760" cy="247614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60119" y="6059804"/>
            <a:ext cx="4744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Линейный поиск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4" y="2727007"/>
            <a:ext cx="5934075" cy="34194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852601" y="6146482"/>
            <a:ext cx="4744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Бинарный поиск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15240" y="140107"/>
            <a:ext cx="12192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Линейный поиск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как идти по прайс‑листу строчка за строчкой, пока не наткнёшься на нужный товар: просто, не требует никакой подготовки, но если список длинный — займёт много времени; это как проверять каждую коробку на складе подряд. 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Бинарный поиск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когда прайс‑лист отсортирован по названию или цене: ты сразу смотришь в середину, понимаешь, в какой половине должен быть товар (выше или ниже), и дальше проверяешь только эту половину — так нужная позиция находится гораздо быстрее, но только если список заранее упорядочен; для экономиста это как пользоваться оглавлением или алфавитным указателем вместо того, чтобы листать книгу от начала до конца.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72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8965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самый простой способ поиска — проверить, есть ли элемент в списке, с помощью оператора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пишешь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товар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список_товаров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:,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сам пробегает по всем элементам и отвечает «да» или «нет». Это как быстро спросить у коллеги: «У нас есть такой товар на складе?» — и получить мгновенный ответ без долгих поисков; такой вариант удобен, когда список небольшой или важна простота кода, а не максимальная скорость.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нужно не просто узнать о наличии, а ещё и понять, где именно лежит элемент, используют метод .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 — он скажет номер позиции (индекс) первого найденного совпадения, будто ты просишь коллегу не просто подтвердить наличие товара, а сразу указать полку и ячейку. Но тут есть нюанс: если товара нет,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не ответит «не найдено», а выдаст ошибку, поэтому в реальных задачах (например, в скриптах для обработки отчётов) часто сначала проверяют через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потом уже берут индекс — так программа работает спокойно и не ломается на пустых результатах.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634288"/>
            <a:ext cx="7132320" cy="419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9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726</Words>
  <Application>Microsoft Office PowerPoint</Application>
  <PresentationFormat>Широкоэкранный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Сортировка и поиск в Python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7</cp:revision>
  <dcterms:created xsi:type="dcterms:W3CDTF">2026-10-13T06:04:09Z</dcterms:created>
  <dcterms:modified xsi:type="dcterms:W3CDTF">2026-10-13T07:04:29Z</dcterms:modified>
</cp:coreProperties>
</file>
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1" r:id="rId4"/>
    <p:sldId id="262" r:id="rId5"/>
    <p:sldId id="259" r:id="rId6"/>
    <p:sldId id="260" r:id="rId7"/>
    <p:sldId id="261" r:id="rId8"/>
    <p:sldId id="263" r:id="rId9"/>
    <p:sldId id="258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2" r:id="rId18"/>
    <p:sldId id="273" r:id="rId19"/>
    <p:sldId id="275" r:id="rId20"/>
    <p:sldId id="27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D0FCC-8EE1-421F-AC72-7BC1C4C510A3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BE439-C77F-4052-AB3A-69EF066FF30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atalia.aclas.ru/wp-content/uploads/2021/10/Python-tk.pdf?ysclid=mtvo4aoky1698679734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Функции, модули и организация кода для экономических расчётов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Функция в </a:t>
            </a:r>
            <a:r>
              <a:rPr lang="ru-RU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именованный блок кода, который решает конкретную задачу и позволяет не дублировать одни и те же действия в разных местах программы. Её объявляют с помощью ключевого слова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после которого указывают имя, параметры в скобках и двоеточие; тело функции пишут с отступом, а результат возвращают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если его нет, функция по умолчанию отдаёт значение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Например, простая функция для расчёта скидки может выглядеть так: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apply_discount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percent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* (1 -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percent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/ 100) — это делает типовые вычисления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переиспользуемыми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понятными.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000372"/>
            <a:ext cx="6229350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Функции в </a:t>
            </a:r>
            <a:r>
              <a:rPr lang="en-US" dirty="0" smtClean="0"/>
              <a:t>Python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4357694"/>
            <a:ext cx="5995051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572042"/>
            <a:ext cx="4929190" cy="37856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ключевое слово, которое обозначает начало определения функции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В строке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содержатся имя функции и её параметры: </a:t>
            </a:r>
          </a:p>
          <a:p>
            <a:pPr algn="just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Имя функции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— название, которое будет использовано для определения функции и её вызова. Название прописывается с маленькой буквы. Если в нём несколько слов, их нужно разделять нижним подчёркиванием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Параметры функции (аргументы)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— переменные, которые нужны для создания функции. Если переменных несколько, их нужно прописать через запятую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Важно соблюдать правила форматирования, включая скобки, отступы и двоеточия. Иначе программа вернёт ошибку.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34004" y="1214422"/>
            <a:ext cx="4009996" cy="2325895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5000628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  Объявление и типы.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типы не указывают: пишешь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сразу имя функции — язык сам разберётся, какие данные пришли. В C обязательно прописывают тип возвращаемого значения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тип каждого параметра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price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т. д.) — так компилятор заранее проверяет, всё ли правильно. 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  Блоки кода.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блок функции выделяют отступами: тело функции начинается с новой строки и сдвигается вправо. В C используют фигурные скобки {}, а каждую команду заканчивают точкой с запятой ; — это привычнее для низкоуровневых языков, но для новичков выглядит строже. 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  Значения по умолчанию.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легко задать значение по умолчанию прямо в заголовке функции: count=1, discount=0. В C такой возможности нет: если параметр необязателен, это решают другими способами (например, передают специальное значение вроде -1 или делают несколько функций) — это усложняет интерфейс. 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  Запуск. Python-функцию можно вызвать сразу после определения (или даже в интерактивной консоли). C-код нужно собрать в программу через компилятор, а точкой входа всегда будет функция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для учебных примеров это лишний шаг, зато даёт понимание, как вообще запускается программа. 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  Гибкость результата.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функция может вернуть что угодно: число, строку, список, словарь, сразу несколько значений. В C тип возврата жёстко задан: если объявили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функция обязана вернуть число с плавающей точкой. Чтобы вернуть «много данных», в C приходится упаковывать их в структуру или передавать через указатели — это полезно для понимания работы с памятью, но сложнее для первого знакомства.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1946" y="1071546"/>
            <a:ext cx="385442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143247"/>
            <a:ext cx="4143372" cy="221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784146"/>
            <a:ext cx="6167538" cy="307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Локальные создаются внутри функции и доступны только в ней — это защищает код от случайных конфликтов имён; глобальные объявлены вне функций и видны повсюду, но их изменение изнутри требует осторожности. Изоляция расчётов в функциях (например, для амортизации или NPV) делает формулы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переиспользуемыми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безопасными — ошибки в одной функции не «ломают» остальные части программы.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Главный принцип: по возможности избегайте изменения глобальных переменных из функций — лучше передавать данные через аргументы и возвращать результат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так код проще читать, тестировать и объяснять студентам.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357290" y="0"/>
            <a:ext cx="60991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Область видимости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286256"/>
            <a:ext cx="7992210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612845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  Параметры задают гибкость: функция принимает входные данные, чтобы работать с разными случаями без переписывания кода — это критично для экономических расчётов, где меняются ставки, курсы, периоды.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  Разные типы параметров делают интерфейс удобным: позиционные аргументы задают основные значения по порядку, именованные позволяют менять только нужное (например, валюту), а значения по умолчанию покрывают самые частые сценарии (типовая скидка 10 %).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  Для обучения экономистов это наглядный инструмент: на одном шаблоне функции можно показать разные варианты расчётов (разные ставки, валюты, товары), что помогает сразу видеть связь «вход → логика → результат» и избегать ошибок в формулах.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57290" y="-214338"/>
            <a:ext cx="6476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Параметры функции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495678"/>
            <a:ext cx="5674428" cy="33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340222"/>
            <a:ext cx="9144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завершает работу функции и передаёт результат наружу. Это позволяет использовать вычисленное значение дальше: сохранить в переменную, подставить в формулу, передать в другую функцию. Важно отличать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: первый отдаёт данные программе, второй просто показывает их на экране. 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•  Если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нет — функция возвращает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Для экономистов это критично: если случайно забыть вернуть результат расчёта (например, NPV), дальше по коду будет «пустое» значение, и все последующие вычисления окажутся неверными. 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•  Можно вернуть сразу несколько значений — они упаковываются в кортеж. Такой приём удобен для отчётов: одной функцией вернуть и NPV, и суммарный денежный поток, а потом распаковать их в отдельные переменные. 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•  Тип возвращаемого значения может быть любым: число, строка, список, словарь, объект — это даёт гибкость при построении экономических моделей и отчётов.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85852" y="-214338"/>
            <a:ext cx="641464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Возвращаемые значения</a:t>
            </a:r>
            <a:endParaRPr lang="ru-RU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500042"/>
            <a:ext cx="914400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короткие функции без имени — их создают прямо там, где они нужны, и используют для простых действий. Делают это через 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Синтаксис простой: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аргументы: выражение. При этом внутри может быть только одно выражение — никаких сложных блоков с несколькими строками.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 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Имя.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У обычной функции есть имя (через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у лямбды — нет (или есть только как имя переменной, куда её положили).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 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Объём.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Обычная функция может содержать много строк, условия, циклы. Лямбда — только одно выражение.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· 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Когда брать.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Если логика простая и нужна «здесь и сейчас» (например, как ключ сортировки или быстрая операция над списком) — лямбда удобна. Если расчёт сложный, с проверками и шагами (например, расчёт амортизации или NPV по формуле) — лучше обычная функция: её проще читать, тестировать и объяснять студентам.</a:t>
            </a:r>
          </a:p>
          <a:p>
            <a:pPr algn="just"/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357422" y="-142900"/>
            <a:ext cx="43942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Lambda-</a:t>
            </a:r>
            <a:r>
              <a:rPr lang="ru-RU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функции</a:t>
            </a:r>
            <a:endParaRPr lang="ru-RU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857628"/>
            <a:ext cx="330517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3929066"/>
            <a:ext cx="414337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6" y="0"/>
            <a:ext cx="9144106" cy="5143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657671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Напишите функцию </a:t>
            </a:r>
            <a:r>
              <a:rPr lang="ru-RU" sz="24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merger</a:t>
            </a:r>
            <a:r>
              <a:rPr lang="ru-RU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принимающую на вход три различных переменных и возвращающую из них единую строку с разделителем </a:t>
            </a:r>
            <a:r>
              <a:rPr lang="ru-RU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«:»</a:t>
            </a:r>
            <a:endParaRPr lang="ru-RU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Модуль — это файл с кодом (.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где собраны функции, классы и переменные по одной теме. Он помогает не держать весь код в одном файле: например, отдельно — расчёты, отдельно — работа с датой, отдельно — вывод отчётов. Для экономистов это как отдельные вкладки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каждая решает свою задачу, но вместе они дают полный отчёт.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166843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способы импорта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подключает весь модуль; обращаться нужно через имя: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math.sqrt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(2).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sqrt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берёт только нужную функцию; можно писать просто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sqrt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(2). Удобно, когда нужна 1–2 вещи.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 — берёт всё подряд. На лекциях лучше не использовать: сложно понять, откуда взялась функция, и могут быть конфликты имён.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даёт модулю короткое имя: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m.sqrt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(2). Полезно, если имя длинное или для краткости в формулах.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3714752"/>
            <a:ext cx="62007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6072206"/>
            <a:ext cx="9001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математические операции,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работу с датами. Это типичная связка для финансовых расчётов.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и импорт собственных модулей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структурировать код, вынося логически связанные функции, классы и переменные в отдельные файлы с расширением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импортировать такие модули можно разными способами — 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доступа ко всему содержимому,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...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выборочного подключения отдельных элементов либо с псевдонимом для удобства обращения, а благодаря такой организации один и тот же файл выступает и как библиотека функций, и как самостоятельная программа, что повышает модульность, читаемость и удобство поддержки кода — особенно в прикладных задачах экономистов, где важна чёткая организация расчётных блоков и возможность их повторного применения в разных сценариях.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3025" y="2571744"/>
            <a:ext cx="399097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43314"/>
            <a:ext cx="30384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6425" y="4214818"/>
            <a:ext cx="34575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57775" y="5476875"/>
            <a:ext cx="40862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>
            <a:stCxn id="24579" idx="3"/>
            <a:endCxn id="24578" idx="1"/>
          </p:cNvCxnSpPr>
          <p:nvPr/>
        </p:nvCxnSpPr>
        <p:spPr>
          <a:xfrm flipV="1">
            <a:off x="3038475" y="3309932"/>
            <a:ext cx="2114550" cy="12906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24579" idx="3"/>
            <a:endCxn id="24580" idx="1"/>
          </p:cNvCxnSpPr>
          <p:nvPr/>
        </p:nvCxnSpPr>
        <p:spPr>
          <a:xfrm>
            <a:off x="3038475" y="4600577"/>
            <a:ext cx="2647950" cy="23812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24579" idx="3"/>
            <a:endCxn id="24581" idx="1"/>
          </p:cNvCxnSpPr>
          <p:nvPr/>
        </p:nvCxnSpPr>
        <p:spPr>
          <a:xfrm>
            <a:off x="3038475" y="4600577"/>
            <a:ext cx="2019300" cy="15668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6027003"/>
            <a:ext cx="485775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Обратитесь к переменной </a:t>
            </a:r>
            <a:r>
              <a:rPr lang="en-US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TAX_RATE_DEFAULT</a:t>
            </a:r>
            <a:endParaRPr lang="ru-RU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__name__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==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__main__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": нужна, чтобы разделить код на две части: одни фрагменты работают только при прямом запуске файла (например, вывод демонстрационных расчётов, ввод данных от пользователя или запуск тестов), а другие — всегда доступны как инструменты при импорте модуля в другой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это возможно благодаря специальной переменной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__name__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автоматически устанавливает в значение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__main__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", если файл запустили напрямую, и в имя модуля (например,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finance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"), если его импортировали, — таким образом, блок под этим условием выполняется лишь в режиме самостоятельного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не срабатывает при использовании файла как библиотеки, что позволяет одному и тому же файлу одновременно служить и готовой программой, и набором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переиспользуемых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функций для экономических расчётов.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5072098" cy="3373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3357562"/>
            <a:ext cx="39147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857752" y="4572008"/>
            <a:ext cx="428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этом случае блок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__name__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==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__main__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": не выполнится: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будет выводить демонстрационные примеры из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finance_utils.py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Останутся только сами функции, которые можно спокойно использовать в отчётах.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random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— чтобы моделировать сценарии и делать выборки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Модуль нужен, когда надо добавить случайность: сгенерировать тестовые данные, сделать выборку из списка, смоделировать несколько вариантов развития событий (оптимистичный, пессимистичный), перемешать строки перед анализом. Для экономистов это про сценарное моделирование и проверку гипотез на случайных данных.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 чаще всего используют: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random.random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 — случайное число от 0 до 1.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random.randint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— целое число от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включительно.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random.choice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— выбрать один случайный элемент из списка.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random.sample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— выбрать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уникальных элементов (без повторов).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random.shuffle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lst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— перемешать список «на месте».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67150"/>
            <a:ext cx="474345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76936" y="3929066"/>
            <a:ext cx="4667064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214818"/>
            <a:ext cx="49244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Модуль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не про операции со строками (типа 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split()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или 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replace()),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про готовые наборы символов. Это как «наборы букв и знаков», которые уже собраны в константах: удобно, чтобы не писать вручную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abcdefghijklmnopqrstuvwxyz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не бояться опечататься.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Самые полезные константы из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string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string.ascii_lowercase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abcdefghijklmnopqrstuvwxyz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string.ascii_uppercase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"ABCDEFGHIJKLMNOPQRSTUVWXYZ"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string.ascii_letters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обе сразу (строчные + прописные)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string.digits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"0123456789"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string.punctuation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знаки препинания и спецсимволы (вроде !"#$%&amp;'()*+,-./)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string.whitespace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пробелы, табуляции, переносы строк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Модуль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главный инструмент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работы с датами и временем. Он не про форматирование строк вручную, а про то, чтобы считать, сравнивать и менять даты как числа: сколько дней между двумя датами, какая дата будет через N дней, сколько времени прошло. Для экономиста это критично: сроки оплаты, длительность проектов, расчёт процентов по дням, отчёты «по месяцам».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в нём есть (и зачем это нужно)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только дата (год, месяц, день). Подходит для сроков, дат документов.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дата + время. Подходит для журналов событий, транзакций, логов.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только время. Редко, но бывает нужно для расписаний.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timedelta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промежуток времени (дни, часы, минуты). Это «математика дат»: «плюс 30 дней», «минус 2 часа».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today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/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текущая дата/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дата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 временем.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strftime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превратить дату в строку нужного формата (для отчётов, CSV,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strptime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превратить строку в дату (когда данные приходят из файла или базы).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500570"/>
            <a:ext cx="55054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2000241"/>
            <a:ext cx="4500562" cy="485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-214338"/>
            <a:ext cx="9144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Классы</a:t>
            </a:r>
            <a:endParaRPr lang="ru-RU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28604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Класс в языке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представляет собой механизм определения пользовательского типа данных, реализующий принципы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объектно‑ориентированного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подхода. С методологической точки зрения класс трактуется как абстракция, формализующая совокупность однородных сущностей предметной области посредством спецификации их атрибутов (состояния) и методов (поведения). В рамках парадигмы ООП класс выполняет функцию шаблона (или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метаописания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на основании которого порождаются экземпляры — объекты, обладающие индивидуальным состоянием при общей структуре и наборе операций.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285992"/>
            <a:ext cx="464343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Класс — это шаблон для создания объектов: он описывает, какие данные будут у объектов и какие действия с ними можно выполнять.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Атрибуты — это переменные внутри объекта, которые хранят его состояние (например, баланс счёта или цену товара); у каждого объекта значения атрибутов могут быть своими.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Конструктор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__init__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— специальный метод, который запускается при создании объекта и задаёт начальные значения его атрибутов.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self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ссылка на конкретный объект; через неё методы обращаются к его атрибутам и работают именно с его данными.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Методы — это функции внутри класса, которые описывают действия объекта (например, пополнить счёт или списать товар); они используют данные объекта 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self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572428" cy="2036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000372"/>
            <a:ext cx="6786578" cy="265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64357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Дополнительные материалы по работе с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https://natalia.aclas.ru/wp-content/uploads/2021/10/Python-tk.pdf?ysclid=mtvo4aoky1698679734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интерфейс: примеры</a:t>
            </a:r>
            <a:endParaRPr kumimoji="0" lang="ru-RU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642918"/>
            <a:ext cx="6858046" cy="307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46920"/>
            <a:ext cx="3857620" cy="3611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4000504"/>
            <a:ext cx="5500694" cy="193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интерфейс: пример</a:t>
            </a:r>
            <a:r>
              <a:rPr kumimoji="0" lang="ru-RU" sz="3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ввода вывода</a:t>
            </a:r>
            <a:endParaRPr kumimoji="0" lang="ru-RU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5434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572000" y="571480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Суть GUI на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это создание оконного приложения, где пользователь взаимодействует не с текстом в консоли, а с визуальными элементами: полями, кнопками, метками. Программа ждёт действий пользователя и реагирует на них через обработчики событий, а не выполняется линейно от начала до конца.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Ввод и вывод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вместо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данные берут из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виджетов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(например,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entry.get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()) и показывают через изменение свойств других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виджетов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label.config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text=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...)) либо во всплывающих окнах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делает интерфейс интерактивным: результат появляется рядом с полем ввода, а не в потоке текста ниже.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4272677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Отличие по модели работы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консольная программа линейна: запрос → ввод → расчёт → вывод → конец. Приложение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работает в цикле событий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mainloop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оно постоянно «слушает» действия пользователя, и логика разбита на маленькие функции обработчики, которые запускаются при конкретных событиях (например, клике по кнопке).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Удобство для прикладных задач и обучения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GUI превращает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мини приложение, понятное даже тем, кто не знаком с программированием. Для ваших учебных дисциплин это значит, что студенты видят готовый интерфейс, похожий на реальные бизнес системы: форма ввода, кнопка «Рассчитать», поле результата — и легче связывают код с предметной областью (учёт, финансы, отчётность).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интерфейс: примеры</a:t>
            </a:r>
            <a:endParaRPr kumimoji="0" lang="ru-RU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428604"/>
            <a:ext cx="5444560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Напишите программу, считывающую две переменные из полей и возвращающее их сумму</a:t>
            </a:r>
            <a:endParaRPr lang="ru-RU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1392</Words>
  <PresentationFormat>Экран (4:3)</PresentationFormat>
  <Paragraphs>86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Функции, модули и организация кода для экономических расчётов</vt:lpstr>
      <vt:lpstr>Слайд 2</vt:lpstr>
      <vt:lpstr>Функции в Python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17</cp:revision>
  <dcterms:created xsi:type="dcterms:W3CDTF">2026-09-16T10:42:39Z</dcterms:created>
  <dcterms:modified xsi:type="dcterms:W3CDTF">2026-09-16T13:08:02Z</dcterms:modified>
</cp:coreProperties>
</file>
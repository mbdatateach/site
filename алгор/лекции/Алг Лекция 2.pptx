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68" r:id="rId4"/>
    <p:sldId id="269" r:id="rId5"/>
    <p:sldId id="264" r:id="rId6"/>
    <p:sldId id="257" r:id="rId7"/>
    <p:sldId id="258" r:id="rId8"/>
    <p:sldId id="260" r:id="rId9"/>
    <p:sldId id="261" r:id="rId10"/>
    <p:sldId id="262" r:id="rId11"/>
    <p:sldId id="267" r:id="rId12"/>
    <p:sldId id="265" r:id="rId13"/>
    <p:sldId id="266" r:id="rId14"/>
    <p:sldId id="270" r:id="rId15"/>
    <p:sldId id="263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2850" y="-9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D91A15-9E3A-450D-89C3-B99E0A709AA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12A3A2-93E1-442E-BA92-DB6BF22EE92E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7A81-9EFA-40EE-9F13-466DC9E80646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0C40-23DD-4FB4-BF19-8D52CB6AE0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7A81-9EFA-40EE-9F13-466DC9E80646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0C40-23DD-4FB4-BF19-8D52CB6AE0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7A81-9EFA-40EE-9F13-466DC9E80646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0C40-23DD-4FB4-BF19-8D52CB6AE0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7A81-9EFA-40EE-9F13-466DC9E80646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0C40-23DD-4FB4-BF19-8D52CB6AE0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7A81-9EFA-40EE-9F13-466DC9E80646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0C40-23DD-4FB4-BF19-8D52CB6AE0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7A81-9EFA-40EE-9F13-466DC9E80646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0C40-23DD-4FB4-BF19-8D52CB6AE0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7A81-9EFA-40EE-9F13-466DC9E80646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0C40-23DD-4FB4-BF19-8D52CB6AE0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7A81-9EFA-40EE-9F13-466DC9E80646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0C40-23DD-4FB4-BF19-8D52CB6AE0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7A81-9EFA-40EE-9F13-466DC9E80646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0C40-23DD-4FB4-BF19-8D52CB6AE0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7A81-9EFA-40EE-9F13-466DC9E80646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0C40-23DD-4FB4-BF19-8D52CB6AE0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7A81-9EFA-40EE-9F13-466DC9E80646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50C40-23DD-4FB4-BF19-8D52CB6AE01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47A81-9EFA-40EE-9F13-466DC9E80646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550C40-23DD-4FB4-BF19-8D52CB6AE01D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online-python.com/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loud.mail.ru/public/PJ9d/5u7maiHi4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aklass.ru/p/it-kursy/python-bazovyj-uroven/iazyk-programmirovaniia-python-6985556/osnovnye-operatory-python-6912875/re-6c7e08c8-f027-40eb-a641-d95a370e7c56?ysclid=mt946crg2z189040595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Python: </a:t>
            </a:r>
            <a:r>
              <a:rPr lang="ru-RU" dirty="0" smtClean="0"/>
              <a:t>линейные алгоритмы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610136"/>
            <a:ext cx="9144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представляет популярный высокоуровневый язык программирования, который предназначен для создания приложений различных типов. Это 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веб-приложения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игры, и настольные программы, и работа с базами данных. Довольно большое распространение питон получил в области машинного обучения и исследований искусственного интеллекта.</a:t>
            </a:r>
          </a:p>
          <a:p>
            <a:pPr algn="just"/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Впервые язык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был анонсирован в 1991 году голландским разработчиком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Гвидо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Ван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Россумом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С тех пор данный язык проделал большой путь развития. В 2000 году была издана версия 2.0, а в 2008 году - версия 3.0. Несмотря на вроде такие большие промежутки между версиями постоянно выходят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подверсии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Основные особенности языка программирования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Скриптовый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язык. Код программ определяется в виде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скриптов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Поддержка самых различных парадигм программирования, в том числе объектно-ориентированной и функциональной парадигм.</a:t>
            </a:r>
          </a:p>
          <a:p>
            <a:pPr algn="just"/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Интерпретация программ. Для работы со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скриптами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необходим интерпретатор, который запускает и выполняет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скрипт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Выполнение программы на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выглядит следующим образом. Сначала мы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пишим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в текстовом редакторе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скрипт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с набором выражений на данном языке программирования. Передаем этот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скрипт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на выполнение интерпретатору. Интерпретатор транслирует код в промежуточный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байткод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а затем виртуальная машина переводит полученный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байткод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в набор инструкций, которые выполняются операционной системой.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 smtClean="0"/>
              <a:t>Введение в </a:t>
            </a:r>
            <a:r>
              <a:rPr lang="en-US" sz="3600" b="1" dirty="0" smtClean="0"/>
              <a:t>Python</a:t>
            </a:r>
            <a:endParaRPr lang="ru-RU" sz="36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285984" y="0"/>
            <a:ext cx="49093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Работа с </a:t>
            </a:r>
            <a:r>
              <a:rPr lang="en-US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Python</a:t>
            </a:r>
            <a:endParaRPr lang="ru-RU" sz="5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785794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/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Для выполнения некоторых заданий будет достаточно </a:t>
            </a:r>
            <a:r>
              <a:rPr lang="ru-RU" sz="3600" dirty="0" err="1" smtClean="0">
                <a:latin typeface="Times New Roman" pitchFamily="18" charset="0"/>
                <a:cs typeface="Times New Roman" pitchFamily="18" charset="0"/>
              </a:rPr>
              <a:t>онлайн-интерпретатора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Python</a:t>
            </a:r>
            <a:endParaRPr lang="ru-RU" sz="3600" dirty="0" smtClean="0"/>
          </a:p>
          <a:p>
            <a:pPr marL="342900" indent="-342900" algn="ctr"/>
            <a:endParaRPr lang="ru-RU" sz="36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/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Например</a:t>
            </a:r>
          </a:p>
          <a:p>
            <a:pPr marL="342900" indent="-342900" algn="ctr"/>
            <a:r>
              <a:rPr lang="en-US" sz="36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https://www.online-python.com/</a:t>
            </a:r>
            <a:endParaRPr lang="ru-RU" sz="36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060" y="3786190"/>
            <a:ext cx="9107940" cy="2786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00100" y="0"/>
            <a:ext cx="72652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Установка и запуск </a:t>
            </a:r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IDLE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785794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/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Однако большинство заданий требует графического интерфейса и, как следствие, полноценного интерпретатора</a:t>
            </a:r>
          </a:p>
          <a:p>
            <a:pPr marL="342900" indent="-342900" algn="ctr"/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Скачать его можно по ссылке</a:t>
            </a:r>
          </a:p>
          <a:p>
            <a:pPr marL="342900" indent="-342900" algn="ctr"/>
            <a:r>
              <a:rPr lang="en-US" sz="36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https://cloud.mail.ru/public/PJ9d/5u7maiHi4</a:t>
            </a:r>
            <a:endParaRPr lang="ru-RU" sz="36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/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Потом перейти по пути</a:t>
            </a:r>
          </a:p>
          <a:p>
            <a:pPr marL="342900" indent="-342900" algn="ctr"/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..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\Python37\Lib\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idlelib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 и открыть файл 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idle.bat</a:t>
            </a:r>
            <a:endParaRPr lang="ru-RU" sz="36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14678" y="4636215"/>
            <a:ext cx="2281232" cy="2221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5475916" cy="571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571472" y="0"/>
            <a:ext cx="76740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Принципы работы в </a:t>
            </a:r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IDLE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572132" y="1785926"/>
            <a:ext cx="357186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Создать новый файл</a:t>
            </a:r>
          </a:p>
          <a:p>
            <a:pPr marL="342900" indent="-342900">
              <a:buAutoNum type="arabicParenR"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Сохранить его</a:t>
            </a:r>
          </a:p>
          <a:p>
            <a:pPr marL="342900" indent="-342900">
              <a:buAutoNum type="arabicParenR"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Написать код</a:t>
            </a:r>
          </a:p>
          <a:p>
            <a:pPr marL="342900" indent="-342900">
              <a:buAutoNum type="arabicParenR"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Запустить (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F5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42900" indent="-342900">
              <a:buAutoNum type="arabicParenR"/>
            </a:pPr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71802" y="3500438"/>
            <a:ext cx="2047875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Прямая со стрелкой 6"/>
          <p:cNvCxnSpPr/>
          <p:nvPr/>
        </p:nvCxnSpPr>
        <p:spPr>
          <a:xfrm rot="16200000" flipH="1">
            <a:off x="-71470" y="2357430"/>
            <a:ext cx="4143404" cy="228601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686425"/>
            <a:ext cx="2943225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Прямая со стрелкой 8"/>
          <p:cNvCxnSpPr>
            <a:endCxn id="1028" idx="0"/>
          </p:cNvCxnSpPr>
          <p:nvPr/>
        </p:nvCxnSpPr>
        <p:spPr>
          <a:xfrm rot="10800000" flipV="1">
            <a:off x="1471614" y="5500701"/>
            <a:ext cx="1671627" cy="185723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8960" y="0"/>
            <a:ext cx="5715040" cy="2448242"/>
          </a:xfrm>
          <a:prstGeom prst="rect">
            <a:avLst/>
          </a:prstGeom>
          <a:noFill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71670" y="2399509"/>
            <a:ext cx="7072330" cy="4458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0" y="0"/>
            <a:ext cx="22860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 smtClean="0"/>
              <a:t>Простые типы данных в </a:t>
            </a:r>
            <a:r>
              <a:rPr lang="en-US" sz="3600" b="1" dirty="0" smtClean="0"/>
              <a:t>Python</a:t>
            </a:r>
            <a:endParaRPr lang="ru-RU" sz="36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27860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 smtClean="0"/>
              <a:t>Ввод/вывод данных</a:t>
            </a:r>
            <a:endParaRPr lang="ru-RU" sz="3600" b="1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 b="21427"/>
          <a:stretch>
            <a:fillRect/>
          </a:stretch>
        </p:blipFill>
        <p:spPr bwMode="auto">
          <a:xfrm>
            <a:off x="2643174" y="214290"/>
            <a:ext cx="6500826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929058" y="1071546"/>
            <a:ext cx="3368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Ввод данных в нужном формате</a:t>
            </a:r>
            <a:endParaRPr lang="ru-RU" dirty="0"/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1" y="1500174"/>
            <a:ext cx="2643175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0" y="2071678"/>
            <a:ext cx="264317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В российских данных часто встречается запятая: 1250,50.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по умолчанию ждёт точку, поэтому запятую нужно заменить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935727" y="1643051"/>
            <a:ext cx="6208274" cy="52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4143381"/>
            <a:ext cx="2928925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 smtClean="0"/>
              <a:t>Линейный алгоритм</a:t>
            </a:r>
            <a:endParaRPr lang="ru-RU" sz="36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0" y="642918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Из чего обычно состоит такой алгоритм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Обычно в нём выделяют три блока: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Ввод данных. Например, с помощью функции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input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(). Важно: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input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возвращает строку, поэтому если вам нужно число для вычислений, придётся явно преобразовать тип (например,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()).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Вычисления. Здесь выполняются операции с данными: арифметические, сравнение, вызов функций.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Вывод результата. С помощью функции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print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3000372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Важные нюансы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Переменные. В линейном алгоритме важно, чтобы каждая переменная получила значение до того, как она будет использована в вычислениях.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Типы данных. В таких задачах активно используются разные типы: целые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вещественные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float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строки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 практике чисто линейные задачи встречаются не так часто, но линейные фрагменты (например, блок считывания данных и последующего расчёта) — это основа почти любой более сложной программы.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0" y="5380672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https://www.yaklass.ru/p/it-kursy/python-bazovyj-uroven/iazyk-programmirovaniia-python-6985556/osnovnye-operatory-python-6912875/re-6c7e08c8-f027-40eb-a641-d95a370e7c56?ysclid=mt946crg2z189040595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 smtClean="0"/>
              <a:t>Математические функции и модуль </a:t>
            </a:r>
            <a:r>
              <a:rPr lang="en-US" sz="3600" b="1" dirty="0" smtClean="0"/>
              <a:t>math</a:t>
            </a:r>
            <a:endParaRPr lang="ru-RU" sz="36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0" y="642918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Встроенный модуль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math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предоставляет набор функций для выполнения математических, тригонометрических и логарифмических операций. 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5" y="1285860"/>
            <a:ext cx="3255174" cy="5572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29075" y="2214554"/>
            <a:ext cx="5114925" cy="221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 smtClean="0"/>
              <a:t>Комментарии</a:t>
            </a:r>
            <a:endParaRPr lang="ru-RU" sz="3600" b="1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14413" y="1490663"/>
            <a:ext cx="7115175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0988" y="0"/>
            <a:ext cx="8582025" cy="692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Модуль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turtle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отличный инструмент для тех, кто начинает изучать алгоритмизацию и программирование и хочет видеть результаты: с его помощью можно сразу видеть результат своих команд в виде рисунка.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 управляете виртуальной «черепашкой»: даёте ей команды — она движется, поворачивает, поднимает или опускает «перо», — и на экране появляется изображение. Изначально черепашка находится в центре окна (в точке (0, 0)), смотрит вправо, перо опущено.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Сначала нужно импортировать модуль. Есть несколько вариантов: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import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turtle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тогда к функциям нужно обращаться через имя модуля (например,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turtle.forward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(100)). 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from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turtle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import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* — импортируются все функции сразу, можно вызывать их напрямую. 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import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turtle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можно использовать псевдоним, чтобы писать короче (например,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t.forward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(100)).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3" name="Picture 5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3603106"/>
            <a:ext cx="5786478" cy="325489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Важное правило: в конце программы обязательно добавьте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turtle.done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(). Эта функция запускает цикл обработки событий и блокирует выполнение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пока пользователь не закроет окно с рисунком. Если её не написать, окно откроется и сразу закроется.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1214422"/>
            <a:ext cx="91440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 помощью этих команд вы сможете управлять движением и рисованием: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forward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distance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движение вперёд на заданное расстояние (оставляет линию). 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backward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distance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движение назад. 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right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angle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поворот направо на указанный угол (в градусах). 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left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angle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поворот налево. 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penup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— поднимает перо (линия не рисуется). 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pendown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— опускает перо (линия появляется при движении). 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goto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перемещение в заданную точку с координатами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без рисования линии. 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circle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radius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рисование окружности заданного радиуса. Можно задать и часть окружности (например,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circle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(100, 180) — полуокружность). 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или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pencolor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установка цвета пера и, если нужно, цвета заливки. Цвет можно указать строкой (например, 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red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», 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blue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») или HTML-кодом (например, «#FF0000»). 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pensize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width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установка толщины линии. 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speed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speed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настройка скорости движения (от 1 — медленно до 10 — быстро). 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begin_fill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end_fill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— включение и отключение заливки замкнутых фигур. 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clear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— очистка области рисования. 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write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text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вывод текста на экран.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Если программа выдала ошибку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типа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ModuleNot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..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857232"/>
            <a:ext cx="6902419" cy="585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Прямая со стрелкой 7"/>
          <p:cNvCxnSpPr/>
          <p:nvPr/>
        </p:nvCxnSpPr>
        <p:spPr>
          <a:xfrm rot="10800000" flipV="1">
            <a:off x="3286116" y="500042"/>
            <a:ext cx="3500462" cy="642942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0" y="1428736"/>
            <a:ext cx="9144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Воспользуйтесь следующим алгоритмом: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1) Зайдите в меню пуск;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2) наберите в поиске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cmd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откройте файл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cmd.exe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(или командная строка)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3) наберите сначала инструкцию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cd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C:\Python37\Scripts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4) затем наберите инструкцию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pip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install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... (вместо многоточия название нужного модуля)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5) Дождитесь окончания загрузки и попробуйте запустить файл еще раз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Рисунок 11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28794" y="3643314"/>
            <a:ext cx="5014158" cy="3214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285860"/>
            <a:ext cx="9144000" cy="46720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 smtClean="0"/>
              <a:t>Задание для закрепления</a:t>
            </a:r>
            <a:endParaRPr lang="ru-RU" sz="36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916</Words>
  <Application>Microsoft Office PowerPoint</Application>
  <PresentationFormat>Экран (4:3)</PresentationFormat>
  <Paragraphs>80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Тема Office</vt:lpstr>
      <vt:lpstr>Python: линейные алгоритмы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12</cp:revision>
  <dcterms:created xsi:type="dcterms:W3CDTF">2026-08-25T16:31:42Z</dcterms:created>
  <dcterms:modified xsi:type="dcterms:W3CDTF">2026-09-13T08:27:11Z</dcterms:modified>
</cp:coreProperties>
</file>
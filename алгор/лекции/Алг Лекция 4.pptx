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75" r:id="rId14"/>
    <p:sldId id="268" r:id="rId15"/>
    <p:sldId id="269" r:id="rId16"/>
    <p:sldId id="271" r:id="rId17"/>
    <p:sldId id="273" r:id="rId18"/>
    <p:sldId id="274" r:id="rId19"/>
    <p:sldId id="272" r:id="rId20"/>
    <p:sldId id="270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Разветвляющиеся и циклические алгоритмы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421103"/>
            <a:ext cx="5214942" cy="196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4564243"/>
            <a:ext cx="4714876" cy="1369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60857" y="2421103"/>
            <a:ext cx="4283143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4929190" y="5707251"/>
            <a:ext cx="4214810" cy="5078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Пример на языке СИ</a:t>
            </a:r>
            <a:endParaRPr lang="ru-RU" sz="27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921565"/>
            <a:ext cx="4214810" cy="5078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Пример на языке </a:t>
            </a:r>
            <a:r>
              <a:rPr lang="en-US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Python</a:t>
            </a:r>
            <a:endParaRPr lang="ru-RU" sz="27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0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Условие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это логическое выражение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), которое управляет ходом программы: с помощью конструкций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код выполняет разные действия в зависимости от результата проверки, при этом границы блоков задаются отступами, а для построения сложных правил используются операторы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3214684"/>
            <a:ext cx="4857753" cy="3643316"/>
          </a:xfrm>
          <a:prstGeom prst="rect">
            <a:avLst/>
          </a:prstGeom>
          <a:noFill/>
        </p:spPr>
      </p:pic>
      <p:pic>
        <p:nvPicPr>
          <p:cNvPr id="15364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90998" y="0"/>
            <a:ext cx="4953002" cy="3714752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928670"/>
            <a:ext cx="421481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Блок-схемы условного оператора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85725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мы не только ловим техническую ошибку преобразования, но и сами «выбрасываем» исключение, если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бизнес‑правило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нарушено (отрицательная сумма). Это удобно: вся логика проверки собрана в одном месте, и её легко расширять.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785926"/>
            <a:ext cx="7248525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4429132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Отрицательные суммы в финансовых отчётах.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Выручка, себестоимость, амортизация не могут быть отрицательными (если только это не специально предусмотренный показатель).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Валидация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 входе предотвращает «мусор на выходе» и экономит время на ручной проверке.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5643578"/>
            <a:ext cx="8349790" cy="1047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Обработка ошибок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есть ещё два полезных блока: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finally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выполняется, только если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try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 было ошибок — это удобно для «продолжения» логики, когда данные точно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валидны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finally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выполняется всегда — его используют для закрытия файлов, соединений с базой данных и других завершающих действий.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4786322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сначала пытаемся выполнить рискованную операцию, потом реагируем на сбой, затем продолжаем при успехе и в конце делаем обязательные завершающие шаги.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Обработка ошибок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2143116"/>
            <a:ext cx="6208070" cy="2486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37226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Тернарный оператор (от лат.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ternarius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«состоящий из трёх») — это способ записать простое условие «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если‑то‑иначе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» в одну строку. Его ещё называют условным выражением, потому что он возвращает значение, а не управляет потоком команд.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он устроен иначе, чем во многих других языках: сначала идёт результат для случая «истина», потом условие, потом результат для «ложь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»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Представь, что ты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пишешь =ЕСЛИ(A1&gt;1000; "высокий"; "низкий").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это будет: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5657671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То есть тернарный оператор — это аналог функции ЕСЛИ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только для кода. Он нужен именно для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выбора значения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на основе условия, а не для выполнения сложных действий.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Тернарный оператор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4357694"/>
            <a:ext cx="876736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37226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блоки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не создают новую область видимости. Переменная, объявленная внутри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видна и после него: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350043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Группировка условий в переменную. Для сложных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бизнес‑правил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условие можно вынести в переменную с понятным именем — так логика становится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самодокументируемой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Полезные советы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500174"/>
            <a:ext cx="4150008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4643446"/>
            <a:ext cx="6457729" cy="1662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3722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условия почти всегда живут внутри обработчиков событий (callback-функций) — то есть срабатывают, когда пользователь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что‑то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делает (нажал кнопку, ввёл текст, выбрал элемент).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Условия в </a:t>
            </a:r>
            <a:r>
              <a:rPr lang="en-US" sz="36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tkinter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000240"/>
            <a:ext cx="6181725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571744"/>
            <a:ext cx="47863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Можно рисовать разные фигуры в зависимости от того, куда кликнул пользователь.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Условия в </a:t>
            </a:r>
            <a:r>
              <a:rPr lang="en-US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turtle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14925" y="771525"/>
            <a:ext cx="4029075" cy="608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37226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Задача 1: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напишите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функцию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calculate_discount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(price,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discount_percent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min_price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=0):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price &lt;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min_price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вернуть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None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вывести сообщение «Цена ниже минимально допустимой».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discount_percent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меньше 0 или больше 100 — вернуть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None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сообщить об ошибке диапазона.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Иначе вернуть итоговую цену: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price * (1 -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discount_percent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/ 100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Задача 2: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classify_client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total_spent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возвращает категорию: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VIP" —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total_spent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&gt; 500_000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стандарт" — если 100_000 &lt;=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total_spent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&lt;= 500_000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новый" — если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total_spent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&lt; 100_000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Задачи на условия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37226"/>
            <a:ext cx="54292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Допустим, нужно посчитать, как растёт вклад ровно 12 месяцев подряд. Мы точно знаем число повторений, поэтому берём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Здесь цикл просто 12 раз применяет одно и то же правило к балансу. Для лекции это хороший аналог «протянуть формулу на 12 строк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»: логика одна, периодов — много.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Циклы </a:t>
            </a:r>
            <a:r>
              <a:rPr lang="en-US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FOR|WHILE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95925" y="1285860"/>
            <a:ext cx="36480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3103126"/>
            <a:ext cx="407193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Теперь задача другая: не считать фиксированное число месяцев, а выяснить, сколько месяцев потребуется, чтобы вклад вырос до 1 500 000 рублей. Мы не знаем заранее количество шагов — оно зависит от результата, поэтому используем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while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Цикл крутится, пока условие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balance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target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остаётся верным. Как только баланс дотягивает до цели, условие становится ложным, и цикл останавливается. Это похоже на ручной подбор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когда ты смотришь, в какой строке значение впервые превысило порог.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9842" y="3857628"/>
            <a:ext cx="5064158" cy="1571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000108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Ещё один частый сценарий: пользователь должен ввести корректное значение, и программа не должна двигаться дальше, пока ввод не станет правильным. Число попыток неизвестно — идеальный случай для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Бесконечный цикл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114" y="1928803"/>
            <a:ext cx="8191774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485776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Цикл не остановится, пока не выполнится условие корректности. Для экономических задач это важно: расчёты теряют смысл, если исходные данные ошибочны.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ea typeface="+mn-ea"/>
                <a:cs typeface="+mn-cs"/>
              </a:rPr>
              <a:t>break </a:t>
            </a:r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ea typeface="+mn-ea"/>
                <a:cs typeface="+mn-cs"/>
              </a:rPr>
              <a:t>и </a:t>
            </a:r>
            <a:r>
              <a:rPr lang="en-US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ea typeface="+mn-ea"/>
                <a:cs typeface="+mn-cs"/>
              </a:rPr>
              <a:t>continue</a:t>
            </a:r>
            <a:endParaRPr lang="ru-RU" sz="36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571480"/>
            <a:ext cx="9144000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Оператор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используется для немедленного прекращения выполнения цикла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или цикла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Он прерывает выполнение текущего цикла и передаёт управление следующей инструкции после цикла. Например, в задачах поиска или сортировки, где после нахождения нужного элемента дальнейшее выполнение цикла не имеет смысла.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Оператор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continue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пропускает оставшуюся часть кода в текущей итерации цикла и переходит к следующей итерации. Его используют, чтобы при определённых условиях пропустить часть действий из тела цикла и сразу начать новое повторение.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004279"/>
            <a:ext cx="5414973" cy="3853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85794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Когда данные поступают последовательно (например,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ответы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пользователя),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 сразу обновляете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аккумулятор. Это классический паттерн «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стрима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»: пришёл элемент — учли его — забыли. Для бюджета это выглядит так: есть переменная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total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= 0, и на каждом шаге к ней прибавляется очередное значение.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Циклы с накоплением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143116"/>
            <a:ext cx="8262254" cy="4238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85794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Чтобы посчитать среднее без списка, нужны два аккумулятора: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total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суммы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count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количества учтённых элементов. Важный нюанс: в экономике часто нужно исключать «пустые» или ошибочные значения (например, нулевые продажи в месяце, когда магазин был закрыт). Условие внутри цикла решает эту задачу: если значение не подходит под правило, мы его не учитываем в знаменателе.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Циклы с накоплением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786058"/>
            <a:ext cx="8048625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85794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хочется рисовать любой правильный многоугольник, цикл становится главным инструментом: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Циклы </a:t>
            </a:r>
            <a:r>
              <a:rPr lang="en-US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turtle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736"/>
            <a:ext cx="3857625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0" y="1500174"/>
            <a:ext cx="528638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500063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Часто нужно нарисовать несколько фигур и залить их: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00562" y="3567019"/>
            <a:ext cx="4643438" cy="3290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85794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Вложенные циклы — это конструкция в программировании, при которой один цикл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цикл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 параметром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или цикл с условием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размещается внутри тела другого цикла. Это позволяет организовать систематический перебор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многомерных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комбинаций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Вложенные циклы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143116"/>
            <a:ext cx="9144000" cy="3024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Циклы в блок-схемах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31746" name="Picture 2" descr="https://avatars.mds.yandex.net/i?id=dbce04f466be41cc01cc456eab935caa_l-5018061-images-thumbs&amp;n=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8254" y="3786190"/>
            <a:ext cx="4095745" cy="3071810"/>
          </a:xfrm>
          <a:prstGeom prst="rect">
            <a:avLst/>
          </a:prstGeom>
          <a:noFill/>
        </p:spPr>
      </p:pic>
      <p:pic>
        <p:nvPicPr>
          <p:cNvPr id="31748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714356"/>
            <a:ext cx="5500694" cy="3094140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5286380" y="857232"/>
            <a:ext cx="38576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блок‑схемах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цикл показывают специальными фигурами: для цикла с параметром используют шестиугольник с указанием начального, конечного значения и шага, а для циклов по условию — ромб с проверкой условия и стрелками возврата.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3857628"/>
            <a:ext cx="48577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Стрелки в схеме чётко задают порядок: из тела цикла линия идёт обратно к проверке условия, пока не выполнится выход — так видно, какие действия повторяются и при каком условии цикл остановится.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214422"/>
            <a:ext cx="400049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циклы используют иначе: не для «движения черепашки», а чтобы: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рисовать много объектов (линии, овалы, прямоугольники),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обновлять состояние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виджетов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строить графики по точкам.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Циклы </a:t>
            </a:r>
            <a:r>
              <a:rPr lang="en-US" sz="36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tkinter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90975" y="857232"/>
            <a:ext cx="515302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3929066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Представьте,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что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 сидите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перед чистым листом бумаги. На нём ещё ничего нет — ни линий, ни точек, ни фигур. Вот этот «чистый лист» в программе и есть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Canvas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(это библиотека для окон и графики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Canvas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это специальная область, на которой можно рисовать: линии, прямоугольники, круги, текст, картинки. Это не само окно, а «холст» внутри окна.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142984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Задача 1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выведите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консоль таблицу умножения для числа 7: от 7×1 до 7×10. Каждая строка — в формате 7 * 3 = 21.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Задача 2: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узнайте максимальное число из 10 введенных пользователем чисел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Задача 3: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нарисуй 5 квадратов друг под другом так, чтобы каждый следующий был чуть больше предыдущего. Пусть первый квадрат со стороной 40, а каждый следующий — на 10 длиннее.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39463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Задачи на циклы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595</Words>
  <PresentationFormat>Экран (4:3)</PresentationFormat>
  <Paragraphs>68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Разветвляющиеся и циклические алгоритмы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break и continue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11</cp:revision>
  <dcterms:created xsi:type="dcterms:W3CDTF">2026-09-24T21:27:58Z</dcterms:created>
  <dcterms:modified xsi:type="dcterms:W3CDTF">2026-09-26T20:00:52Z</dcterms:modified>
</cp:coreProperties>
</file>
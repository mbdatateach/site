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D6E9F-BFF6-4B9F-9B14-30525A80491F}" type="datetimeFigureOut">
              <a:rPr lang="ru-RU" smtClean="0"/>
              <a:pPr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evsnap.me/html-resume-templates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freefrontend.com/html-resume-templates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Создание сайта-резюме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Что такое сайт резюме?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000108"/>
            <a:ext cx="9144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Это современный формат оформления 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онлайн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резюме на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веб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странице. Иными словами, это персональный сайт в формате резюме или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портфолио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на котором размещается опыт работы, образование, навыки, языки, достижения, возможно, примеры работ и даже рекомендации.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4" name="Picture 4" descr="https://cdn.lifehacker.ru/wp-content/uploads/2015/08/aktrisa_1439882910-630x33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50" y="3357562"/>
            <a:ext cx="6000750" cy="3190876"/>
          </a:xfrm>
          <a:prstGeom prst="rect">
            <a:avLst/>
          </a:prstGeom>
          <a:noFill/>
        </p:spPr>
      </p:pic>
      <p:pic>
        <p:nvPicPr>
          <p:cNvPr id="5122" name="Picture 2" descr="https://cdn.lifehacker.ru/wp-content/uploads/2015/08/marketing_1439883045-630x33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14620"/>
            <a:ext cx="6000750" cy="3200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Преимущества сайта резюме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928670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странице можно чётко структурировать всю информацию, которую Вы хотите сообщить о себе работодателю. Есть готовые шаблоны резюме, которые существенно упростят процесс форматирования. Ведь все, что вам нужно — просто наполнить готовую структуру информацией о себе.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0797" y="2714620"/>
            <a:ext cx="5563203" cy="3152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2285992"/>
            <a:ext cx="364330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Кроме того, с помощью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онлайн-резюме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легко произвести впечатление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креативного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технически подкованного кандидата!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Наконец, с помощью персонального сайта резюме можно построить свой личный бренд в интернете (ИП). Работодатели или заказчики смогут сами находить ваше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резюме или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портфолио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при поиске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специста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вашего профиля.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https://devsnap.me/html-resume-templates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ценный образовательный ресурс для курса. Он даёт готовые примеры для анализа и вдохновения, ускоряет освоение HTML/CSS, помогает избежать распространённых ошибок и создаёт основу для создания собственного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сайта‑резюме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Работа с шаблонами делает переход от теории к практике более плавным и результативным, а полученный опыт напрямую переносится на задачи по разработке сайтов для организаций.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324433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Перейдите на этот сайт и откройте демонстрацию резюме №2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852524"/>
            <a:ext cx="5534014" cy="3005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rot="10800000" flipV="1">
            <a:off x="2928926" y="3643314"/>
            <a:ext cx="5072098" cy="214314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723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4786322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Demo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даёт 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образ результата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вы видите цель и понимаете, к чему стремиться;</a:t>
            </a:r>
          </a:p>
          <a:p>
            <a:pPr algn="ctr"/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Source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даёт 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инструменты для достижения цели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код, который можно изучать, разбирать, адаптировать.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Изучите шаблоны одностраничных сайтов-резюме (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https://freefrontend.com/html-resume-templates/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 Выделите и напишите преимущества и недостатки трех разных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сайтов-портфолио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Аргументируйте свой ответ.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1857364"/>
            <a:ext cx="9144000" cy="267765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Выберите понравившийся макет сайта и переделайте его под другого человека: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•	заполните его информацией;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•	измените что-то во внешнем виде текста (например, цвет/шрифт);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•	измените что-то во внешнем виде блоков (цвет/порядок/отступы);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4653136"/>
            <a:ext cx="9144000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Создайте на своем рабочем столе файл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index.html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скопируйте туда любой понравившейся код и запустите его в браузере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5685055"/>
            <a:ext cx="914400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Примечание: поэкспериментируйте с разными сайтами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резюме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Подумайте, чтобы Вы еще хотели отразить на подобном сайте (поищите дополнительные примеры в сети Интернет)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180</Words>
  <Application>Microsoft Office PowerPoint</Application>
  <PresentationFormat>Экран (4:3)</PresentationFormat>
  <Paragraphs>18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Тема Office</vt:lpstr>
      <vt:lpstr>Создание сайта-резюме</vt:lpstr>
      <vt:lpstr>Что такое сайт резюме?</vt:lpstr>
      <vt:lpstr>Преимущества сайта резюме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7</cp:revision>
  <dcterms:created xsi:type="dcterms:W3CDTF">2026-04-04T21:37:53Z</dcterms:created>
  <dcterms:modified xsi:type="dcterms:W3CDTF">2026-04-11T09:44:40Z</dcterms:modified>
</cp:coreProperties>
</file>
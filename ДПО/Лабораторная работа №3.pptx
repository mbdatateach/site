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28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6E9F-BFF6-4B9F-9B14-30525A80491F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D6E9F-BFF6-4B9F-9B14-30525A80491F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D8FFB-64E4-4C38-A523-5232A97EBAA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Разработка сайта по макету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3608" y="509896"/>
            <a:ext cx="6823911" cy="6336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Прямоугольник 1"/>
          <p:cNvSpPr/>
          <p:nvPr/>
        </p:nvSpPr>
        <p:spPr>
          <a:xfrm>
            <a:off x="1197103" y="-11384"/>
            <a:ext cx="66704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Макет, который необходимо реализовать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26248" y="1916832"/>
            <a:ext cx="9144000" cy="48013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Блок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«Акции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недели»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разместить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 блоком «Наше фирменное блюдо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». Включить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2–3 текущих предложения (например: «Скидка 15 %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круассаны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утрам», «Второй пирог — за полцены», «Набор „Завтрак“: кофе +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круассан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250 руб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.»); для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каждого предложения указать срок действия (например, «до 30.04.2026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»); оформить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использованием ярких акцентов (красный/оранжевый цвет для скидки, зелёный для выгодного предложения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размер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текста — 14–16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жирный шрифт для суммы скидки и цены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Блок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«Отзывы гостей»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разместить перед футером. Включить 2–3 коротких отзыва (1–2 предложения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Обожаю ваш яблочный пирог! Всегда свежий и ароматный. — Анна, постоянный гость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»;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Круассаны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просто тают во рту. Спасибо за качество! — Михаил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»;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отзывы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оформить в виде карточек с лёгкой рамкой; шрифт — курсивный для текста отзыва, жирный для имени автора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Мини‑галерея выпечки.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Добавить блок «Попробуйте также» после акций: разместить 4–6 изображений других популярных изделий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круассаны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эклеры, хлеб на закваске, пирожные). каждое изображение должно сопровождаться подписью (название изделия) 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ценой; использовать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сетку 2×2 или 2×3 для компактного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размещения; добавить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 увеличения изображения при наведении курсора.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-26248" y="35898"/>
            <a:ext cx="9144000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реализации макета дизайнера был проведён диалог с заказчиком. В результате уточнены и добавлены требования к сайту пекарни «Сладкий уголок» — с фокусом на быстрые улучшения пользовательского опыта без увеличения сроков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xmlns="" val="1935062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264</Words>
  <Application>Microsoft Office PowerPoint</Application>
  <PresentationFormat>Экран (4:3)</PresentationFormat>
  <Paragraphs>6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Тема Office</vt:lpstr>
      <vt:lpstr>Разработка сайта по макету</vt:lpstr>
      <vt:lpstr>Слайд 2</vt:lpstr>
      <vt:lpstr>Слайд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9</cp:revision>
  <dcterms:created xsi:type="dcterms:W3CDTF">2026-04-04T21:37:53Z</dcterms:created>
  <dcterms:modified xsi:type="dcterms:W3CDTF">2026-04-14T18:05:05Z</dcterms:modified>
</cp:coreProperties>
</file>
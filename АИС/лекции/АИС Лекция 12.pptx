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72" r:id="rId9"/>
    <p:sldId id="266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850" y="-9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Базы данных и хранение данных в ИС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35846"/>
            <a:ext cx="9144000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Виды СУБД, репликация,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бэкапы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кластеры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 мире баз данных нет универсального решения: СУБД делят по архитектуре и назначению. Реляционные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PostgreSQL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MySQL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 хранят данные в таблицах и сильны строгой целостностью и транзакциями — это выбор для учёта, заказов, финансов. Документные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 и колоночные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ClickHouse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 лучше подходят для гибких структур или быстрой агрегации.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Графовые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(Neo4j) незаменимы, когда важнее связи между объектами, чем сами объекты. Отдельно стоят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in‑memory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системы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Redis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Memcached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), где скорость достигается за счёт хранения в оперативной памяти, но ценой ограниченной долговечности. Такое разнообразие позволяет подбирать инструмент под задачу, а не пытаться «впихнуть» всё в одну базу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Репликация и кластеры решают задачи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масштабируемости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и отказоустойчивости. Репликация — это копирование данных между узлами: асинхронно (быстрее, но с риском потери последних изменений при аварии) или синхронно (надёжнее, но медленнее). Она нужна, чтобы разгрузить чтение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read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replicas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 и пережить отказ сервера. Кластер — это группа узлов, которые вместе образуют единую систему: в одних кластерах узлы делят хранилище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shared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disk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), в других — каждый хранит свою часть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shared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nothing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 В кластере можно автоматически перераспределять нагрузку и переключаться на резервный узел, если основной падает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Бэкапы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это страховка от ошибок, сбоев и атак. Полные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бэкапы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фиксируют всё состояние базы на момент времени и просты для восстановления, но тяжелы и делаются нечасто. Инкрементные сохраняют только изменения с прошлого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бэкапа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экономя место и время, но усложняют восстановление. Для максимальной надёжности используют комбинацию: полный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бэкап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раз в сутки плюс инкрементные каждые несколько часов. Важно не только делать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бэкапы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но и регулярно проверять, что из них можно реально восстановить — иначе это не страховка, а иллюзия безопасности.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35846"/>
            <a:ext cx="9144000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Индексы, планы запросов, мониторинг производительности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Индексы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— это вспомогательные структуры, которые ускоряют поиск, сортировку и соединения. Они работают как алфавитный указатель: вместо полного перебора базы система быстро находит нужные строки по отсортированным значениям. Но за скорость приходится платить: индексы занимают место и замедляют запись, потому что при каждом изменении данных нужно обновлять и основную таблицу, и все связанные индексы. Поэтому индексы создают осознанно — только на полях, по которым реально часто ищут или соединяют таблицы, и избегают избыточности.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План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запроса — это «маршрут», по которому база собирается выполнить запрос. Оптимизатор выбирает между разными стратегиями: полное сканирование таблицы, поиск по индексу, разные типы соединений.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PostgreSQL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план можно посмотреть через EXPLAIN ANALYZE: он покажет, какие операции выполняются, сколько строк обрабатывается и сколько времени тратится. По плану видно, где запрос «спотыкается»: например, идёт полное сканирование вместо индексного поиска или соединение выполняется неэффективно. Это главный инструмент для поиска узких мест.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Мониторинг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производительности собирает метрики, чтобы вовремя заметить проблемы. Важные показатели: время выполнения запросов, количество активных соединений, очередь запросов, использование CPU и памяти, скорость чтения/записи на диск. Полезно отслеживать не только средние значения, но и перцентили (например, 95‑й или 99‑й): среднее время может быть нормальным, а редкие запросы — сильно тормозить систему. Современные инструменты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Prometheus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Grafana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встроенные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дашборды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СУБД) позволяют визуализировать эти метрики и настраивать оповещения, чтобы реагировать до того, как пользователи начнут жаловаться на тормоза.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35846"/>
            <a:ext cx="914400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Выбор хранилища под тип нагрузки (OLTP/OLAP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OLTP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Online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Transaction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Processing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 — это про быстрые и частые операции с небольшими порциями данных: оформление заказов, проведение платежей, запись логов. Здесь важны низкая задержка, высокая пропускная способность и строгая целостность. Для OLTP подходят классические реляционные СУБД с поддержкой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ACID‑транзакций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PostgreSQL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MySQL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Oracle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В таких системах много коротких запросов, и архитектура оптимизирована под частые вставки, обновления и точечные выборки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OLAP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Online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Analytical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Processing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 — это про анализ больших объёмов данных: отчёты,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дашборды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агрегации по периодам и регионам. Здесь важнее скорость сложных запросов и эффективность хранения, а не мгновенная запись. Для OLAP используют колоночные СУБД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ClickHouse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Vertica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), хранилища данных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Snowflake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 или специализированные движки. В них данные хранятся по колонкам, что ускоряет агрегации и сжатие, а запись может быть менее эффективной — это компромисс ради скорости аналитики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Иногда в одном проекте нужны оба типа нагрузки. Тогда используют гибридные схемы: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OLTP‑база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служит источником, а данные периодически выгружают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OLAP‑хранилище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для отчётов. Ещё один вариант —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шардирование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 часть данных держат в реляционной базе, часть — в специализированной. Главное — не пытаться заставить одну систему делать всё сразу: это почти всегда приводит к компромиссам, которые в итоге мешают и операциям, и аналитике.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35846"/>
            <a:ext cx="9144000" cy="6309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NoSQL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системы</a:t>
            </a:r>
          </a:p>
          <a:p>
            <a:pPr algn="just"/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NoSQL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— это не «без SQL», а «не только SQL»: это семейство систем, которые решают задачи, где реляционные базы неудобны или неэффективны. Документные базы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CouchDB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хранят данные как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JSON‑документы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схема не фиксирована, поля можно добавлять на лету, а вложенные структуры хранятся «как есть». Это удобно для каталогов, профилей пользователей,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контента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где структура может меняться.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Ключ‑значение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Redis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DynamoDB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дают максимальную скорость доступа по ключу и часто используются как кэш или хранилище сессий.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Колоночные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Cassandra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HBase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графовые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(Neo4j,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ArangoDB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системы закрывают свои ниши: первые — для быстрой записи и агрегации больших потоков событий, вторые — для анализа сложных связей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соцсети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рекомендации,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антифрод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). У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NoSQL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часто слабее гарантии целостности и транзакций, но выше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масштабируемость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скорость на специфических задачах.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Выбор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NoSQL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оправдан, когда важны гибкость схемы, горизонтальное масштабирование или экстремальная скорость. Но это не замена реляционным базам: если проекту нужны строгие транзакции, сложные соединения и отчёты — реляционная СУБД остаётся лучшим выбором. Часто в реальных системах используют оба подхода: реляционная база для основной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бизнес‑логики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NoSQL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— для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кэша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логов или специфической аналитики.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35846"/>
            <a:ext cx="9144000" cy="6309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NoSQL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системы</a:t>
            </a:r>
          </a:p>
          <a:p>
            <a:pPr algn="just"/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NoSQL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— это не «без SQL», а «не только SQL»: это семейство систем, которые решают задачи, где реляционные базы неудобны или неэффективны. Документные базы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CouchDB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хранят данные как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JSON‑документы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схема не фиксирована, поля можно добавлять на лету, а вложенные структуры хранятся «как есть». Это удобно для каталогов, профилей пользователей,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контента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где структура может меняться.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Ключ‑значение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Redis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DynamoDB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дают максимальную скорость доступа по ключу и часто используются как кэш или хранилище сессий.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Колоночные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Cassandra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HBase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графовые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(Neo4j,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ArangoDB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системы закрывают свои ниши: первые — для быстрой записи и агрегации больших потоков событий, вторые — для анализа сложных связей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соцсети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рекомендации,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антифрод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). У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NoSQL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часто слабее гарантии целостности и транзакций, но выше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масштабируемость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скорость на специфических задачах.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Выбор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NoSQL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оправдан, когда важны гибкость схемы, горизонтальное масштабирование или экстремальная скорость. Но это не замена реляционным базам: если проекту нужны строгие транзакции, сложные соединения и отчёты — реляционная СУБД остаётся лучшим выбором. Часто в реальных системах используют оба подхода: реляционная база для основной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бизнес‑логики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NoSQL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— для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кэша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логов или специфической аналитики.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35846"/>
            <a:ext cx="9144000" cy="61801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2400" b="1" dirty="0" smtClean="0">
                <a:latin typeface="Times New Roman"/>
                <a:ea typeface="Times New Roman"/>
                <a:cs typeface="Times New Roman"/>
              </a:rPr>
              <a:t>Резервное копирование: последний рубеж защиты</a:t>
            </a:r>
            <a:endParaRPr lang="ru-RU" sz="2400" dirty="0" smtClean="0">
              <a:ea typeface="Times New Roman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Репликация спасает от отказа серверов, но не от человеческих ошибок: если кто-то случайно удалит таблицу или выполнит неверный UPDATE, эта операция реплицируется на все копии.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Бэкап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— это независимая копия на определённый момент времени, до которой можно откатиться. Полный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бэкап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копирует всё (надёжно, но долго и занимает много места). Инкрементальный — только изменения с прошлого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бэкапа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(быстро и мало места, но восстановление требует цепочки копий).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Снапшот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— мгновенный снимок состояния на уровне файловой системы (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copy-on-write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): делается за секунды, но растёт по мере изменения данных. RPO (сколько данных готовы потерять) определяет частоту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бэкапов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: если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бэкап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раз в сутки, то RPO — 24 часа. RTO (сколько времени готовы не работать) определяет процесс восстановления: полный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бэкап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на 10 ТБ восстанавливается часами,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снапшот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— за секунды. Для финансов RPO близок к нулю (непрерывная архивация логов + репликация), для аналитического хранилища RPO может быть сутками. Главное правило: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бэкап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без тестирования восстановления — это не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бэкап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, а надежда. Регулярные учения по восстановлению — обязательная часть любой стратегии.</a:t>
            </a:r>
            <a:endParaRPr lang="ru-RU" sz="2000" dirty="0"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35846"/>
            <a:ext cx="9144000" cy="511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2400" b="1" dirty="0" smtClean="0">
                <a:latin typeface="Times New Roman"/>
                <a:ea typeface="Times New Roman"/>
                <a:cs typeface="Times New Roman"/>
              </a:rPr>
              <a:t>DFD для определения </a:t>
            </a:r>
            <a:r>
              <a:rPr lang="ru-RU" sz="2400" b="1" dirty="0" smtClean="0">
                <a:latin typeface="Times New Roman"/>
                <a:ea typeface="Times New Roman"/>
                <a:cs typeface="Times New Roman"/>
              </a:rPr>
              <a:t>хранения</a:t>
            </a:r>
            <a:endParaRPr lang="ru-RU" sz="2400" b="1" dirty="0" smtClean="0">
              <a:latin typeface="Times New Roman"/>
              <a:ea typeface="Times New Roman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DFD (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Data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Flow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Diagram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) — это диаграмма потоков данных, которая помогает понять, где и как данные появляются, куда передаются и где хранятся. На DFD есть процессы (действия), внешние сущности (пользователи, другие системы), потоки данных (стрелки) и хранилища данных (базы, файлы, очереди). Хранилища на DFD — это не детали реализации, а логические места, где данные «оседают» между процессами: например, «База заказов», «Хранилище отчётов», «Очередь задач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».</a:t>
            </a:r>
            <a:endParaRPr lang="ru-RU" sz="2000" dirty="0" smtClean="0">
              <a:latin typeface="Times New Roman"/>
              <a:ea typeface="Times New Roman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DFD помогает заранее определить типы хранилищ под разные потоки: горячие данные (текущие заказы) — в быстрой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OLTP‑базе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, архивные — в объектном хранилище или отдельной таблице, </a:t>
            </a:r>
            <a:r>
              <a:rPr lang="ru-RU" sz="2000" dirty="0" err="1" smtClean="0">
                <a:latin typeface="Times New Roman"/>
                <a:ea typeface="Times New Roman"/>
                <a:cs typeface="Times New Roman"/>
              </a:rPr>
              <a:t>логи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 — в специализированном хранилище событий. Диаграмма позволяет увидеть узкие места: например, один процесс пишет в хранилище, а другой массово читает, создавая нагрузку. Это повод разделить хранилища или добавить кэш.</a:t>
            </a:r>
            <a:endParaRPr lang="ru-RU" sz="2000" dirty="0"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5721981" cy="3000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3108" y="3071810"/>
            <a:ext cx="7000891" cy="3786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5715008" y="285728"/>
            <a:ext cx="342899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DFD 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Flow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Diagram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диаграмма потоков данных: показывает, откуда данные приходят, как обрабатываются, где хранятся и куда передаются. Фокус — на данных, а не на порядке действий или исполнителях.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85720" y="4429132"/>
            <a:ext cx="1374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DFD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1650</Words>
  <PresentationFormat>Экран (4:3)</PresentationFormat>
  <Paragraphs>28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Базы данных и хранение данных в ИС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Распределённое хранение данных </dc:title>
  <dc:creator>user</dc:creator>
  <cp:lastModifiedBy>user</cp:lastModifiedBy>
  <cp:revision>3</cp:revision>
  <dcterms:created xsi:type="dcterms:W3CDTF">2026-09-27T20:17:34Z</dcterms:created>
  <dcterms:modified xsi:type="dcterms:W3CDTF">2026-10-22T15:01:32Z</dcterms:modified>
</cp:coreProperties>
</file>
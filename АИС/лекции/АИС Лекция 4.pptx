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E21E-8041-4A8A-81C7-F4984BAB0CB3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1F33E-A7D4-4ABE-8E99-FC23CD4D7F8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python/tutorial/6.8.php?ysclid=mtu0qsf22h4649135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Управление пакетами и зависимостями: </a:t>
            </a:r>
            <a:r>
              <a:rPr lang="ru-RU" b="1" dirty="0" err="1"/>
              <a:t>воспроизводимость</a:t>
            </a:r>
            <a:r>
              <a:rPr lang="ru-RU" b="1" dirty="0"/>
              <a:t> окружения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Управление зависимостями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 процесс выявления, анализа, документирования и контроля связей между задачами, ресурсами или компонентами, от которых зависит успех проекта или системы. Эффективное управление позволяет точнее планировать сроки, оптимально распределять ресурсы, снижать риски и обеспечивать бесперебойную работу.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357430"/>
            <a:ext cx="6000792" cy="4177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29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342900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Назначение менеджеров пакетов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задачи, которые решают эти инструменты: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Управление зависимостями. Менеджер автоматически находит и устанавливает все необходимые библиотеки и компоненты, без которых программа не запустится.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Централизованные обновления. Вместо того чтобы обновлять каждую программу отдельно, администратор или пользователь может одной командой обновить всю систему до актуальных версий.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Безопасное удаление. При удалении программы менеджер может также убрать все связанные с ней файлы. При этом он проверит, не используются ли эти файлы другими программами, и не оставит ли их в системе.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8847"/>
            <a:ext cx="914400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Менеджеры пакетов</a:t>
            </a:r>
          </a:p>
          <a:p>
            <a:endParaRPr lang="en-US" dirty="0" smtClean="0"/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pip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основной инструмент для установки пакетов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PyPI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Для изоляции зависимостей проектов используйте виртуальные окружения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venv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 Альтернатива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conda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подходит не только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но и для других языков, удобен в научных вычислениях.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C# (и .NET в целом):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NuGet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Пакеты имеют расширение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nupkg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содержат скомпилированный код (DLL) и метаданные. Управляется через .NET CLI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dotnet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package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или в IDE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Studio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VS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C++: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vcpkg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(от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— популярен для управления библиотеками, работает 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хорошо интегрируется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CMake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Studio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другими инструментами. Альтернатива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Conan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но он требует отдельного файла конфигурации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conanfile.txt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41468"/>
            <a:ext cx="6429388" cy="3616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143636" y="4357694"/>
            <a:ext cx="30003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Установка пакетов, </a:t>
            </a:r>
            <a:r>
              <a:rPr lang="ru-RU" b="1" dirty="0" err="1"/>
              <a:t>pip</a:t>
            </a:r>
            <a:r>
              <a:rPr lang="ru-RU" b="1" dirty="0"/>
              <a:t> и виртуальная </a:t>
            </a:r>
            <a:r>
              <a:rPr lang="ru-RU" b="1" dirty="0" smtClean="0"/>
              <a:t>среда</a:t>
            </a:r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>
                <a:hlinkClick r:id="rId3"/>
              </a:rPr>
              <a:t>https://metanit.com/python/tutorial/6.8.php?ysclid=mtu0qsf22h46491353</a:t>
            </a:r>
            <a:endParaRPr lang="en-US" b="1" dirty="0" smtClean="0"/>
          </a:p>
          <a:p>
            <a:pPr algn="ctr"/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Виртуальное окружение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изолированная среда для конкретного проекта, где хранятся его зависимости (библиотеки и их версии), не влияющие на другие проекты или глобальную установку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Это помогает избежать конфликтов версий, упрощает воспроизведение рабочей среды и позволяет безопасно тестировать новые пакеты.</a:t>
            </a:r>
          </a:p>
        </p:txBody>
      </p:sp>
      <p:pic>
        <p:nvPicPr>
          <p:cNvPr id="16389" name="Picture 5" descr="Picture backgrou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357298"/>
            <a:ext cx="6448425" cy="1895476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6429388" y="1285860"/>
            <a:ext cx="27146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Внутри активированного окружения можно устанавливать пакеты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requests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Все установленные пакеты будут изолированы и не повлияют на другие проекты или глобальную установку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430396"/>
            <a:ext cx="4576094" cy="342760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DLL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SO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 — это расширения файлов, которые обозначают 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динамические библиотеки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 (динамически подключаемые библиотеки). Они позволяют программам использовать общий код и ресурсы, что экономит память и дисковое пространство, а также упрощает обновление функциональности. 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ОС управляет загрузкой: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это делает системный загрузчик через вызовы вроде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LoadLibrary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GetProcAddress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 динамический линковщик (например,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ld-linux.so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с помощью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dlopen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dlsym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При этом одна библиотека может одновременно использоваться множеством программ — её код в памяти хранится в единственном экземпляре, экономя ресурсы.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Языки программирования взаимодействуют с такими библиотеками через механизмы вызова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нативного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кода: C/C++ — напрямую, C# — через P/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Invoke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 через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ctypes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cffi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 через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маршалинг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типов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Add-Type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Главное условие — соблюсти соглашение о вызовах и корректно описать типы данных, чтобы программа могла обращаться к функциям библиотеки.</a:t>
            </a:r>
          </a:p>
          <a:p>
            <a:pPr algn="just"/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Semantic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Versioning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SemVer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 общепринятое соглашение о том, как присваивать номера версиям программного обеспечения. Его главная задача — сделать процесс обновлений предсказуемым и понятным: по номеру версии можно сразу понять, какие изменения внесены и как они повлияют на совместимость с предыдущими версиями.</a:t>
            </a:r>
          </a:p>
        </p:txBody>
      </p:sp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363398"/>
            <a:ext cx="7191364" cy="4494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Манифест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файл с метаданными, который описывает компоненты, настройки и правила работы программы или её части.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Простыми словами: это «паспорт» компонента — в нём записано, из чего он состоит, какие версии библиотек нужны, какие права требуются, как его запускать и как он должен вести себя в системе.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Как это работает на практике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•	Для разработчика манифест фиксирует, что именно входит в сборку, какие зависимости нужны и в какой среде проект должен работать. Это делает сборку воспроизводимой: если ты передашь проект коллеге, по манифесту система сама подтянет нужные пакеты и настроит окружение.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•	Для администратора манифест — инструмент контроля: по нему проверяют целостность файлов (например, сверяют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хэши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управляют установкой и обновлениями, контролируют права доступа и ведут аудит. Если что то не совпадает с манифестом (файл изменён, версия не та), система может заблокировать запуск.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•	Для ОС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рантайма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манифест — инструкция: где искать ресурсы, под какими привилегиями запускать, какие версии DLL/библиотек использовать, как обрабатывать конфликты версий.</a:t>
            </a:r>
          </a:p>
          <a:p>
            <a:pPr algn="just"/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3786214"/>
            <a:ext cx="4462782" cy="3071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351</Words>
  <Application>Microsoft Office PowerPoint</Application>
  <PresentationFormat>Экран (4:3)</PresentationFormat>
  <Paragraphs>27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Управление пакетами и зависимостями: воспроизводимость окружения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2026-09-09T11:27:58Z</dcterms:created>
  <dcterms:modified xsi:type="dcterms:W3CDTF">2026-09-09T11:45:12Z</dcterms:modified>
</cp:coreProperties>
</file>
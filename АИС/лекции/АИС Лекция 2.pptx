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AA0B-02D8-4AED-9564-366A611608CF}" type="datetimeFigureOut">
              <a:rPr lang="ru-RU" smtClean="0"/>
              <a:pPr/>
              <a:t>02.09.2026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F920-6F20-436A-A210-DD70DD058AD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AA0B-02D8-4AED-9564-366A611608CF}" type="datetimeFigureOut">
              <a:rPr lang="ru-RU" smtClean="0"/>
              <a:pPr/>
              <a:t>02.09.2026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F920-6F20-436A-A210-DD70DD058AD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AA0B-02D8-4AED-9564-366A611608CF}" type="datetimeFigureOut">
              <a:rPr lang="ru-RU" smtClean="0"/>
              <a:pPr/>
              <a:t>02.09.2026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F920-6F20-436A-A210-DD70DD058AD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AA0B-02D8-4AED-9564-366A611608CF}" type="datetimeFigureOut">
              <a:rPr lang="ru-RU" smtClean="0"/>
              <a:pPr/>
              <a:t>02.09.2026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F920-6F20-436A-A210-DD70DD058AD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AA0B-02D8-4AED-9564-366A611608CF}" type="datetimeFigureOut">
              <a:rPr lang="ru-RU" smtClean="0"/>
              <a:pPr/>
              <a:t>02.09.2026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F920-6F20-436A-A210-DD70DD058AD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AA0B-02D8-4AED-9564-366A611608CF}" type="datetimeFigureOut">
              <a:rPr lang="ru-RU" smtClean="0"/>
              <a:pPr/>
              <a:t>02.09.2026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F920-6F20-436A-A210-DD70DD058AD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AA0B-02D8-4AED-9564-366A611608CF}" type="datetimeFigureOut">
              <a:rPr lang="ru-RU" smtClean="0"/>
              <a:pPr/>
              <a:t>02.09.2026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F920-6F20-436A-A210-DD70DD058AD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AA0B-02D8-4AED-9564-366A611608CF}" type="datetimeFigureOut">
              <a:rPr lang="ru-RU" smtClean="0"/>
              <a:pPr/>
              <a:t>02.09.2026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F920-6F20-436A-A210-DD70DD058AD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AA0B-02D8-4AED-9564-366A611608CF}" type="datetimeFigureOut">
              <a:rPr lang="ru-RU" smtClean="0"/>
              <a:pPr/>
              <a:t>02.09.2026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F920-6F20-436A-A210-DD70DD058AD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AA0B-02D8-4AED-9564-366A611608CF}" type="datetimeFigureOut">
              <a:rPr lang="ru-RU" smtClean="0"/>
              <a:pPr/>
              <a:t>02.09.2026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F920-6F20-436A-A210-DD70DD058AD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AA0B-02D8-4AED-9564-366A611608CF}" type="datetimeFigureOut">
              <a:rPr lang="ru-RU" smtClean="0"/>
              <a:pPr/>
              <a:t>02.09.2026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DF920-6F20-436A-A210-DD70DD058AD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AAA0B-02D8-4AED-9564-366A611608CF}" type="datetimeFigureOut">
              <a:rPr lang="ru-RU" smtClean="0"/>
              <a:pPr/>
              <a:t>02.09.2026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DF920-6F20-436A-A210-DD70DD058AD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-keys.ru/articles/services-msc-upravlenie-sluzhbami-windows-spravochnik/?ysclid=mtka5kvpjk25878068" TargetMode="External"/><Relationship Id="rId2" Type="http://schemas.openxmlformats.org/officeDocument/2006/relationships/hyperlink" Target="https://frolov-lib.ru/books/bsp.old/v18/ch1.html?ysclid=mtka470m3h130773858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securitylab.ru/blog/personal/paragraph/357097.php?ysclid=mtkaado55c98018149" TargetMode="External"/><Relationship Id="rId4" Type="http://schemas.openxmlformats.org/officeDocument/2006/relationships/hyperlink" Target="https://windowsnotes.ru/other/nastrojka-razreshenij-fajlovoj-sistemy-ntfs/?ysclid=mtka8nxpj507503065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Операционные среды для администратора: </a:t>
            </a:r>
            <a:r>
              <a:rPr lang="ru-RU" b="1" dirty="0" err="1" smtClean="0"/>
              <a:t>Windows</a:t>
            </a:r>
            <a:r>
              <a:rPr lang="ru-RU" b="1" dirty="0" smtClean="0"/>
              <a:t> (управление и контроль) и DOS (сервисные сценарии)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Дополнительно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10245"/>
            <a:ext cx="914400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MS-DOS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программиста</a:t>
            </a: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frolov-lib.ru/books/bsp.old/v18/ch1.html?ysclid=mtka470m3h130773858</a:t>
            </a: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Services.msc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: управление службами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 — практический справочник</a:t>
            </a: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https://digi-keys.ru/articles/services-msc-upravlenie-sluzhbami-windows-spravochnik/?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ysclid=mtka5kvpjk25878068</a:t>
            </a: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Настройка разрешений файловой системы NTFS</a:t>
            </a: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https://windowsnotes.ru/other/nastrojka-razreshenij-fajlovoj-sistemy-ntfs/?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ysclid=mtka8nxpj507503065</a:t>
            </a: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Журнал событий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: что это, виды и как использовать</a:t>
            </a: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  <a:hlinkClick r:id="rId5"/>
              </a:rPr>
              <a:t>https://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  <a:hlinkClick r:id="rId5"/>
              </a:rPr>
              <a:t>www.securitylab.ru/blog/personal/paragraph/357097.php?ysclid=mtkaado55c98018149</a:t>
            </a: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5429256" cy="4079024"/>
          </a:xfrm>
          <a:prstGeom prst="rect">
            <a:avLst/>
          </a:prstGeom>
          <a:noFill/>
        </p:spPr>
      </p:pic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0" y="2286000"/>
            <a:ext cx="6096000" cy="4572000"/>
          </a:xfrm>
          <a:prstGeom prst="rect">
            <a:avLst/>
          </a:prstGeom>
          <a:noFill/>
        </p:spPr>
      </p:pic>
      <p:sp>
        <p:nvSpPr>
          <p:cNvPr id="6" name="Прямоугольник 5"/>
          <p:cNvSpPr/>
          <p:nvPr/>
        </p:nvSpPr>
        <p:spPr>
          <a:xfrm>
            <a:off x="6143636" y="0"/>
            <a:ext cx="25058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MS DOS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8272" y="1071547"/>
            <a:ext cx="9200546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3286116" y="0"/>
            <a:ext cx="25058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MS DOS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В норме число процессов в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не должно превышать 100. Если это значение достигает 1000, это может говорить о наличии неполадок или каких-то серьезных изменениях в системе. В этом случае необходимо проверить, что это за процессы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Командная строка в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— это программа, которая эмулирует поле ввода в пользовательском интерфейсе. Для управления процессами в командной строке есть две утилиты:</a:t>
            </a:r>
          </a:p>
          <a:p>
            <a:pPr algn="just"/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Tasklist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Показывает список процессов на локальном или удаленном компьютере. Для каждого процесса выводит имя образа, PID, имя сессии, номер сеанса и объем занимаемой памяти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0" name="AutoShape 2" descr="https://optim.tildacdn.one/tild3530-3635-4563-b765-363762386162/-/resize/760x/-/format/webp/processy-os-windows-.png.webp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79121" y="2357430"/>
            <a:ext cx="4264879" cy="4500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3357562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Процессы в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это экземпляры выполняющихся программ, которые предоставляют необходимые ресурсы для их работы. Проще говоря, процесс — это «контейнер» с кодом, данными и ресурсами (памятью, дескрипторами файлов, контекстом безопасности), который создаётся при запуске программы.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2857496"/>
            <a:ext cx="5316018" cy="4000504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Службы в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это фоновые процессы, которые выполняют различные системные функции без непосредственного взаимодействия с пользователем. Они запускаются автоматически при старте операционной системы или по требованию и работают независимо от того, вошёл ли в систему какой-либо пользователь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Технически каждая служба — это исполняемый файл или библиотека, которая регистрируется в системе специальным образом. Управление ими осуществляет 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диспетчер управления службами (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Service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Control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Manager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, SCM)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Он считывает настройки из реестра и запускает службы согласно заданным параметрам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Для работы со службами в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есть встроенная утилита — 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services.msc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Service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Control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Manager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). Открыть её можно, введя эту команду в окне «Выполнить» (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Win+R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714356"/>
            <a:ext cx="8193485" cy="2538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429000"/>
            <a:ext cx="5081686" cy="3429000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3286116" y="0"/>
            <a:ext cx="30169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ACL | ACE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5" name="Picture 2" descr="Picture background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0" y="3429000"/>
            <a:ext cx="4571999" cy="3429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9775"/>
            <a:ext cx="9144000" cy="484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Журнал событий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структурированная система записей обо всём важном, что происходит в операционной системе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Сюда автоматически попадают сведения о действиях самой системы (запуск служб, работа драйверов, сбои компонентов) и установленных программ (приложений, служб). Это главный инструмент для диагностики неполадок, анализа производительности и отслеживания действий, связанных с безопасностью. 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176</Words>
  <Application>Microsoft Office PowerPoint</Application>
  <PresentationFormat>Экран (4:3)</PresentationFormat>
  <Paragraphs>24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Операционные среды для администратора: Windows (управление и контроль) и DOS (сервисные сценарии)</vt:lpstr>
      <vt:lpstr>Дополнительно</vt:lpstr>
      <vt:lpstr>Слайд 3</vt:lpstr>
      <vt:lpstr>Слайд 4</vt:lpstr>
      <vt:lpstr>Слайд 5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13</cp:revision>
  <dcterms:created xsi:type="dcterms:W3CDTF">2026-09-02T13:06:33Z</dcterms:created>
  <dcterms:modified xsi:type="dcterms:W3CDTF">2026-09-02T16:02:18Z</dcterms:modified>
</cp:coreProperties>
</file>
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3300" y="-13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otus.ru/nest/post/770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err="1" smtClean="0"/>
              <a:t>Git</a:t>
            </a:r>
            <a:r>
              <a:rPr lang="ru-RU" b="1" dirty="0" smtClean="0"/>
              <a:t> для конфигураций и артефактов проекта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1538" y="0"/>
            <a:ext cx="659180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. Как работает </a:t>
            </a:r>
            <a:r>
              <a:rPr lang="ru-RU" sz="3600" b="1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/>
            <a:r>
              <a:rPr lang="en-US" sz="36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https://otus.ru/nest/post/770/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643438" cy="2602864"/>
          </a:xfrm>
          <a:prstGeom prst="rect">
            <a:avLst/>
          </a:prstGeom>
          <a:noFill/>
        </p:spPr>
      </p:pic>
      <p:pic>
        <p:nvPicPr>
          <p:cNvPr id="24580" name="Picture 4" descr="Picture backgrou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3643310"/>
            <a:ext cx="5000628" cy="321469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143372" y="1142984"/>
            <a:ext cx="50006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обеспечивает качество за счёт полной истории изменений: каждый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фиксирует автора, дату, описание правки и ссылки на задачи, позволяя точно установить, когда и почему изменилась логика расчётов — это критично для экономических систем, где любое обновление формул должно быть обосновано и прозрачно.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786190"/>
            <a:ext cx="42148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Аудит и восстановление версий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дают возможность быстро локализовать источник ошибки и откатиться к стабильной сборке: при расхождениях в отчётах можно сравнить версии, выявить проблемное изменение и вернуть рабочую конфигурацию без потери всей доработки, а теги и ветки обеспечивают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результатов для проверок и согласований.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История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изменений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каждый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фиксирует полный снимок состояния проекта с метаданными (автор, дата, сообщение, ссылка на родителя), формируя прозрачную хронологию развития кода; с помощью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 опциями --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oneline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--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--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graph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show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можно детально отследить эволюцию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сопоставить изменения с требованиями и быстро локализовать источник дефектов — это обеспечивает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версий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прослеживаемость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контроля качества ПО.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Аудит.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Аудит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оперативно установить, кто и когда вносил правки в конкретные строки или файлы: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blame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показывает автора и время изменения каждой строки,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diff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визуализирует различия между версиями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такие инструменты критически важны при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расследовании инцидентов и проверке соответствия стандартам, поскольку дают объективную основу для оценки качества изменений и выявления потенциальных рисков.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Восстановление предыдущих версий.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предоставляет гибкие механизмы отката изменений без потери истории: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restore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возвращает файлы к состоянию конкретного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revert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создаёт отменяющий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безопасной отмены ошибочных правок,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reflog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помогает восстановить даже удалённые или потерянные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коммиты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это гарантирует возможность быстрого отката при сбоях и поддерживает стабильность релизов, что особенно значимо в процессах обеспечения качества и управления конфигурациями.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ориентирован на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коллаборацию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открытое сообщество: здесь сильны социальные механики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звёзды, профили активности), интерфейс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минималистичен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а CI/CD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Actions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и прочие инструменты часто подключаются как отдельные компоненты экосистемы — это удобно для распределённых команд 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open‑source‑проектов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GitLab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позиционируется как единая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DevOps‑платформа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«всё в одном»: встроенные CI/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CD‑пайплайны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расширенные средства безопасности, детальный контроль прав и возможность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self‑hosted‑развёртывания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дают полный цикл управления качеством и релизами, что особенно ценно в корпоративных сценариях и при строгих требованиях к инфраструктуре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GitVerse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 — российская платформа для совместной работы с кодом, ориентированная на локализацию данных и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импортозамещение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она интегрирована с экосистемой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Сбера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Cloud.ru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GigaIDE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ИИ‑ассистент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GigaCode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), поддерживает привычный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Git‑workflow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делает упор на безопасность в рамках требований российского законодательства — это особенно актуально для госсектора и компаний, которым важно хранить данные на территории РФ.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0" y="0"/>
            <a:ext cx="63579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GitFlow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структурированная модель для проектов с чётким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релизным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циклом. В ней есть две постоянные ветки: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(стабильный код 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(интеграция новых функций). Для задач создают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/, для стабилизации перед релизом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/, а для срочных исправлений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hotfix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 (её ответвляют прямо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Модель даёт предсказуемость, но из-за долгоживущих веток может усложнять интеграцию.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27" name="Picture 27" descr="https://media.proglib.io/wp-uploads/2017/06/jbfetKH.png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78" y="0"/>
            <a:ext cx="1978042" cy="2620906"/>
          </a:xfrm>
          <a:prstGeom prst="rect">
            <a:avLst/>
          </a:prstGeom>
          <a:noFill/>
        </p:spPr>
      </p:pic>
      <p:sp>
        <p:nvSpPr>
          <p:cNvPr id="30" name="Прямоугольник 29"/>
          <p:cNvSpPr/>
          <p:nvPr/>
        </p:nvSpPr>
        <p:spPr>
          <a:xfrm>
            <a:off x="0" y="2071678"/>
            <a:ext cx="578644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Flow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— упрощённый и гибкий подход, ориентированный на непрерывную интеграцию и частые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деплои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Вся стабильная работа живёт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(или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master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 Для каждой задачи разработчик создаёт отдельную ветку от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после завершения работы формирует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Pull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Request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проходит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автотесты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только тогда сливает изменения обратно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После слияния код сразу можно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деплоить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Подходит для небольших команд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веб-проектов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где важна скорость.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31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9322" y="2643182"/>
            <a:ext cx="3214677" cy="180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Прямоугольник 32"/>
          <p:cNvSpPr/>
          <p:nvPr/>
        </p:nvSpPr>
        <p:spPr>
          <a:xfrm>
            <a:off x="0" y="4303455"/>
            <a:ext cx="607219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Development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(TBD)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подход с фокусом на максимально быструю интеграцию. В основе — одна основная ветка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trunk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часто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куда разработчики вносят изменения. Либо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коммитят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небольшие атомарные правки напрямую, либо создают очень короткоживущие ветки (на часы или пару дней), которые быстро сливают обратно. Чтобы «сырой» функционал не мешал пользователям, используют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flags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(флаги функций): код попадает в основную ветку, но остаётся скрытым до включения флага. Модель минимизирует конфликты, подходит для команд с высокой дисциплиной CI/CD и опытных разработчиков.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33" name="Picture 33" descr="https://axify.io/hs-fs/hubfs/trunk-based%20development%20diagram.webp?width=1584&amp;height=960&amp;name=trunk-based%20development%20diagram.web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79310" y="4500570"/>
            <a:ext cx="3064690" cy="18573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Ветки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изолируют параллельную работу над разными задачами: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master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хранит стабильную версию,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develop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служит интеграционной веткой,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feature‑ветки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создаются для отдельных функций,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для финальной стабилизации релиза, 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hotfix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для срочного исправления ошибок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 стандартизированные префиксы 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feature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/,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hotfix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/) и правила слияния повышают прозрачность и снижают риски конфликтов, что напрямую поддерживает процессы SQA.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Коммиты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Коммит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фиксирует атомарное изменение кода с метаданными (автор, дата, сообщение) и формирует историю проекта: грамотные сообщения по стандарту (например,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Conventional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Commits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 делают историю читаемой, а мелкие и частые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коммиты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упрощают откат и поиск дефектов через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bisect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ключевой элемент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прослеживаемости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контроля качества изменений.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Теги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Теги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помечают значимые точки истории (версии, релизы,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хотфиксы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): лёгкие теги служат метками, а аннотированные дополнительно хранят подпись и метаданные, подтверждая целостность версии; теги обеспечивают однозначную идентификацию сборок для тестирования и аудита, а также позволяют быстро восстановить эталонное состояние проекта при инцидентах.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2150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gitignore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файл, который говорит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какие файлы и папки не нужно отслеживать (например, временные файлы,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сборки, секреты) — так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остаётся чистым и не разрастается мусором.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92880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README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главная инструкция к проекту: кратко объясняет, что делает проект, как его запустить, какие зависимости нужны и как участвовать в разработке — это первое, что читают пользователи и новые участники команды.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35769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CHANGELOG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журнал изменений между версиями: фиксирует, что нового добавили, какие ошибки исправили и какие изменения могут сломать совместимость — он нужен для прозрачности релизов и аудита в процессах управления качеством.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330" y="0"/>
            <a:ext cx="1066800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857364"/>
            <a:ext cx="4429124" cy="239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4361639"/>
            <a:ext cx="3714744" cy="2496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3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533" name="AutoShape 5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905926"/>
            <a:ext cx="5576546" cy="395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Управление конфигурациями (SCM)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решает задачи сохранения целостности системы,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сборок и контроля изменений: его цели — обеспечить стабильность версий, минимизировать риски при обновлениях и гарантировать, что каждая сборка соответствует утверждённой конфигурации, что особенно критично для экономических расчётов, где важна полная повторяемость результатов.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Объекты конфигурации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включают исходный код,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сборки, зависимости, настройки окружений, документацию и требования; контроль версий фиксирует каждое изменение, 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связать правки с задачами и дефектами, отследить влияние изменений на функционал и обосновать корректировки при аудите — это даёт прозрачную историю для обоснования решений в дипломных и промышленных проектах.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844987"/>
            <a:ext cx="7643834" cy="4013013"/>
          </a:xfrm>
          <a:prstGeom prst="rect">
            <a:avLst/>
          </a:prstGeom>
          <a:noFill/>
        </p:spPr>
      </p:pic>
      <p:pic>
        <p:nvPicPr>
          <p:cNvPr id="18436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26920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85728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Версионирование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кода,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конфигов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и документации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фиксирует изменения по отдельности: код —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коммиты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конфиги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через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файлы (с исключением секретов), документацию —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Markdown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файлы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Это даёт полную историю правок, возможность аудита и отката для всех артефактов проекта — критично для диплома, где важна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прослеживаемость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решений и обоснованность изменений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среды через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Среда воссоздаётся по файлам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репозитории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зависимости — через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requirements.txt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настройки — через шаблоны вроде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env.example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 шаги установки — через README. Так любой участник (и комиссия) сможет запустить проект в идентичном окружении без ручной настройки, что подтверждает надёжность и повторяемость результатов — ключевой аргумент в дипломной работе по аналитике и качеству ПО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749</Words>
  <PresentationFormat>Экран 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Git для конфигураций и артефактов проекта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8</cp:revision>
  <dcterms:created xsi:type="dcterms:W3CDTF">2026-09-23T12:58:28Z</dcterms:created>
  <dcterms:modified xsi:type="dcterms:W3CDTF">2026-09-23T14:05:56Z</dcterms:modified>
</cp:coreProperties>
</file>
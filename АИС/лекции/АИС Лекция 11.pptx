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0" r:id="rId4"/>
    <p:sldId id="263" r:id="rId5"/>
    <p:sldId id="266" r:id="rId6"/>
    <p:sldId id="267" r:id="rId7"/>
    <p:sldId id="268" r:id="rId8"/>
    <p:sldId id="269" r:id="rId9"/>
    <p:sldId id="265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850" y="-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pPr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pPr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pPr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pPr/>
              <a:t>17.10.2026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pPr/>
              <a:t>17.10.2026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pPr/>
              <a:t>17.10.2026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pPr/>
              <a:t>17.10.2026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pPr/>
              <a:t>17.10.2026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pPr/>
              <a:t>17.10.2026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pPr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4ADCD-ECB0-437E-A1EA-BEA77419552A}" type="datetimeFigureOut">
              <a:rPr lang="ru-RU" smtClean="0"/>
              <a:pPr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2C39-5427-4772-8D76-D87146D1A8B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4ADCD-ECB0-437E-A1EA-BEA77419552A}" type="datetimeFigureOut">
              <a:rPr lang="ru-RU" smtClean="0"/>
              <a:pPr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52C39-5427-4772-8D76-D87146D1A8B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Облачные </a:t>
            </a:r>
            <a:r>
              <a:rPr lang="ru-RU" b="1" dirty="0" smtClean="0"/>
              <a:t>технологии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"/>
            <a:ext cx="9144000" cy="6869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357166"/>
            <a:ext cx="9144000" cy="60102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651288"/>
            <a:ext cx="8429684" cy="620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0" y="751344"/>
            <a:ext cx="9144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Виртуальные машины, диски, сети,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балансировщики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Виртуальные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машины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IaaS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 дают возможность эмулировать физические серверы: пользователь получает выделенные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vCPU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RAM и диски, при этом управление ОС и ПО остаётся на его стороне. Диски в облаке бывают разных типов (блочные, объектные, временные) — их подбирают под характер нагрузки: например, быстрые SSD для баз данных и холодные хранилища для архивов. Сетевая инфраструктура строится через виртуальные подсети, группы безопасности 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балансировщики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нагрузки: последние распределяют трафик между экземплярами, повышая отказоустойчивость и сглаживая пики запросов. Такая связка позволяет гибко проектировать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клиент‑серверные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системы и быстро менять конфигурацию под задачи проекта.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0" y="751344"/>
            <a:ext cx="9144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Автомасштабирование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, резервирование, зоны доступности</a:t>
            </a:r>
          </a:p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Автомасштабирование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позволяет динамически добавлять или убирать виртуальные машины в зависимости от текущей нагрузки — это снижает простой ресурсов и защищает от всплесков трафика. Резервирование реализуется через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снапшоты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бэкапы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репликацию данных, а также за счёт дублирования компонентов на уровне сервисов. Зоны доступности — это изолированные площадки внутри региона, где инфраструктура физически разнесена и имеет независимые системы питания и сети: размещение сервиса в нескольких зонах минимизирует риск простоя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из‑за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аварии в одной из них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0" y="285728"/>
            <a:ext cx="91440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Стоимость, квоты, бесплатные тарифы; сравнение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on‑prem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и облака по TCO и SLA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Стоимость облачных ресурсов рассчитывается по модели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pay‑as‑you‑go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платят только за реально потреблённые мощности и операции, а квоты ограничивают использование на уровне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аккаунта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или проекта, защищая от непредвиденного роста расходов. Для обучения многие провайдеры предлагают бесплатные тарифы или гранты, позволяющие протестировать сервисы без финансовых рисков. При сравнении с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on‑prem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ключевым критерием выступает TCO: в облаке преобладают операционные расходы (OPEX) без крупных капитальных вложений (CAPEX), а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on‑prem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значительную часть затрат составляют закупка оборудования, его обслуживание и амортизация.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 SLA облако даёт формализованные гарантии доступности 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техподдержки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тогда как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on‑prem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ответственность за отказоустойчивость полностью лежит на организации — это важно учитывать при обосновании выбора инфраструктуры в дипломном проекте.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0" y="285728"/>
            <a:ext cx="9144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Сравнение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on‑prem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и облака по критериям TCO и SLA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TCO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Total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Cost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Ownership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совокупная стоимость владения) при выборе между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on‑prem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облаком учитывает не только цену «железа», но и весь комплекс расходов.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on‑prem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доминируют капитальные затраты (CAPEX): закупка серверов, СХД, сетевого оборудования, лицензий на ПО и организация площадки (охлаждение, питание, охрана). К этому добавляются операционные расходы (OPEX) — зарплаты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ИТ‑специалистов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энергопотребление, амортизация, обслуживание и утилизация устаревшего оборудования. В облачной модели основной статьёй становятся OPEX по модели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pay‑as‑you‑go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оплата идёт за реально потреблённые ресурсы, а крупные единовременные вложения не требуются. При расчёте TCO на горизонте 3–5 лет важно учитывать скрытые статьи: стоимость простоев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из‑за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сбоев, затраты на резервные мощности «про запас» и трудозатраты команды на рутинные операции — в облаке часть этих рисков и расходов берёт на себя провайдер.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SLA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Service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Level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Agreement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соглашение об уровне сервиса) в облаке — это юридически закреплённые обязательства провайдера по доступности сервиса и регламенту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техподдержки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при нарушении SLA предусмотрены компенсации (обычно в виде кредитов на услуги). Провайдеры обеспечивают высокую доступность за счёт зон доступности, автоматического резервирования и круглосуточного мониторинга, а также дают доступ к расширенной телеметрии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алертам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on‑prem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SLA фактически отсутствует как внешний контракт: доступность и скорость восстановления целиком зависят от внутренних процессов организации. Ответственность за инциденты, время восстановления (RTO) и допустимую потерю данных (RPO) несёт сама компания, и формальных гарантий компенсации в случае простоя нет.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0"/>
            <a:ext cx="547687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459</Words>
  <Application>Microsoft Office PowerPoint</Application>
  <PresentationFormat>Экран (4:3)</PresentationFormat>
  <Paragraphs>10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Облачные технологии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5</cp:revision>
  <dcterms:created xsi:type="dcterms:W3CDTF">2026-09-01T11:53:23Z</dcterms:created>
  <dcterms:modified xsi:type="dcterms:W3CDTF">2026-10-17T17:28:20Z</dcterms:modified>
</cp:coreProperties>
</file>
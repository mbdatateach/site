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4ADCD-ECB0-437E-A1EA-BEA77419552A}" type="datetimeFigureOut">
              <a:rPr lang="ru-RU" smtClean="0"/>
              <a:pPr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Распределённые системы: простые паттерны и отказоустойчивость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171932"/>
            <a:ext cx="6715172" cy="2686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9144000" cy="65902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Цели и задачи построения распределённых систем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Совместное использование ресурсов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доступ к данным, вычислительным мощностям и сервисам из разных узлов.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Отказоустойчивость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сохранение работоспособности при сбоях отдельных компонентов.</a:t>
            </a: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возможность наращивать производительность за счёт добавления узлов.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Географическое распределение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размещение узлов в разных локациях для снижения задержек и соответствия регуляторным требованиям.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Модели распределённых вычислений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Клиент‑сервер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чёткое разделение ролей: клиенты запрашивают, сервер обрабатывает.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P2P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одноранговая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узлы равноправны, каждый может быть и клиентом, и сервером.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MapReduce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параллельная обработка больших данных через этапы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reduce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Message‑passing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(очереди/брокеры)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взаимодействие через обмен сообщениями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RabbitMQ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Kafka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др.).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Микросервисная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независимые сервисы, взаимодействующие по сети.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Grid‑вычисления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объединение разнородных ресурсов для решения ресурсоёмких задач.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Master‑Slave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ведущий‑ведомый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master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координирует задачи,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slaves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выполняют; типично для репликации БД и масштабирования чтения.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Кластерные модели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группа узлов, работающих как единая система (например,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Kubernetes‑кластер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Hadoop‑кластер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): обеспечивают отказоустойчивость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за счёт распределения нагрузки и автоматического переключения при сбоях.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9144000" cy="35820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428604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Репликация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данных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Репликация обеспечивает отказоустойчивость и доступность данных за счёт их дублирования на нескольких узлах. При отказе основного сервера нагрузка автоматически переключается на реплику, а распределение операций чтения между копиями снижает нагрузку на систему. В зависимости от требований к согласованности применяют синхронную (для критичных данных) или асинхронную репликацию (для аналитики и логов).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Очереди сообщений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Очереди реализуют асинхронное взаимодействие сервисов и защищают систему от пиковых нагрузок: запросы временно буферизуются, а потребители обрабатывают их в комфортном темпе. Это гарантирует доставку задач даже при кратковременной недоступности обработчика и предотвращает потерю операций (например, заказов или уведомлений). В качестве брокеров используют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Kafka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RabbitMQ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аналогичные решения.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Балансировка нагрузки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Балансировка равномерно распределяет входящий трафик между экземплярами сервисов, предотвращая перегрузку отдельных узлов. Механизмы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round‑robin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least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connections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др.) в сочетании 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health‑checks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автоматически исключают из ротации нерабочие экземпляры, обеспечивая устойчивость системы. Для реализации применяют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Nginx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HAProxy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облачные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балансировщики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428604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Retry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Retry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защищает систему от временных сбоев (сетевых ошибок, кратковременных таймаутов) за счёт ограниченного числа повторных попыток вызова сервиса. Для снижения риска перегрузки используют экспоненциальную задержку между попытками и случайное смещение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jitter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а также жёсткий лимит на количество повторов. Важно применять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Retry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только для идемпотентных операций и временных ошибок — не для логических сбоев или ошибок клиента.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Breaker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Breaker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предотвращает каскадные отказы, временно блокируя запросы к нестабильному сервису после превышения порога ошибок. В состоянии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система не тратит ресурсы на заведомо неудачные вызовы, а в режиме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Half‑Open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выполняет пробные запросы для проверки восстановления. Такой механизм защищает инфраструктуру от «эффекта домино» и позволяет своевременно переключиться на альтернативные сценарии обработки.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Fallback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Fallback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обеспечивает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graceful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degradation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корректную работу системы при отказе отдельных компонентов за счёт предоставления безопасного, но упрощённого ответа. Варианты реализации: статические данные, кэшированные значения, упрощённый функционал или понятные сообщения об ограниченной доступности сервиса. Главная цель — сохранить основной пользовательский сценарий (например, оформление заказа без рекомендаций), не скрывая при этом факт недоступности части функций.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428604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Мониторинг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состояния узлов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Мониторинг обеспечивает непрерывный контроль работоспособности и загрузки компонентов системы: собирает метрики (CPU, память,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latency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ошибки, статус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health‑check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фиксирует отклонения от нормы. Для этого используют агенты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Node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Exporter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Telegraf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либо встроенные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endpoints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сервисов, а данные агрегируют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Prometheus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Zabbix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визуализируют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дашбордах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Grafana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Ключевая ценность для отказоустойчивости — раннее обнаружение проблем и объективные данные для автоматического переключения, а также набор метрик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алертов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 которым комиссия видит, что система не просто «работает», а контролируема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Автоматическое переключение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failover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Failover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реализует перевод нагрузки на резервные компоненты при отказе основных: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балансировщик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исключает нерабочие узлы по результатам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health‑check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кластер БД автоматически выбирает нового мастера, оркестратор перезапускает поды на здоровых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нодах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Механизм опирается на пороги срабатывания и гистерезис, чтобы избежать «дёрганья» при кратковременных сбоях. В дипломе это подтверждают таблицей с временем переключения и сценариями восстановления — так показывают реальную устойчивость архитектуры и готовность к нештатным ситуациям.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305</Words>
  <Application>Microsoft Office PowerPoint</Application>
  <PresentationFormat>Экран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Распределённые системы: простые паттерны и отказоустойчивость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2026-09-01T11:53:23Z</dcterms:created>
  <dcterms:modified xsi:type="dcterms:W3CDTF">2026-09-26T20:36:46Z</dcterms:modified>
</cp:coreProperties>
</file>
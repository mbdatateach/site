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38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uvds/articles/1036070/?ysclid=mtq9caafop883263930" TargetMode="External"/><Relationship Id="rId2" Type="http://schemas.openxmlformats.org/officeDocument/2006/relationships/hyperlink" Target="https://blog.sedicomm.com/2023/06/13/chto-takoe-proczessy-i-kak-imi-upravlyat-v-linux/?ysclid=mtq99txd7a747139643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irstvds.ru/technology/systemd-osnovy-upravleniya-sluzhbami?ysclid=mtq9nyl0h7560319066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Операционные среды для </a:t>
            </a:r>
            <a:r>
              <a:rPr lang="ru-RU" b="1" dirty="0" smtClean="0"/>
              <a:t>администратора: </a:t>
            </a:r>
            <a:r>
              <a:rPr lang="en-US" b="1" dirty="0" smtClean="0"/>
              <a:t>Linux (</a:t>
            </a:r>
            <a:r>
              <a:rPr lang="ru-RU" b="1" dirty="0" smtClean="0"/>
              <a:t>на </a:t>
            </a:r>
            <a:r>
              <a:rPr lang="en-US" b="1" dirty="0" smtClean="0"/>
              <a:t>VM)</a:t>
            </a:r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98414" y="2928934"/>
            <a:ext cx="5245585" cy="3929066"/>
          </a:xfrm>
          <a:prstGeom prst="rect">
            <a:avLst/>
          </a:prstGeom>
          <a:noFill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0"/>
            <a:ext cx="5143500" cy="342900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5143504" y="0"/>
            <a:ext cx="40004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Операционная система (ОС) выступает посредником между аппаратным обеспечением компьютера («железом») и программами, которые работают на нём. Она абстрагирует детали работы процессора, памяти, дисков и других компонентов, предоставляя приложениям единый и удобный интерфейс.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429000"/>
            <a:ext cx="507206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Когда программа хочет что-то сделать с аппаратурой (например, вывести текст на экран или записать файл на диск), она делает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системный вызов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 запрашивает у ОС услугу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Ядро — это центральная часть ОС, которая напрямую управляет аппаратными ресурсами. Оно принимает запрос от программы, переводит его в команды, понятные аппаратуре, и координирует выполнение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Драйверы устройств — ключевой элемент.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Для каждого типа аппаратного устройства (видеокарта, принтер, жёсткий диск, сетевая карта) существует специальный программный модуль —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драйвер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Он знает, какие команды понимает конкретное устройство, и переводит запросы ОС в формат, понятный железу, а также обрабатывает ответ от устройства. Без драйверов ОС не смогла бы «понять», как управлять конкретным устройством.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914640"/>
            <a:ext cx="8037420" cy="3943360"/>
          </a:xfrm>
          <a:prstGeom prst="rect">
            <a:avLst/>
          </a:prstGeom>
          <a:noFill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000496" cy="348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000496" y="428604"/>
            <a:ext cx="51435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BIOS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нужен, чтобы: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оборудование при включении (POST);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инициализировать базовые устройства (процессор, память, диски и т. д.);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загрузить операционную систему (выбрать устройство и передать управление загрузчику);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хранить и применять настройки железа (порядок загрузки, время, параметры памяти и пр.).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7154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Подготовка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Определитесь с ОС, проверьте, потянет ли её ваш «железо», и обязательно сделайте резервную копию важных данных. 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Загрузочный носитель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Скачайте ISO-образ и запишите его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флешку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(или DVD) с помощью специальной утилиты. 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BIOS/UEFI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Перезагрузите ПК, войдите в настройки (клавиша вроде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F2, F10 или F12 — часто показана на экране при старте) и в разделе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Boot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поставьте ваш носитель первым в списке. Сохраните и выйдите. 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Запуск установки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После перезагрузки запустится установщик. Выберите язык, примите соглашение, решите, как ставить (чистая установка или обновление), и укажите раздел диска. 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Завершение и настройка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Дождитесь конца копирования, система перезагрузится (не забудьте убрать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флешку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иначе установка запустится заново!). Дальше — первичная настройка (учётная запись, сеть, параметры). 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После установки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Поставьте актуальные драйверы и нужные программы.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85786" y="0"/>
            <a:ext cx="7291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Алгоритм установки ОС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096000" cy="4572000"/>
          </a:xfrm>
          <a:prstGeom prst="rect">
            <a:avLst/>
          </a:prstGeom>
          <a:noFill/>
        </p:spPr>
      </p:pic>
      <p:pic>
        <p:nvPicPr>
          <p:cNvPr id="16390" name="Picture 6" descr="https://articles-static-cdn.moluch.org/articles/j/33873/images/33873.0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071942"/>
            <a:ext cx="5372100" cy="278605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643570" y="500042"/>
            <a:ext cx="350043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Гипервизор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(например,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VirtualBox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создаёт программную копию компьютера — с виртуальным процессором, памятью, диском и т. д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Выделяет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часть ресурсов хоста (вашего ПК): сколько ядер CPU, сколько ГБ RAM, сколько места на диске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Запускает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внутри эту «копию» — туда ставится ОС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пр.), и она думает, что работает на реальном железе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Изолирует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ВМ от основной системы: всё, что происходит внутри, не ломает ваш ПК; файлы, настройки и сбои остаются в ВМ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Управляет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доступом к реальному оборудованию: когда ВМ хочет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что‑то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сделать (прочитать диск, выйти в сеть), гипервизор передаёт запрос настоящему железу и возвращает результат.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Что такое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и почему его стоит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изучить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https://education.yandex.ru/handbook/linux/article/chto-takoe-linux-i-pochemu-yego-stoit-izuchit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это операционная система, которая: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управляет железом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распределяет процессор, память, диски между программами;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даёт безопасный многопользовательский доступ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каждый пользователь работает со своими файлами и правами, не мешая другим;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запускает и контролирует службы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базу данных, чтобы они работали постоянно;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служит основой для серверов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держат сайты, базы, облачные сервисы, потому что система стабильная и не тратит ресурсы впустую;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разработчикам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в ней удобно писать код,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автоматизировать задачи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работает почти везде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от мощных серверов и суперкомпьютеров до роутеров и телефонов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основан на ядре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57990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Процессы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запущенные экземпляры программ, которые выполняются в системе. Проще говоря, когда вы открываете браузер, запускаете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устанавливаете пакет — ядро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создаёт для этого процесса. 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857364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Что такое процессы и как ими управлять в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https://blog.sedicomm.com/2023/06/13/chto-takoe-proczessy-i-kak-imi-upravlyat-v-linux/?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ysclid=mtq99txd7a747139643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https://habr.com/ru/companies/ruvds/articles/1036070/?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ysclid=mtq9caafop883263930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Служба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фоновый процесс, который незаметно для пользователя выполняет какую-то важную задачу для системы. Например, обрабатывает входящие SSH-подключения, отдаёт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веб-сервер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вроде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Apache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Nginx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), управляет печатью (CUPS), ведёт журналы событий или настраивает брандмауэр.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Проще говоря: пока вы работаете за компьютером, службы тихо работают в фоне, чтобы система нормально функционировала. Часто их настраивают так, чтобы они запускались автоматически при загрузке системы и продолжали работать, пока компьютер не выключишь. Но бывают и «преходящими»: служба запускается, делает своё дело и сама останавливается (например,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systemd-resolved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обрабатывает DNS-запросы на лету, 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atd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выполняет одноразовые задания по расписанию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Systemd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основы управления службами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firstvds.ru/technology/systemd-osnovy-upravleniya-sluzhbami?ysclid=mtq9nyl0h7560319066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42852"/>
            <a:ext cx="7715272" cy="6529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432</Words>
  <PresentationFormat>Экран (4:3)</PresentationFormat>
  <Paragraphs>40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Операционные среды для администратора: Linux (на VM)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2026-09-06T19:42:07Z</dcterms:created>
  <dcterms:modified xsi:type="dcterms:W3CDTF">2026-09-06T20:35:22Z</dcterms:modified>
</cp:coreProperties>
</file>
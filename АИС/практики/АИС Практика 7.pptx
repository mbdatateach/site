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E734D-C237-4783-BE1B-F2000C79B5E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B4846-02DF-4BE0-9E5D-30F4F80ED13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Администрирование </a:t>
            </a:r>
            <a:r>
              <a:rPr lang="en-US" dirty="0" smtClean="0"/>
              <a:t>Python-</a:t>
            </a:r>
            <a:r>
              <a:rPr lang="ru-RU" dirty="0" smtClean="0"/>
              <a:t>окружений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7275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Виртуальное окружение — это обособленная среда для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‑проекта, которая позволяет держать зависимости отдельно от системного интерпретатора и избегать конфликтов между разными версиями библиотек. Оно даёт возможность точно воспроизвести рабочую конфигурацию на другой машине и сохраняет глобальную установку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чистой от проектных пакетов.</a:t>
            </a:r>
          </a:p>
          <a:p>
            <a:pPr algn="just"/>
            <a:endParaRPr lang="ru-RU" sz="24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такое окружение реализуется через модуль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он формирует локальную директорию со своим интерпретатором и папкой для библиотек, а активация среды подменяет команды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версии из этой папки — это сигнализирует, что все устанавливаемые пакеты будут относиться только к текущему проекту. При этом в </a:t>
            </a:r>
            <a:r>
              <a:rPr lang="ru-RU" sz="2400" b="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  <a:r>
              <a:rPr lang="ru-RU" sz="2400" b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помещают лишь файл со списком зависимостей, а само окружение воссоздают на каждой машине заново.</a:t>
            </a:r>
            <a:endParaRPr lang="ru-RU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9217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618"/>
          <a:stretch/>
        </p:blipFill>
        <p:spPr>
          <a:xfrm>
            <a:off x="283865" y="1"/>
            <a:ext cx="8576274" cy="23145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9061"/>
            <a:ext cx="4479403" cy="253241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214386" y="2382903"/>
            <a:ext cx="3296223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7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Создание окружения</a:t>
            </a:r>
            <a:endParaRPr lang="ru-RU" sz="27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08931" y="5481283"/>
            <a:ext cx="3282053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7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Установка библиотек</a:t>
            </a:r>
            <a:endParaRPr lang="ru-RU" sz="27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2" y="3394450"/>
            <a:ext cx="4579582" cy="166163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572001" y="5481282"/>
            <a:ext cx="457961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Запись в 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requirements</a:t>
            </a:r>
          </a:p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после деактивации окружения библиотеки вернутся к первоначальному состоянию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7065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00042"/>
            <a:ext cx="31432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os.listdir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folder_path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— получает список всех имён в папке (файлы и подпапки).</a:t>
            </a: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os.path.isfile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full_path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— проверяет, что это именно файл, а не папка. Так мы не считаем папки и не пытаемся брать их размер.</a:t>
            </a: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os.path.getsize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full_path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— возвращает размер файла в байтах.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75" y="5632311"/>
            <a:ext cx="7162077" cy="10610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544" y="1"/>
            <a:ext cx="5936456" cy="441007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452431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формирует аккуратную таблицу.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tablefmt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 делает её с линиями — так проще читать в консоли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122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948" y="1338083"/>
            <a:ext cx="4058052" cy="317604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" y="474346"/>
            <a:ext cx="512179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sys.prefix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sys.base_prefix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самый надёжный способ проверить, активно ли виртуальное окружение.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sys.base_prefix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всегда указывает на оригинальный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(твой портативный на диске D), 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sys.prefix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меняется на путь к .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активации. Если они различаются — окружение активно.</a:t>
            </a:r>
          </a:p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importlib.util.find_spec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tabulate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 — проверяет, доступен ли модуль для импорта, не импортируя его. Возвращает объект спецификации, если модуль найден, или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нет. Это лучше, чем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tabulate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потому что не оставляет модуль в памяти и не выполняет его код.</a:t>
            </a:r>
          </a:p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os.path.isfile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("requirements.txt") — проверяет наличие файла в текущей рабочей директории (откуда запущен скрипт). Возвращает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только если это именно файл, а не папка.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вердикт зависит только от двух условий: окружение активно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tabulate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установлена. Наличие requirements.txt на вердикт не влияет — это информационная проверка.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544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499" y="1720034"/>
            <a:ext cx="5520536" cy="513796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0767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Markdown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простой язык разметки, предназначенный для удобного оформления текста без сложных редакторов: он позволяет структурировать содержимое с помощью минимальных символов и при этом остаётся читаемым даже в исходном виде. Его применяют для документации и README‑файлов, поскольку он поддерживается большинством платформ и легко конвертируется в красиво отформатированный вид. Для пользователя это способ быстро донести инструкцию, сохранив её понятной и в коде, и после рендеринга.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851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Экран (4:3)</PresentationFormat>
  <Paragraphs>17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Администрирование Python-окружений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2026-10-07T15:58:09Z</dcterms:created>
  <dcterms:modified xsi:type="dcterms:W3CDTF">2026-10-07T15:59:09Z</dcterms:modified>
</cp:coreProperties>
</file>
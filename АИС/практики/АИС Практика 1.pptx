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merionet.ru/articles/kak-sozdavat-i-zapuskat-scenarii-powershell-posagovoe-rukovodstvo?ysclid=mt8n9y2z5b643336265" TargetMode="External"/><Relationship Id="rId2" Type="http://schemas.openxmlformats.org/officeDocument/2006/relationships/hyperlink" Target="https://timeweb.cloud/tutorials/windows/windows-powershell-principy-raboty-i-osnovnye-vozmozhnosti?ysclid=mt8nbrayyf264743009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geeksforgeeks.org/python/get-your-system-information-using-python-script/?ysclid=mt8nfki727623701036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iteron.ru/blog/kak-posmotret-logi-windows-polnyj-gajd-po-zhurnalam-sobytij/?ysclid=mtt4xfoy4014866896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Базовая диагностика операционной системы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1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Штатные средства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позволяют получать сведения об аппаратной конфигурации и параметрах ОС двумя путями: консольными утилитами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для автоматизированного сбора данных и формирования отчётов, и графическими оснастками — для наглядной проверки и быстрой интерпретации информации.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подходит для простых типовых операций и совместим со старыми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даёт расширенные возможности работы с объектами, фильтрации и экспорта данных (например, в CSV), а графический интерфейс (GUI) позволяет наглядно оценить состояние системы и быстро найти нужные параметры без знания команд — при этом GUI не годится для автоматизации,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cmd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уступает в гибкости обработки данных,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требует более глубокого освоения синтаксиса.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214414" y="3714752"/>
          <a:ext cx="6649089" cy="1785949"/>
        </p:xfrm>
        <a:graphic>
          <a:graphicData uri="http://schemas.openxmlformats.org/drawingml/2006/table">
            <a:tbl>
              <a:tblPr/>
              <a:tblGrid>
                <a:gridCol w="791277"/>
                <a:gridCol w="5857812"/>
              </a:tblGrid>
              <a:tr h="223244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Среда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Способ получения версии и сборки ОС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487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CMD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systeminfo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|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findstr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/B /C:"OS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Name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" /C:"OS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Version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" или </a:t>
                      </a: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winver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(открывает всплывающее окно с версией)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731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PowerShell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(Get-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ComputerInfo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).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WindowsVersion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либо 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Get-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ItemProperty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 "HKLM:\SOFTWARE\Microsoft\Windows NT\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CurrentVersion</a:t>
                      </a: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" | Select-Object </a:t>
                      </a:r>
                      <a:r>
                        <a:rPr lang="en-US" sz="1400" dirty="0" err="1">
                          <a:latin typeface="Times New Roman"/>
                          <a:ea typeface="Times New Roman"/>
                          <a:cs typeface="Times New Roman"/>
                        </a:rPr>
                        <a:t>ProductName,ReleaseId,CurrentBuild</a:t>
                      </a:r>
                      <a:endParaRPr lang="ru-RU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487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GUI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latin typeface="Times New Roman"/>
                          <a:ea typeface="Times New Roman"/>
                          <a:cs typeface="Times New Roman"/>
                        </a:rPr>
                        <a:t>Win+R</a:t>
                      </a: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 → msinfo32 (строки «Имя ОС» и «Версия») либо «Параметры → Система → О системе»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0" y="5429264"/>
            <a:ext cx="9143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Конкретные команды и нюансы их применения можно найти в официальной документации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или профильных справочных ресурсах в интернете.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396335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WMIC (Windows Management Instrumentation Command-line)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встроенная утилита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которая позволяет управлять компонентами и получать сведения о системе через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Windows Management Instrumentation (WMI)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 помощью текстовых команд.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</a:t>
            </a:r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Служба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service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фоновый процесс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запускается автоматически (или по требованию) и работает независимо от входа пользователя; управляет ключевыми функциями ОС (сеть, печать, обновления и т. п.). У службы есть тип запуска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Automatic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Manual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Disabled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текущий статус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Running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Stopped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Автозагрузка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список программ, стартующих при входе пользователя; источники — папка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Startup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либо ветки реестра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Run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Процесс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запущенный экземпляр программы с выделенными ресурсами (ЦП, память); в отличие от службы, обычно привязан к пользовательской сессии.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657671"/>
            <a:ext cx="9143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Конкретные команды и нюансы их применения можно найти в официальной документации 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или профильных справочных ресурсах в интернете.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214414" y="3000372"/>
          <a:ext cx="6720527" cy="1773836"/>
        </p:xfrm>
        <a:graphic>
          <a:graphicData uri="http://schemas.openxmlformats.org/drawingml/2006/table">
            <a:tbl>
              <a:tblPr/>
              <a:tblGrid>
                <a:gridCol w="2053879"/>
                <a:gridCol w="4666648"/>
              </a:tblGrid>
              <a:tr h="224519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Пункт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Что сделать и чем воспользоваться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519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Анализ служб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Например, PowerShell: `Get-Service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519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Автозагрузка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PowerShell</a:t>
                      </a:r>
                      <a:r>
                        <a:rPr lang="en-US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: Get-</a:t>
                      </a:r>
                      <a:r>
                        <a:rPr lang="en-US" sz="1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CimInstance</a:t>
                      </a:r>
                      <a:r>
                        <a:rPr lang="en-US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Win32_StartupCommand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Или </a:t>
                      </a:r>
                      <a:r>
                        <a:rPr lang="en-US" sz="14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Win+R</a:t>
                      </a:r>
                      <a:r>
                        <a:rPr lang="en-US" sz="1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 err="1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msconfig</a:t>
                      </a:r>
                      <a:endParaRPr lang="ru-RU" sz="1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078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Добавить в автозагрузку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https://rutube.ru/video/b951acec7e460151501230137695103c/</a:t>
                      </a:r>
                      <a:endParaRPr lang="ru-RU" sz="1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https://rutube.ru/video/d884a4abbe6bc1d01351f6acd8199000/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</a:t>
            </a:r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Скрипт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автоматизации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 это последовательность команд (на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которая собирает данные из разных источников ОС и формирует единый отчёт без ручного копирования. Для задачи подходят оба языка: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«роднее» для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напрямую обращается к системным классам (CIM, WMI),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удобнее, если дальше отчёт нужно обрабатывать библиотеками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или встраивать в более сложные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пайплайны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Дополнительная литература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https://timeweb.cloud/tutorials/windows/windows-powershell-principy-raboty-i-osnovnye-vozmozhnosti?ysclid=mt8nbrayyf264743009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основы синтаксиса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написания кода в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powershell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копировать по одной строке, либо создать файл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ps1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 блокноте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https://wiki.merionet.ru/articles/kak-sozdavat-i-zapuskat-scenarii-powershell-posagovoe-rukovodstvo?ysclid=mt8n9y2z5b643336265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Get Your System Information - Using Python Script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https://www.geeksforgeeks.org/python/get-your-system-information-using-python-script/?ysclid=mt8nfki727623701036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Задание </a:t>
            </a:r>
            <a:r>
              <a:rPr lang="en-US" dirty="0" smtClean="0"/>
              <a:t>3</a:t>
            </a:r>
            <a:r>
              <a:rPr lang="ru-RU" dirty="0" smtClean="0"/>
              <a:t>: пример в </a:t>
            </a:r>
            <a:r>
              <a:rPr lang="en-US" dirty="0" err="1" smtClean="0"/>
              <a:t>powershell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0" y="500043"/>
          <a:ext cx="9144001" cy="6380486"/>
        </p:xfrm>
        <a:graphic>
          <a:graphicData uri="http://schemas.openxmlformats.org/drawingml/2006/table">
            <a:tbl>
              <a:tblPr/>
              <a:tblGrid>
                <a:gridCol w="3047682"/>
                <a:gridCol w="3047682"/>
                <a:gridCol w="3048637"/>
              </a:tblGrid>
              <a:tr h="492761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Строка кода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</a:rPr>
                        <a:t>Что реально происходит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</a:rPr>
                        <a:t>Самые понятные аналоги и что запомнить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5521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$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os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= [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System.Environment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]::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OSVersion.VersionString</a:t>
                      </a: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PowerShell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 спрашивает у системы «какая у тебя версия 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Windows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» и кладёт ответ в коробочку с именем $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os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$ — это «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коробочка‑переменная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», туда можно складывать результаты.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System.Environment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] — это прямой доступ к возможностям .NET. Ты не вызываешь внешнюю программу, а спрашиваешь саму среду выполнения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Windows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. Это быстро и надёжно.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5521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$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cpu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= (Get-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Win32_Processor).Name</a:t>
                      </a: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Спрашиваем у «внутренней базы» 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Windows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 про процессор и берём оттуда только его название, кладём в $</a:t>
                      </a:r>
                      <a:r>
                        <a:rPr lang="ru-RU" sz="900" dirty="0" err="1">
                          <a:latin typeface="Times New Roman"/>
                          <a:ea typeface="Times New Roman"/>
                          <a:cs typeface="Times New Roman"/>
                        </a:rPr>
                        <a:t>cpu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Get-</a:t>
                      </a:r>
                      <a:r>
                        <a:rPr lang="en-US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(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или лучше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Get-</a:t>
                      </a:r>
                      <a:r>
                        <a:rPr lang="en-US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CimInstance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на новых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Windows)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 — способ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выцепить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технические данные (это как заглянуть в паспорт устройства). Win32_Processor — имя нужной «страницы» в этом паспорте.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593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$ram = [math]::Round(((Get-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Win32_PhysicalMemory | Measure -Property Capacity -Sum).Sum / 1GB), 1)</a:t>
                      </a: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</a:rPr>
                        <a:t>Собираем объёмы всех планок памяти, складываем их, делим на 1 ГБ (чтобы было в гигабайтах), округляем до 1 знака после запятой и кладём в $ram.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Get-</a:t>
                      </a:r>
                      <a:r>
                        <a:rPr lang="en-US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Win32_PhysicalMemory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получает список всех планок памяти. |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Measure -Property Capacity -Sum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складывает их объёмы. Важно: в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Windows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память хранится в байтах. .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Sum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берёт итоговую сумму. / 1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GB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делит на 1 гигабайт (</a:t>
                      </a:r>
                      <a:r>
                        <a:rPr lang="en-US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PowerShell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знает, что такое 1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GB,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это 1 073 741 824 байта). [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math]::Round(..., 1) — 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округляет до 1 знака после запятой (чтобы было 16.0, а не 16.034829...).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9730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$disks = Get-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WmiObject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Win32_LogicalDisk -Filter "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DriveType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=3" | 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ForEach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{"$($_.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DeviceID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) — $([math]::Round($_.Size/1GB)) </a:t>
                      </a:r>
                      <a:r>
                        <a:rPr lang="ru-RU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ГБ"}</a:t>
                      </a: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>
                          <a:latin typeface="Times New Roman"/>
                          <a:ea typeface="Times New Roman"/>
                          <a:cs typeface="Times New Roman"/>
                        </a:rPr>
                        <a:t>Берём все диски, оставляем только те, у которых есть буква (C:, D: и т. д.), и для каждого делаем красивую строчку «C: — 256 ГБ». Все такие строчки складываем в список $disks.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Filter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"DriveType=3" — оставляет только настоящие жёсткие диски и SSD. (3 =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Local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Disk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). Это важно: так мы отсекаем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флешки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(тип 2), CD-диски (тип 5) и сетевые диски (тип 4).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ForEach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— проходит по каждому оставшемуся диску и превращает его в красивую строчку: C: — 120 ГБ. Сохраняет этот список строчек в $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disks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6833"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en-US" sz="900" b="1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"$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os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| $</a:t>
                      </a:r>
                      <a:r>
                        <a:rPr lang="en-US" sz="9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cpu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| $ram </a:t>
                      </a:r>
                      <a:r>
                        <a:rPr lang="ru-RU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ГБ | $($</a:t>
                      </a:r>
                      <a:r>
                        <a:rPr lang="en-US" sz="9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disks -join '; ')" | Out-File "system_info.txt" -Encoding UTF8 </a:t>
                      </a: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endParaRPr lang="ru-RU" sz="9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Собираем все наши «коробочки» в одну аккуратную табличку с заголовками, склеиваем список дисков в одну строку через точку с запятой, и сохраняем эту табличку в </a:t>
                      </a:r>
                      <a:r>
                        <a:rPr lang="en-US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TXT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‑файл</a:t>
                      </a:r>
                      <a:r>
                        <a:rPr lang="ru-RU" sz="9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Собирает одну длинную строку из всех переменных. $($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disks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-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join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'; ') — берёт список дисков (который сейчас является массивом строк) и склеивает его в одну строку через точку с запятой. Без этого у тебя в файле было бы много строк, а не одна сводка.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Out-File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— записывает результат в файл. -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Encoding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UTF8 — критически важно. Гарантирует, что слово «ГБ» не превратится в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кракозябры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в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 Блокноте или </a:t>
                      </a:r>
                      <a:r>
                        <a:rPr lang="ru-RU" sz="9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Excel</a:t>
                      </a:r>
                      <a:r>
                        <a:rPr lang="ru-RU" sz="900" dirty="0" smtClean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00042"/>
            <a:ext cx="9144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Журнал событий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это как дневник системы: в него автоматически заносятся все важные действия и происшествия. Я бы сказала, что это главный инструмент, который помогает понять, что пошло не так, найти причину сбоя или отследить подозрительную активность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Для работы с журналом используется встроенная оснастка «Просмотр событий». Запустить её можно несколькими способами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нажать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Win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+ R, ввести 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eventvwr.msc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и нажать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https://iteron.ru/blog/kak-posmotret-logi-windows-polnyj-gajd-po-zhurnalam-sobytij/?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ysclid=mtt4xfoy40148668960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57200" y="-142892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4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2857495"/>
            <a:ext cx="4440518" cy="33908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667</Words>
  <PresentationFormat>Экран (4:3)</PresentationFormat>
  <Paragraphs>73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Базовая диагностика операционной системы </vt:lpstr>
      <vt:lpstr>Задание 1</vt:lpstr>
      <vt:lpstr>Задание 2</vt:lpstr>
      <vt:lpstr>Задание 3</vt:lpstr>
      <vt:lpstr>Задание 3: пример в powershell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Базовая диагностика операционной системы </dc:title>
  <cp:lastModifiedBy>user</cp:lastModifiedBy>
  <cp:revision>7</cp:revision>
  <dcterms:modified xsi:type="dcterms:W3CDTF">2026-09-08T20:43:37Z</dcterms:modified>
</cp:coreProperties>
</file>
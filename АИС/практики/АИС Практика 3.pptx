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60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2226" y="-11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2CEA-4BF5-45EF-B94F-EBF6215E13DA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9A64-1964-4751-95BB-3AB1C47B76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81990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2CEA-4BF5-45EF-B94F-EBF6215E13DA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9A64-1964-4751-95BB-3AB1C47B76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02841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2CEA-4BF5-45EF-B94F-EBF6215E13DA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9A64-1964-4751-95BB-3AB1C47B76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74481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2CEA-4BF5-45EF-B94F-EBF6215E13DA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9A64-1964-4751-95BB-3AB1C47B76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32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2CEA-4BF5-45EF-B94F-EBF6215E13DA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9A64-1964-4751-95BB-3AB1C47B76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08018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2CEA-4BF5-45EF-B94F-EBF6215E13DA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9A64-1964-4751-95BB-3AB1C47B76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09078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2CEA-4BF5-45EF-B94F-EBF6215E13DA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9A64-1964-4751-95BB-3AB1C47B76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08094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2CEA-4BF5-45EF-B94F-EBF6215E13DA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9A64-1964-4751-95BB-3AB1C47B76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57263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2CEA-4BF5-45EF-B94F-EBF6215E13DA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9A64-1964-4751-95BB-3AB1C47B76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57573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2CEA-4BF5-45EF-B94F-EBF6215E13DA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9A64-1964-4751-95BB-3AB1C47B76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8342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2CEA-4BF5-45EF-B94F-EBF6215E13DA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9A64-1964-4751-95BB-3AB1C47B76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35143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D2CEA-4BF5-45EF-B94F-EBF6215E13DA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E9A64-1964-4751-95BB-3AB1C47B76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5323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50380" y="274281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Развёртывание и администрирование виртуальной среды на примере </a:t>
            </a:r>
            <a:r>
              <a:rPr lang="ru-RU" b="1" dirty="0" err="1"/>
              <a:t>Windows</a:t>
            </a:r>
            <a:r>
              <a:rPr lang="ru-RU" b="1" dirty="0"/>
              <a:t> XP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598361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Oracle</a:t>
            </a:r>
            <a:r>
              <a:rPr lang="ru-RU" sz="24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VM </a:t>
            </a:r>
            <a:r>
              <a:rPr lang="ru-RU" sz="2400" b="1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VirtualBox</a:t>
            </a:r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 это бесплатная платформа виртуализации от </a:t>
            </a:r>
            <a:r>
              <a:rPr lang="ru-RU" sz="2400" b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Oracle</a:t>
            </a:r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которая позволяет запускать несколько операционных систем на одном физическом компьютере.</a:t>
            </a:r>
          </a:p>
          <a:p>
            <a:pPr algn="just"/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Она создаёт изолированные виртуальные машины с собственными ресурсами (CPU, RAM, диск), эмулируя аппаратное обеспечение и обеспечивая независимость гостевой ОС от </a:t>
            </a:r>
            <a:r>
              <a:rPr lang="ru-RU" sz="2400" b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хостовой</a:t>
            </a:r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400" b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VirtualBox</a:t>
            </a:r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поддерживает широкий спектр ОС (</a:t>
            </a:r>
            <a:r>
              <a:rPr lang="ru-RU" sz="2400" b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др.) и полезен для тестирования, обучения, запуска устаревшего ПО и изоляции сред без риска для основной системы — что особенно ценно в учебных лабораторных работах.</a:t>
            </a:r>
            <a:endParaRPr lang="ru-RU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371" y="3025932"/>
            <a:ext cx="4922732" cy="383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7996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08" y="2667000"/>
            <a:ext cx="4905375" cy="41910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617129" y="0"/>
            <a:ext cx="69577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Установка </a:t>
            </a:r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Windows XP</a:t>
            </a:r>
            <a:endParaRPr lang="ru-RU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876660"/>
            <a:ext cx="12192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ru-RU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виртуальную машину в </a:t>
            </a:r>
            <a:r>
              <a:rPr lang="ru-RU" sz="2000" b="0" i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VirtualBox</a:t>
            </a:r>
            <a:r>
              <a:rPr lang="ru-RU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укажите тип ОС — </a:t>
            </a:r>
            <a:r>
              <a:rPr lang="ru-RU" sz="2000" b="0" i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XP (32‑bit).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Выделите ресурсы (≥ 192 МБ ОЗУ, 64 МБ видеопамяти), сформируйте динамический виртуальный диск (≥ 10 ГБ).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настройках носителей подключите ISO‑образ </a:t>
            </a:r>
            <a:r>
              <a:rPr lang="ru-RU" sz="2000" b="0" i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XP как загрузочный диск.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Запустите ВМ, в установочном меню выберите диск, отформатируйте его в NTFS и начните установку.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этапах установки задайте параметры системы, введите ключ активации и завершите настройку ОС.</a:t>
            </a:r>
            <a:endParaRPr lang="ru-RU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493" y="2994130"/>
            <a:ext cx="5164502" cy="386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64266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807" y="0"/>
            <a:ext cx="5631406" cy="383043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712888"/>
            <a:ext cx="12192000" cy="414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39773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1030"/>
            <a:ext cx="4583575" cy="399696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658378" y="0"/>
            <a:ext cx="88752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Подключение сетевой папки</a:t>
            </a:r>
            <a:endParaRPr lang="ru-RU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705" y="2997842"/>
            <a:ext cx="5688295" cy="386015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687824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Общая папка в </a:t>
            </a:r>
            <a:r>
              <a:rPr lang="ru-RU" sz="2400" b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VirtualBox</a:t>
            </a:r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нужна для удобного обмена файлами между основной (</a:t>
            </a:r>
            <a:r>
              <a:rPr lang="ru-RU" sz="2400" b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хостовой</a:t>
            </a:r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и виртуальной (гостевой) операционными системами — так не придётся использовать </a:t>
            </a:r>
            <a:r>
              <a:rPr lang="ru-RU" sz="2400" b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флешки</a:t>
            </a:r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или сетевые передачи.</a:t>
            </a:r>
          </a:p>
          <a:p>
            <a:pPr algn="just"/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Она позволяет быстро копировать в виртуальную машину установочные файлы, скрипты или данные для лабораторных, а также выносить из неё результаты работы (например, скриншоты, отчёты, созданные файлы) прямо на рабочий стол основной ОС.</a:t>
            </a:r>
            <a:endParaRPr lang="ru-RU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29163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95538"/>
            <a:ext cx="8021256" cy="3462462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-79653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ACL (</a:t>
            </a:r>
            <a:r>
              <a:rPr lang="ru-RU" b="1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 это механизм разграничения прав доступа к файлам и папкам в файловой системе NTFS: он определяет, кто и какие операции может выполнять с объектом (чтение, изменение, удаление и т. д.).</a:t>
            </a:r>
          </a:p>
          <a:p>
            <a:pPr algn="just"/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Отключение «простого общего доступа»</a:t>
            </a:r>
            <a:r>
              <a:rPr lang="ru-RU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b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XP раскрывает полный интерфейс управления правами — без этого шага вкладка «Безопасность» и детальные настройки ACL недоступны, а контроль доступа остаётся упрощённым и недостаточно гибким для учебных задач.</a:t>
            </a:r>
          </a:p>
          <a:p>
            <a:pPr algn="just"/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Разрыв наследования разрешений</a:t>
            </a:r>
            <a:r>
              <a:rPr lang="ru-RU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задать индивидуальные права для конкретной папки, не зависящие от настроек родительской директории, — это ключевой приём, чтобы изолировать политику доступа и избежать «перетекания» лишних прав.</a:t>
            </a:r>
          </a:p>
          <a:p>
            <a:pPr algn="just"/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Назначение дифференцированных прав пользователям</a:t>
            </a:r>
            <a:r>
              <a:rPr lang="ru-RU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(например, полный доступ для администратора и только чтение для обычного пользователя) демонстрирует базовый принцип информационной безопасности: принцип минимальных привилегий, когда пользователь получает ровно столько прав, сколько необходимо для выполнения задач.</a:t>
            </a:r>
            <a:endParaRPr lang="ru-RU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347" y="2965618"/>
            <a:ext cx="3454555" cy="389238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331089" y="3395538"/>
            <a:ext cx="405114" cy="55142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0" y="3059668"/>
            <a:ext cx="44333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Здесь включается вкладка Безопасность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529474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58</Words>
  <Application>Microsoft Office PowerPoint</Application>
  <PresentationFormat>Произвольный</PresentationFormat>
  <Paragraphs>18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Развёртывание и администрирование виртуальной среды на примере Windows XP </vt:lpstr>
      <vt:lpstr>Слайд 2</vt:lpstr>
      <vt:lpstr>Слайд 3</vt:lpstr>
      <vt:lpstr>Слайд 4</vt:lpstr>
      <vt:lpstr>Слайд 5</vt:lpstr>
      <vt:lpstr>Слайд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6</cp:revision>
  <dcterms:created xsi:type="dcterms:W3CDTF">2026-09-18T14:41:56Z</dcterms:created>
  <dcterms:modified xsi:type="dcterms:W3CDTF">2026-09-18T17:50:05Z</dcterms:modified>
</cp:coreProperties>
</file>
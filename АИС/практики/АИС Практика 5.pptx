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Разработка и сетевое тестирование простого </a:t>
            </a:r>
            <a:r>
              <a:rPr lang="ru-RU" b="1" dirty="0" err="1" smtClean="0"/>
              <a:t>HTTP‑сервера</a:t>
            </a:r>
            <a:r>
              <a:rPr lang="ru-RU" b="1" dirty="0" smtClean="0"/>
              <a:t> на </a:t>
            </a:r>
            <a:r>
              <a:rPr lang="ru-RU" b="1" dirty="0" err="1" smtClean="0"/>
              <a:t>Linux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программа, которая принимает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 клиентов (чаще всего браузеров) и возвращает им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HTTP‑ответы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файлы,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JSON‑данные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т. п. Его главная задача — реализовать протокол HTTP поверх транспортного протокола (обычно TCP) и отдать нужный ресурс по URL.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Ключевые обязанности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HTTP‑сервера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Принимать соединения на заданном порту (например, 80 или 8080) и управлять ими.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Читать и разбирать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HTTP‑запрос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метод (GET, POST и др.), путь, заголовки.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Формировать корректный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строку статуса, заголовки (включая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Content-Type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Content-Length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тело ответа.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Соблюдать спецификацию протокола: правильно использовать разделители \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r\n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корректно кодировать данные, учитывать длину тела.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Управлять соединениями: закрывать их или поддерживать в режиме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keep‑alive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нашем примере сервер предельно простой: он не разбирает запрос детально, а сразу возвращает фиксированную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 статусом 200 OK. Такой подход полезен для обучения: он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показывает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 HTTP — это просто текст, переданный по TCP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нашем примере сервер предельно простой: он не разбирает запрос детально, а сразу возвращает фиксированную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 статусом 200 OK. Такой подход полезен для обучения: он показывает, что HTTP — это просто текст, переданный по TCP.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это программный интерфейс для сетевого взаимодействия, точка входа/выхода данных для процесса. В контексте TCP/IP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конкретная комбинация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порта, к которой можно подключиться и обмениваться байтами.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Основные роли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Создание канала связи.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процессу «занять» порт и начать слушать входящие соединения.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Передача данных в виде байтов. Сеть оперирует байтами, поэтому любые данные (текст, картинки, команды) должны быть преобразованы в байтовую последовательность.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состоянием соединения.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дают методы для установки соединения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чтения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записи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 закрытия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close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Типы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примере: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Слушающий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(создаётся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bind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listen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он не передаёт данные напрямую, а только принимает новые соединения.</a:t>
            </a: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соединения (возвращается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 именно по нему происходит обмен данными с конкретным клиентом. На каждое новое подключение создаётся свой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соединения.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Как HTTP и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работают вместе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создаёт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TCP‑сокет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привязывает его к адресу и порту, переходит в режим прослушивания.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(браузер) устанавливает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TCP‑соединение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этим портом.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принимает соединение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получает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работы с этим клиентом.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отправляет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HTTP‑запрос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как последовательность байтов; сервер читает их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 формирует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(статус, заголовки, тело) и отправляет байты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Соединение закрывается (или остаётся открытым для следующих запросов).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Именно эту цепочку реализует приведённый код: он использует «чистые»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сокеты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чтобы вручную собрать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HTTP‑ответ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отправить его клиенту. Это помогает увидеть, как работают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веб‑серверы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«под капотом», без абстракций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фреймворков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код реализует минимальный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HTTP‑сервер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«чистых»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сокетах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без использования готовых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HTTP‑модулей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http.server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BaseHTTPServer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принимает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отдаёт в ответ простую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HTML‑страницу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000108"/>
            <a:ext cx="703897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70008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286124"/>
            <a:ext cx="72675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0"/>
            <a:ext cx="77628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685932"/>
            <a:ext cx="5838812" cy="2172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подсеть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уникальный идентификатор устройства в сети (например, 192.168.1.55). Он позволяет другим устройствам «находить» его и обмениваться данными. Подсеть — логическая часть сети, определяемая маской подсети: устройства в одной подсети могут напрямую «видеть» друг друга. Совпадение первых трёх октетов (например, 192.168.1 у хоста и ВМ) — простой признак, что они в одной подсети и теоретически могут взаимодействовать без маршрутизации.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Режим NAT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почему хост не видит ВМ напрямую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NAT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Translation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работает как «виртуальный роутер»: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ВМ получает IP из приватного диапазона (чаще всего 10.0.2.x).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Все исходящие соединения от ВМ «маскируются» под IP хоста: для внешней сети (и для хоста) трафик выглядит так, будто он идёт от самого хоста.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Входящие соединения на ВМ по умолчанию не пробрасываются: хост не может напрямую обратиться к ВМ по её внутреннему IP.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Следствие для задания: если ВМ в режиме NAT,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хоста на её IP (10.0.2.x) не пройдёт или будет идти не туда — это ожидаемое поведение. Для прямого доступа из хоста к сервисам внутри ВМ NAT не подходит.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Режим «Сетевой мост» (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Adapter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): ВМ как полноценный узел 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сети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 режиме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Adapter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виртуальная сетевая карта ВМ «мостится» с физическим адаптером хоста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). В результате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ВМ становится полноценным участником локальной сети — как ещё один компьютер или телефон в вашей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Wi‑Fi‑сети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ВМ выдаётся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DHCP‑сервером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вашей локальной сети (обычно это ваш роутер) и попадает в диапазон локальной сети, например 192.168.1.x.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Другие устройства в локальной сети (в том числе хост) могут обращаться к ВМ напрямую по её 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Что важно при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настройке: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Нужно выбрать именно физический адаптер хоста (не виртуальный). Если у хоста одновременно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Wi‑Fi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выбирают тот, через который хост подключён к сети.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После смены режима ВМ должна получить новый IP — это видно через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(современные дистрибутивы).</a:t>
            </a:r>
          </a:p>
          <a:p>
            <a:pPr algn="just"/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Команды для определения IP и проверки 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связности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addr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show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в гостевой ОС — показывает сетевые интерфейсы и их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По IP можно понять, в каком режиме сеть: 10.0.2.x — NAT, 192.168.x.x — скорее всего,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ipconfig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на хосте — показывает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хоста. Сравнение первых трёх октетов у хоста и ВМ — быстрый способ убедиться, что они в одной подсети.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&lt;IP&gt; — отправляет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ICMP‑запросы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к целевому узлу. Успешный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(строки с временем отклика и без потерь) подтверждает, что: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узел доступен в сети;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ICMP не блокируется брандмауэром;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маршрутизация между хостом и ВМ работает.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Почему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может не проходить даже при правильной подсети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Даже если хост и ВМ в одной подсети,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не работать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Брандмауэра гостевой ОС. По умолчанию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может блокировать входящие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ICMP‑пакеты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учебных целях временно отключают 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либо разрешают ICMP правилом.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Блокировки на уровне хоста. Брандмауэр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отклонять входящие ICMP.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Неправильного выбора адаптера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выбран неактивный или виртуальный адаптер, ВМ не получит корректный IP в локальной сети.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Конфликта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DHCP выдал ВМ адрес, уже занятый другим устройством, сеть будет работать нестабильно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Как интерпретировать сообщения об ошибках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«Превышено время ожидания» — запрос ушёл, но ответ не пришёл. Частая причина — брандмауэр блокирует ICMP или ВМ недоступна.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«Узел недоступен» — маршрутизация не знает, как добраться до этого IP. Возможные причины: неверный режим сети (NAT вместо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неправильный IP, отключённый сетевой адаптер.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Почему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может не проходить даже при правильной подсети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Даже если хост и ВМ в одной подсети,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пинг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не работать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Брандмауэра гостевой ОС. По умолчанию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может блокировать входящие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ICMP‑пакеты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учебных целях временно отключают 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либо разрешают ICMP правилом.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Блокировки на уровне хоста. Брандмауэр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может отклонять входящие ICMP.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Неправильного выбора адаптера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выбран неактивный или виртуальный адаптер, ВМ не получит корректный IP в локальной сети.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Конфликта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IP‑адресов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Если DHCP выдал ВМ адрес, уже занятый другим устройством, сеть будет работать нестабильно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Как интерпретировать сообщения об ошибках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«Превышено время ожидания» — запрос ушёл, но ответ не пришёл. Частая причина — брандмауэр блокирует ICMP или ВМ недоступна.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«Узел недоступен» — маршрутизация не знает, как добраться до этого IP. Возможные причины: неверный режим сети (NAT вместо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Bridged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неправильный IP, отключённый сетевой адаптер.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Что такое брандмауэр и зачем он нужен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Брандмауэр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firewall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это сетевой фильтр, который контролирует входящий и исходящий трафик по правилам.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 умолчанию используется UFW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Uncomplicated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Firewall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надстройка над сетевым фильтром ядра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iptables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netfilter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Принцип работы: брандмауэр проверяет каждый входящий пакет и решает — пропустить или отбросить — на основе правил. Если правило для порта 8080 не задано, а брандмауэр активен, пакет молча отбрасывается. Клиент (браузер на хосте) в этом случае получает ошибку соединения или «превышение времени ожидания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».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Базовые команды UFW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показать текущее состояние и список правил.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полностью отключить брандмауэр. Все правила перестают действовать; весь входящий трафик проходит без фильтрации.</a:t>
            </a:r>
          </a:p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ufw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enable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включить брандмауэр с ранее настроенными правилами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PresentationFormat>Экран (4:3)</PresentationFormat>
  <Paragraphs>85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Разработка и сетевое тестирование простого HTTP‑сервера на Linux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2026-09-28T10:58:06Z</dcterms:created>
  <dcterms:modified xsi:type="dcterms:W3CDTF">2026-09-28T11:14:40Z</dcterms:modified>
</cp:coreProperties>
</file>
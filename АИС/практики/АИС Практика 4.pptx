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580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Развёртывание и администрирование виртуальной среды на примере </a:t>
            </a:r>
            <a:r>
              <a:rPr lang="en-US" b="1" dirty="0" smtClean="0"/>
              <a:t>Linux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843" y="857232"/>
            <a:ext cx="4590157" cy="3571876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32"/>
            <a:ext cx="3929874" cy="3357562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857356" y="0"/>
            <a:ext cx="48747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Установка </a:t>
            </a:r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Linux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5" name="Рисунок 4"/>
          <p:cNvPicPr/>
          <p:nvPr/>
        </p:nvPicPr>
        <p:blipFill>
          <a:blip r:embed="rId4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="" xmlns:wpc="http://schemas.microsoft.com/office/word/2010/wordprocessingCanvas" xmlns:mc="http://schemas.openxmlformats.org/markup-compatibility/2006" xmlns:o="urn:schemas-microsoft-com:office:office" xmlns:v="urn:schemas-microsoft-com:vml" xmlns:wp14="http://schemas.microsoft.com/office/word/2010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pg="http://schemas.microsoft.com/office/word/2010/wordprocessingGroup" xmlns:wpi="http://schemas.microsoft.com/office/word/2010/wordprocessingInk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 val="0"/>
              </a:ext>
            </a:extLst>
          </a:blip>
          <a:srcRect/>
          <a:stretch>
            <a:fillRect/>
          </a:stretch>
        </p:blipFill>
        <p:spPr bwMode="auto">
          <a:xfrm>
            <a:off x="2571736" y="4572008"/>
            <a:ext cx="3866997" cy="126769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3357554" y="5857892"/>
            <a:ext cx="235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/>
              <a:t>Сброс пароля</a:t>
            </a:r>
            <a:endParaRPr lang="ru-RU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571736" y="0"/>
            <a:ext cx="41689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Общая папка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1026" name="Picture 2" descr="Подключение образа диска Дополнений Ubuntu в VirtualBox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2889982"/>
            <a:ext cx="5807100" cy="3968018"/>
          </a:xfrm>
          <a:prstGeom prst="rect">
            <a:avLst/>
          </a:prstGeom>
          <a:noFill/>
        </p:spPr>
      </p:pic>
      <p:sp>
        <p:nvSpPr>
          <p:cNvPr id="9" name="Прямоугольник 8"/>
          <p:cNvSpPr/>
          <p:nvPr/>
        </p:nvSpPr>
        <p:spPr>
          <a:xfrm>
            <a:off x="0" y="692048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Общая папка 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VirtualBox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для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Ubuntu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это способ организовать совместный доступ к файлам между «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хостовой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» ОС (той, что стоит на реальном компьютере) и гостевой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Ubuntu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внутри виртуальной машины. Проще говоря: вы создаёте папку на основном компьютере, настраиваете её как «общую» 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VirtualBox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и она становится видна внутри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Ubuntu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будто лежит прямо 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Linux‑системе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Зачем это нужно</a:t>
            </a:r>
          </a:p>
          <a:p>
            <a:pPr algn="just"/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Быстро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передавать файлы между хостом 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Ubuntu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без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флешек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облака и сетевых протоколов.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Держать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скрипты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проекты или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конфиги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на хосте, а запускать их 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Ubuntu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Тестировать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и разрабатывать в изолированной среде, не копируя файлы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туда‑сюда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571604" y="-142900"/>
            <a:ext cx="58817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Базовые операции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692048"/>
            <a:ext cx="914400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вся работа с файлами строится вокруг нескольких простых, но мощных команд. Главное — осознавать, где ты находишься (текущая директория) и что делаешь (создать, посмотреть, упаковать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Ключевые команды и их назначение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pwd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показать текущий путь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print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working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directory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). Это ориентир: «где я сейчас?».</a:t>
            </a:r>
          </a:p>
          <a:p>
            <a:pPr algn="just"/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ls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показать список файлов и папок. Флаг -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делает размеры читаемыми (КБ, МБ, ГБ).</a:t>
            </a:r>
          </a:p>
          <a:p>
            <a:pPr algn="just"/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mkdir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создать новую директорию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make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directory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/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cd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перейти в другую директорию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change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directory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Перенаправление &gt; — создаёт файл и записывает туда текст. Если файл уже есть — перезапишет.</a:t>
            </a:r>
          </a:p>
          <a:p>
            <a:pPr algn="just"/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tar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czf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создаёт архив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tape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archive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):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create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сжать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gzip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указать имя файла. Это не удаление файлов, а упаковка.</a:t>
            </a:r>
          </a:p>
          <a:p>
            <a:pPr algn="just"/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tar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xzf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-C — распаковать архив: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extract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-C — в какую папку распаковать.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7356" y="3429000"/>
            <a:ext cx="5165726" cy="200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2143108" y="5429264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Здесь звёздочка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note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*.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txt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— это шаблон (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glob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), который автоматически подставляет все файлы, подходящие под маску. Это экономит время и снижает риск опечаток.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131345" y="-137536"/>
            <a:ext cx="479810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Анализ файлов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692048"/>
            <a:ext cx="91440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Работа с содержимым файлов: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Вывод первых строк: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head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3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filename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позволяет быстро оценить структуру файла без открытия всего содержимого. Это особенно полезно для логов, CSV, JSON.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Подсчёт слов: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wc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filename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count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 Флаг -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считает именно слова; есть также -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(строки) и -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(байты). Эти команды часто комбинируют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пайплайнах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Сбор информации о системе: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whoami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текущий пользователь. Важно для проверки прав и контекста.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hostname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имя машины. Нужно для идентификации узла в сети.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uname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версия ядра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Критично при установке драйверов, проверке совместимости и отладке.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free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свободная и занятая оперативная память. Флаг -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даёт «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человекочитаемый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 формат.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top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динамический мониторинг процессов и загрузки CPU/RAM. Это интерактивный инструмент: он обновляется в реальном времени.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Почему это нужно в администрировании: Быстрая диагностика начинается с понимания, кто работает в системе, сколько ресурсов доступно и какие процессы потребляют ресурсы. Эти команды — первый шаг в поиске узких мест и аномалий.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143240" y="-214338"/>
            <a:ext cx="278473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err="1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Скрипты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692048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Скрипт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это последовательность команд, записанная в файл. Чтобы система поняла, что это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скрипт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в первой строке указывают интерпретатор: #!/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bin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env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bash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Подстановка команд через $(...) позволяет динамически вставлять результаты в вывод: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$(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whoami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 — подставит имя пользователя.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$(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date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 — текущую дату и время.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$(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pwd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 — текущий путь.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Чтобы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скрипт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можно было запустить как программу, ему нужно дать право на выполнение: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chmod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+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greet.sh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После этого его можно вызывать как обычную команду: ./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greet.sh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50078" y="3357562"/>
            <a:ext cx="6193922" cy="326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4071942"/>
            <a:ext cx="307180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#!/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usr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/bin/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env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bash</a:t>
            </a:r>
          </a:p>
          <a:p>
            <a:pPr algn="just"/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echo "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Привет, $(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whoami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)!"</a:t>
            </a:r>
          </a:p>
          <a:p>
            <a:pPr algn="just"/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echo "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Сегодня: $(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date)"</a:t>
            </a:r>
          </a:p>
          <a:p>
            <a:pPr algn="just"/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echo "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Ты в директории: $(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pwd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)"</a:t>
            </a:r>
            <a:endParaRPr lang="ru-RU" sz="12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642910" y="0"/>
            <a:ext cx="7798545" cy="5078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27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Устаревшие </a:t>
            </a:r>
            <a:r>
              <a:rPr lang="ru-RU" sz="2700" b="1" dirty="0" err="1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репозитории</a:t>
            </a:r>
            <a:r>
              <a:rPr lang="ru-RU" sz="27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и установка ПО в </a:t>
            </a:r>
            <a:r>
              <a:rPr lang="ru-RU" sz="2700" b="1" dirty="0" err="1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Ubuntu</a:t>
            </a:r>
            <a:endParaRPr lang="ru-RU" sz="27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571480"/>
            <a:ext cx="9144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задании мы сталкиваемся с системой, где стоит очень старая версия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(2.6.5) — это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Ubuntu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10.04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Lucid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Lynx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 Поддержка этой версии прекращена более 10 лет назад: нет обновлений безопасности, многие пакеты уже недоступны в текущих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репозиториях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Для учебных целей мы можем временно использовать архив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репозиториев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old-releases.ubuntu.com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), чтобы показать сам механизм работы с источниками пакетов и установки ПО. В реальной работе так делать нельзя: это небезопасно.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Что такое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репозиторий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и зачем его менять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Репозиторий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это сервер с пакетами и метаданными, откуда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apt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скачивает и устанавливает программы.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Стандартный 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etc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apt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sources.list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 современной системе ссылается на активные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репозитории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В старой версии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Ubuntu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зеркала отключаются, и система перестаёт «видеть» пакеты.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old-releases.ubuntu.com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архив старых релизов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Ubuntu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Он нужен только для обучения и восстановления данных, не для продуктивной работы.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643446"/>
            <a:ext cx="4850606" cy="164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5000628" y="4549676"/>
            <a:ext cx="4143372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Команда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sudo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nano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/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etc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apt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sources.list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открывает редактор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nano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с правами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суперпользователя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Мы заменяем строки, чтобы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apt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начал «видеть» пакеты именно из архива для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Lucid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Это нужно, чтобы после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apt-get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update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система получила списки доступных пакетов из старого релиза и смогла установить, например, python3.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285984" y="0"/>
            <a:ext cx="44282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Python </a:t>
            </a:r>
            <a:r>
              <a:rPr lang="ru-RU" sz="5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в </a:t>
            </a:r>
            <a:r>
              <a:rPr lang="en-US" sz="5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Linux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857232"/>
            <a:ext cx="9144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важно понимать, какой именно интерпретатор используется: команда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which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(или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which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python3) показывает путь к исполняемому файлу — это помогает избежать путаницы между версиями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После настройки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репозиториев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установки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через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sudo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apt-get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install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python3 можно запускать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скрипты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прямо из терминала: python3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script.py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Если в файле есть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shebang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права на выполнение, подойдёт и ./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script.py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Общая папка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VirtualBox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удобна для разработки: пишете код в привычном редакторе на хосте, а запускаете и тестируете в изолированной среде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Ubuntu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например, положив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скрипт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на рабочий стол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Базовый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ввод/вывод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строится на двух командах: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input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 запрашивает данные у пользователя,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print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 выводит результат. Уже этого достаточно, чтобы сделать простой интерактивный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скрипт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43174" y="3929066"/>
            <a:ext cx="3835093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0" y="4714884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Команда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nano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имя_скрипта.py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открывает простой консольный редактор, где можно быстро внести изменения, сохранить их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Ctrl+O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затем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Enter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и выйти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Ctrl+X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 Это базовый навык администрирования и разработки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799</Words>
  <PresentationFormat>Экран (4:3)</PresentationFormat>
  <Paragraphs>58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Развёртывание и администрирование виртуальной среды на примере Linux 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3</cp:revision>
  <dcterms:created xsi:type="dcterms:W3CDTF">2026-09-26T21:12:03Z</dcterms:created>
  <dcterms:modified xsi:type="dcterms:W3CDTF">2026-09-28T09:16:22Z</dcterms:modified>
</cp:coreProperties>
</file>
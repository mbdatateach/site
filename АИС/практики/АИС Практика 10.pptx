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39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0909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6757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6634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0553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0572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794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6146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2175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9739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287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5909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CBDAD-76C0-41F5-AA29-B53D4D5844DF}" type="datetimeFigureOut">
              <a:rPr lang="ru-RU" smtClean="0"/>
              <a:pPr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84729-0C21-4750-A0CD-5FB9F8C3EB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2830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Сетевая связность и </a:t>
            </a:r>
            <a:r>
              <a:rPr lang="ru-RU" b="1" dirty="0" smtClean="0"/>
              <a:t>приватность</a:t>
            </a:r>
            <a:r>
              <a:rPr lang="en-US" b="1" dirty="0" smtClean="0"/>
              <a:t> </a:t>
            </a:r>
            <a:r>
              <a:rPr lang="ru-RU" b="1" dirty="0" smtClean="0"/>
              <a:t>в </a:t>
            </a:r>
            <a:r>
              <a:rPr lang="en-US" b="1" dirty="0" smtClean="0"/>
              <a:t>Cisco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7497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В чём смысл задания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Вы создаёте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ситуацию, когда внутри сети (в офисе) есть сервер с «личным» адресом, который никому снаружи не виден, но при этом люди из интернета должны к нему попадать. Роутер выступает переводчиком: он заранее знает правило — «если кто-то стучится на внешний адрес 203.0.113.10, отдай этот запрос на внутренний сервер 192.168.1.10».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 шагах задания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вы буквально прописываете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это правило и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помечаете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интерфейсы: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nat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inside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— это «наша сеть, тут адреса приватные».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nat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outside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— это «интернет, тут адреса публичные».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nat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inside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192.168.1.10 203.0.113.10 — жёсткое правило: «этот внутренний IP всегда виден снаружи вот под этим публичным IP».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Проверка через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show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nat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translations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показывает таблицу этих переводов, а в симуляции видно, как у пакетов меняется адрес источника/назначения.</a:t>
            </a:r>
          </a:p>
          <a:p>
            <a:pPr algn="ctr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чего это нужно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    Чтобы публиковать внутренние сервисы наружу.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Веб‑сервер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почтовый сервер, терминальный сервер — всё это должно быть доступно извне, но не раскрывать реальные внутренние адреса.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    Для безопасности.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Внутри сети используют приватные адреса (192.168.x.x), которые не маршрутизируются в интернете. Так ты прячешь топологию своей сети: снаружи видно только внешний IP, а не реальные IP серверов и рабочих станций.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    Для контроля доступа.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Все входящие запросы идут через шлюз (роутер/межсетевой экран), где можно поставить правила безопасности,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логирование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фильтрацию.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    Для экономии публичных </a:t>
            </a:r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Раньше их было мало, и NAT был способом «растянуть» несколько внутренних устройств на один внешний IP. Сейчас это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по‑прежнему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стандарт, даже когда публичных адресов хватает.</a:t>
            </a:r>
          </a:p>
          <a:p>
            <a:pPr algn="ctr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Простой 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пример из реального мира</a:t>
            </a:r>
          </a:p>
          <a:p>
            <a:pPr algn="just"/>
            <a:r>
              <a:rPr lang="ru-RU" sz="1500" smtClean="0">
                <a:latin typeface="Times New Roman" pitchFamily="18" charset="0"/>
                <a:cs typeface="Times New Roman" pitchFamily="18" charset="0"/>
              </a:rPr>
              <a:t>Представьте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небольшой офис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интернет‑магазина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Внутри у них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веб‑сервер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на адресе 192.168.1.10 — он отдаёт сайт магазина.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У провайдера им выдали один публичный IP, например 203.0.113.10.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Клиенты заходят на сайт по этому публичному IP.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Администратор настраивает на пограничном роутере статический NAT: «запросы на 203.0.113.10 отправляй на 192.168.1.10». Теперь: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Клиент из интернета видит только 203.0.113.10 и открывает сайт.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Внутри офиса никто не менял настройки сервера.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   Если завтра сервер переедет на другой внутренний IP, администратор просто поменяет правило на роутере, и снаружи ничего не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изменится.</a:t>
            </a:r>
            <a:endParaRPr lang="ru-RU" sz="15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401</Words>
  <Application>Microsoft Office PowerPoint</Application>
  <PresentationFormat>Произвольный</PresentationFormat>
  <Paragraphs>22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Сетевая связность и приватность в Cisco</vt:lpstr>
      <vt:lpstr>Слайд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</cp:revision>
  <dcterms:created xsi:type="dcterms:W3CDTF">2026-10-19T09:16:06Z</dcterms:created>
  <dcterms:modified xsi:type="dcterms:W3CDTF">2026-10-19T19:15:54Z</dcterms:modified>
</cp:coreProperties>
</file>
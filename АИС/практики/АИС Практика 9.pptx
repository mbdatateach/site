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5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BDAD-76C0-41F5-AA29-B53D4D5844DF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84729-0C21-4750-A0CD-5FB9F8C3EB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9099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BDAD-76C0-41F5-AA29-B53D4D5844DF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84729-0C21-4750-A0CD-5FB9F8C3EB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577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BDAD-76C0-41F5-AA29-B53D4D5844DF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84729-0C21-4750-A0CD-5FB9F8C3EB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6347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BDAD-76C0-41F5-AA29-B53D4D5844DF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84729-0C21-4750-A0CD-5FB9F8C3EB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5535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BDAD-76C0-41F5-AA29-B53D4D5844DF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84729-0C21-4750-A0CD-5FB9F8C3EB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5724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BDAD-76C0-41F5-AA29-B53D4D5844DF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84729-0C21-4750-A0CD-5FB9F8C3EB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42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BDAD-76C0-41F5-AA29-B53D4D5844DF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84729-0C21-4750-A0CD-5FB9F8C3EB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1464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BDAD-76C0-41F5-AA29-B53D4D5844DF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84729-0C21-4750-A0CD-5FB9F8C3EB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1756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BDAD-76C0-41F5-AA29-B53D4D5844DF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84729-0C21-4750-A0CD-5FB9F8C3EB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7390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BDAD-76C0-41F5-AA29-B53D4D5844DF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84729-0C21-4750-A0CD-5FB9F8C3EB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8714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CBDAD-76C0-41F5-AA29-B53D4D5844DF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84729-0C21-4750-A0CD-5FB9F8C3EB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9090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FCBDAD-76C0-41F5-AA29-B53D4D5844DF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B84729-0C21-4750-A0CD-5FB9F8C3EB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8307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Управление сетевым доступом в </a:t>
            </a:r>
            <a:r>
              <a:rPr lang="en-US" b="1" dirty="0" smtClean="0"/>
              <a:t>Cisco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497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379" y="3706123"/>
            <a:ext cx="4229100" cy="30861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478027"/>
            <a:ext cx="5943600" cy="86677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0" y="93902"/>
            <a:ext cx="5505450" cy="166687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93902"/>
            <a:ext cx="62484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основе этого задания лежит принцип сегментации сети и выборочного контроля трафика: разделение пользователей на группы с разными правами доступа позволяет гибко управлять безопасностью без полного отключения служб. Благодаря выделению отдельных подсетей (администраторы, пользователи, серверная часть) администратор может применять политики безопасности точечно — например, разрешать всем DNS‑запросы, но ограничивать доступ к веб‑сервису только для определённой группы. Такая архитектура повышает отказоустойчивость и упрощает диагностику: проблемы локализуются в конкретном сегменте, а не затрагивают всю инфраструктуру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Расширенный список контроля доступа (</a:t>
            </a:r>
            <a:r>
              <a:rPr lang="ru-RU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Extended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ACL) даёт возможность фильтровать трафик не только по IP‑адресам, но и по протоколам и портам, что критически важно для тонкой настройки прав: в данном случае правило блокирует именно HTTP‑трафик (TCP порт 80), оставляя открытыми другие службы, включая DNS (UDP порт 53). Размещение ACL на интерфейсе источника трафика (в направлении </a:t>
            </a:r>
            <a:r>
              <a:rPr lang="ru-RU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Gi0/1) гарантирует, что проверка выполняется на раннем этапе — ещё до маршрутизации пакета, — и позволяет корректно идентифицировать адрес отправителя, чего нельзя добиться при установке фильтра на интерфейсе сервера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политики «разрешить всё, кроме конкретного трафика» (явный </a:t>
            </a:r>
            <a:r>
              <a:rPr lang="ru-RU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deny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HTTP и финальный </a:t>
            </a:r>
            <a:r>
              <a:rPr lang="ru-RU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permit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соответствует лучшим практикам сетевой безопасности: такой подход минимизирует риск случайной блокировки легитимных служб и сохраняет работоспособность базовых сетевых функций (</a:t>
            </a:r>
            <a:r>
              <a:rPr lang="ru-RU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ping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разрешение имён, внутренние сервисы). Кроме того, подобная конфигурация легко масштабируется: при добавлении новых сегментов или служб достаточно добавить отдельные правила, не перестраивая всю систему фильтрации.</a:t>
            </a:r>
          </a:p>
        </p:txBody>
      </p:sp>
    </p:spTree>
    <p:extLst>
      <p:ext uri="{BB962C8B-B14F-4D97-AF65-F5344CB8AC3E}">
        <p14:creationId xmlns:p14="http://schemas.microsoft.com/office/powerpoint/2010/main" val="108402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609124"/>
            <a:ext cx="5105400" cy="127635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049018"/>
            <a:ext cx="5105400" cy="2600325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-60960"/>
            <a:ext cx="7086600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Расширенные списки контроля доступа (</a:t>
            </a:r>
            <a:r>
              <a:rPr lang="ru-RU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Extended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ACL) в </a:t>
            </a:r>
            <a:r>
              <a:rPr lang="ru-RU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Cisco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IOS — это инструмент точечной фильтрации сетевого трафика, который позволяет принимать решения не только по IP‑адресам источника и получателя, но и по протоколам, портам и флагам TCP. В отличие от стандартных ACL, оперирующих лишь адресами, расширенные списки дают возможность реализовать принцип «запрещено всё, кроме явно разрешённого»: например, открыть доступ только к конкретному сервису (в данном случае FTP на порту 21), а весь остальной трафик — включая диагностические протоколы вроде ICMP (</a:t>
            </a:r>
            <a:r>
              <a:rPr lang="ru-RU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ping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— заблокировать. При этом порядок правил в ACL критически важен: роутер обрабатывает их строго сверху вниз и применяет первое совпадающее правило, поэтому разрешающее правило должно стоять до запрещающего.</a:t>
            </a:r>
          </a:p>
          <a:p>
            <a:pPr algn="just"/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Особое внимание в настройке FTP‑доступа требует учёт природы TCP‑соединений: для установки сессии недостаточно разрешить трафик только в одну сторону (от клиента к серверу), нужно также пропускать ответные пакеты и передачу данных. Именно для этого в конфигурацию добавляют правило с ключевым словом </a:t>
            </a:r>
            <a:r>
              <a:rPr lang="ru-RU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оно разрешает пакеты, относящиеся к уже инициированной сессии (то есть содержащие флаг ACK), что позволяет корректно завершить трёхстороннее рукопожатие (SYN → SYN‑ACK → ACK) и поддерживать обмен данными. Без этого правила соединение будет обрываться или уходить в таймаут, даже если порт 21 формально открыт.</a:t>
            </a:r>
          </a:p>
          <a:p>
            <a:pPr algn="just"/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ACL на интерфейсе с указанием направления (</a:t>
            </a:r>
            <a:r>
              <a:rPr lang="ru-RU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ru-RU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определяет, на каком этапе обработки пакетов сработает фильтрация: в данной лабораторной работе список применяется на входящем направлении на интерфейсе, ведущем к серверу, чтобы контролировать, какой трафик вообще допускается к сервису. Счётчики попаданий (</a:t>
            </a:r>
            <a:r>
              <a:rPr lang="ru-RU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hits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отображаемые командой </a:t>
            </a:r>
            <a:r>
              <a:rPr lang="ru-RU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access-lists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служат наглядным подтверждением работы правил: рост счётчика у разрешающего правила фиксирует успешные попытки подключения, а счётчик у правила </a:t>
            </a:r>
            <a:r>
              <a:rPr lang="ru-RU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deny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показывает объём заблокированного трафика — это позволяет продемонстрировать, что политика безопасности действительно ограничивает доступ только необходимым сервисом и предотвращает нецелевые обращения.</a:t>
            </a:r>
            <a:endParaRPr lang="ru-RU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4836462"/>
            <a:ext cx="3185160" cy="189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166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120" y="2849944"/>
            <a:ext cx="4219352" cy="4008056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0" y="334584"/>
            <a:ext cx="6825392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Файрвол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сетевой фильтр, который пропускает или блокирует трафик по заранее заданным правилам: он анализирует каждый пакет (протокол, IP‑адреса, порты) и, двигаясь сверху вниз по списку правил, применяет первое подходящее действие (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Allow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Deny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а если ни одно правило не совпало — срабатывает неявное «запретить всё»; при этом для корректной работы TCP‑соединений важно, чтобы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файрвол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умел разрешать не только исходящие запросы, но и соответствующие им входящие ответы, что в полноценных системах обеспечивается отслеживанием состояния сессии (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stateful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inspection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Его главные задачи — защищать устройства и данные от внешних угроз, предотвращать несанкционированный доступ к сервисам (вроде удалённого рабочего стола или баз данных), ограничивать исходящие соединения, если приложение или вирус пытаются передать данные наружу, а также сегментировать сеть и разграничивать права доступа между разными группами пользователей или устройств, тем самым снижая риски и площадь поражения при инцидентах.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120" y="14544"/>
            <a:ext cx="4450080" cy="2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4392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755</Words>
  <Application>Microsoft Office PowerPoint</Application>
  <PresentationFormat>Широкоэкранный</PresentationFormat>
  <Paragraphs>9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Тема Office</vt:lpstr>
      <vt:lpstr>Управление сетевым доступом в Cisco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6</cp:revision>
  <dcterms:created xsi:type="dcterms:W3CDTF">2026-10-19T09:16:06Z</dcterms:created>
  <dcterms:modified xsi:type="dcterms:W3CDTF">2026-10-19T11:59:38Z</dcterms:modified>
</cp:coreProperties>
</file>
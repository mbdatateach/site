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6AFAB-EE7D-4732-95BA-62C8B8B4B90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9B955-E356-4D96-8AD7-1F681F1BF60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A07EA-30C7-40C6-B337-BF955EF6159B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A9AB1-12BA-4495-AAC5-4798D1687C3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/>
              <a:t>Одноранговая</a:t>
            </a:r>
            <a:r>
              <a:rPr lang="ru-RU" b="1" dirty="0"/>
              <a:t> сеть (P2P)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313"/>
            <a:ext cx="9160779" cy="385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1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4153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(a)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889844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программная конечная точка сетевого соединения, которая объединяет IP-адрес и порт.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работы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сокетами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стандартный модуль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надёжной доставки сообщений в P2P-сетях применяется протокол TCP: он гарантирует, что данные дойдут до получателя без потерь и в правильном порядке.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одноранговой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сети нет центрального сервера — каждый узел равноправен. Один узел выступает в роли приёмника (открывает порт и ждёт соединения), другой — в роли отправителя (подключается к известному IP и шлёт сообщение). Роли задаются аргументами командной строки при запуске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14752"/>
            <a:ext cx="3524242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571867" y="3210848"/>
            <a:ext cx="5572133" cy="364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bind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(IP, 9999) — эта команда закрепляет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сокет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за указанным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IP‑адресом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портом 9999, позволяя узлу принимать входящие соединения на этой точке и делая его доступным для соседей в локальной сети.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listen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 — переводит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сокет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 режим ожидания подключений, задавая очередь из ожидающих клиентов, чтобы узел мог корректно обрабатывать входящие запросы в рамках P2P‑взаимодействия.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accept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 — блокирует выполнение до появления подключения, а затем возвращает новый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сокет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адрес клиента, фактически устанавливая соединение и позволяя начать обмен данными с конкретным соседом.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connect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(IP:9999) — инициирует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TCP‑соединение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 удалённым узлом по заданному IP и порту 9999, выступая точкой старта для передачи данных со стороны отправителя в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одноранговой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сети.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sendall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hello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 — гарантированно отправляет все байты сообщения (например, «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hello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from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P2P») получателю, обеспечивая надёжную передачу данных без потерь в рамках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TCP‑сессии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recv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(1024) — читает до 1024 байт входящих данных из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сокета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блокируясь до поступления информации или разрыва соединения, и служит основным способом получения сообщений и подтверждений в P2P‑обмене.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sendall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(ACK) — отправляет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узлу‑партнёру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подтверждение (ACK) о приёме данных, завершая логический цикл «запрос — ответ» и давая обратную связь о корректности доставки сообщения.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4153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(a)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889844"/>
            <a:ext cx="42862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Приёмник создаёт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TCP-сокет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привязывается к порту 9999 и ждёт входящее соединение. Получив сообщение, выводит его в консоль и отправляет обратно подтверждение.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1975" y="1142984"/>
            <a:ext cx="47720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2285992"/>
            <a:ext cx="39290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bind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привязывает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 порту,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listen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переводит его в режим ожидания.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блокирует выполнение до тех пор, пока кто-то не подключится — в этот момент возвращается новый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conn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обмена данными и адрес подключившегося узла.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75" y="2571744"/>
            <a:ext cx="51911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3857628"/>
            <a:ext cx="450056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Отправитель создаёт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подключается к IP-адресу соседа и отправляет текст. Ответ от соседа читается через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95825" y="3857628"/>
            <a:ext cx="44481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4929198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connect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устанавливает TCP-соединение с приёмником. Если сосед недоступен или не слушает порт — произойдёт исключение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ConnectionRefusedError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которое достаточно перехватить одной проверкой.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После установки соединения обе стороны симметричны: обе могут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Вся логика укладывается в несколько строк — никаких библиотек кроме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не требуется.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14876" y="5357826"/>
            <a:ext cx="4429124" cy="4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4153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(</a:t>
            </a:r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)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передаче короткого текста достаточно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файлом сложнее: размер может превышать буфер приёмника, поэтому содержимое передаётся порциями в цикле. Чтобы приёмник знал, сколько байтов ждать, отправитель передаёт размер файла отдельным сообщением до начала передачи содержимого.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2143116"/>
            <a:ext cx="7891700" cy="962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428860" y="3000372"/>
            <a:ext cx="3999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Отправитель: размер перед данными</a:t>
            </a:r>
            <a:endParaRPr lang="ru-RU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3500438"/>
            <a:ext cx="620638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428860" y="5286388"/>
            <a:ext cx="3859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цикл приёма по размеру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41537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(</a:t>
            </a:r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)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Передача строится на трёх шагах. Сначала отправитель передаёт размер, приёмник отвечает «OK». Затем отправитель передаёт содержимое файла, приёмник накапливает данные в цикле до заявленного размера. После сохранения файла приёмник отправляет подтверждение ACK, а отправитель читает его и фиксирует успешную доставку.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3116"/>
            <a:ext cx="535077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500034" y="3286124"/>
            <a:ext cx="4353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сохранение и подтверждение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2071678"/>
            <a:ext cx="3643306" cy="100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72066" y="3000372"/>
            <a:ext cx="4071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Отправитель: ожидание подтверждения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385762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Приёмник получает байты по сети и записывает их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бинарном режиме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". Без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преобразует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 размер сохранённого файла не совпадёт с заявленным. Контроль размера на каждом этапе — главный механизм целостности: если заявленный и фактический размеры совпадают, передача прошла без потерь.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143512"/>
            <a:ext cx="4672943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64837" y="5214950"/>
            <a:ext cx="447916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Модели синхронизации: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lockstep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и передача изменений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распределённых системах с интерактивным взаимодействием в реальном времени применяются две базовые модели синхронизации.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Lockstep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(пошаговая синхронизация) — каждый узел перед переходом к следующему такту ждёт, пока все остальные узлы подтвердят готовность. События выполняются строго синхронно: если один игрок отдаёт приказ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юниту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на такте N, все остальные обрабатывают этот приказ на том же такте. Это гарантирует детерминированность, но создаёт зависимость от самого медленного участника: задержка одного узла тормозит всю систему. Передача изменений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delta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sync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 — узлы обмениваются не полным состоянием, а только изменениями: координаты переместились на 5 единиц, здоровье уменьшилось на 10. Приёмник применяет дельту к своей копии состояния. Эта модель терпимее к задержкам, но порождает проблему расхождения: если дельта потерялась, копии состояний расходятся, и их нужно сверять. В большинстве стратегий реального времени (RTS) используется гибрид: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lockstep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передачи приказов игроков, локальная симуляция — для расчёта их последствий.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шутерах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чаще применяется передача изменений состояния с упором на минимальную задержку.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Одновременные события и логические часы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Когда два игрока одновременно атакуют один и тот же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юнит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 распределённой системе нет «абсолютного времени», которое позволило бы сказать, кто ударил первым. У каждого узла свои собственные часы, и пакеты приходят с разной задержкой. Для упорядочения событий применяются логические часы Лампорта — каждому событию присваивается порядковый номер (метка), который увеличивается при отправке и приёме сообщений. Если узел A отправляет приказ «удар» с меткой 5, а узел B — с меткой 6, система обрабатывает их в порядке меток, даже если на самом деле B нажал кнопку на миллисекунду раньше. Это даёт полный порядок — одинаковую последовательность на всех узлах, но не обязательно отражает реальную хронологию. Альтернатива — векторные часы, которые сохраняют информацию о причинно-следственной связи: «событие A произошло до события B» или «они параллельны». В играх чаще используется простой подход: метка такта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turn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выступает как логические часы. Все приказы, переданные на такте N, выполняются одновременно, а конфликт разрешается детерминированной функцией — например, по идентификатору игрока. Так одинаковые удары обрабатываются одинаково на обоих клиентах,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рассинхрона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не возникает.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3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Отказоустойчивость и транспортный протокол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Отказ узла — закрытие игры или обрыв сети — это классическая проблема распределённых систем. Возможны три стратегии: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match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continues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остальные узлы берут управление на себя (ИИ заменяет выпавшего игрока),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pause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wait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система ждёт восстановления соединения заданное время,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match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abort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матч считается прерванным. Выбор зависит от модели синхронизации: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lockstep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не может продолжаться без одного узла, так как все ждут его такт, поэтому требует либо паузы, либо замены. Передача изменений может продолжаться, но состояния будут расходиться, и при восстановлении потребуется полная ресинхронизация — передача актуального состояния от одного из узлов. Что касается транспорта, для игр реального времени обычно выбирают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UDP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вместо TCP. TCP гарантирует доставку, но ради этого задерживает все последующие пакеты, пока не доставит потерянный — это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head-of-line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blocking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В игре лучше потерять одну команду перемещения и получить следующую, чем ждать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ретрансмита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отстать на полсекунды. UDP отдаёт приоритет низкой задержке над гарантией доставки: устаревшие пакеты просто отбрасываются, а актуальное состояние передаётся новым пакетом. Архитектура LAN-игры работает стабильно при низкой и предсказуемой задержке (1–5 мс в локальной сети) и надёжных каналах. Проблемы возникают при скачках задержки, потере пакетов и отказах узлов — там, где распределённая система должна выбирать между согласованностью и доступностью (теорема CAP), и игра почти всегда выбирает доступность ради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играбельности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474</Words>
  <Application>Microsoft Office PowerPoint</Application>
  <PresentationFormat>Экран (4:3)</PresentationFormat>
  <Paragraphs>41</Paragraphs>
  <Slides>9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Одноранговая сеть (P2P)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2026-09-27T12:46:13Z</dcterms:created>
  <dcterms:modified xsi:type="dcterms:W3CDTF">2026-09-27T13:12:03Z</dcterms:modified>
</cp:coreProperties>
</file>
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Работа с эмуляторами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err="1" smtClean="0"/>
              <a:t>DosBOX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642918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MS DOS — это классическая однозадачная ОС с текстовым интерфейсом, которая напрямую взаимодействует с аппаратурой без сложных абстракций; в современных условиях её используют через эмуляторы вроде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DOSBox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чтобы запускать устаревшее ПО и изучать базовые принципы работы файловой системы, управления ресурсами и низкоуровневого взаимодействия с ОС — это формирует у администратора ИС понимание того, как устроены современные системы на фундаментальном уровне, а также даёт навыки работы с консольными утилитами, автоматизацией через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bat‑файлы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 диагностикой проблем в средах с ограниченными ресурсами.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571604" y="2571744"/>
          <a:ext cx="6077585" cy="3810000"/>
        </p:xfrm>
        <a:graphic>
          <a:graphicData uri="http://schemas.openxmlformats.org/drawingml/2006/table">
            <a:tbl>
              <a:tblPr/>
              <a:tblGrid>
                <a:gridCol w="2025650"/>
                <a:gridCol w="2025650"/>
                <a:gridCol w="2026285"/>
              </a:tblGrid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Команда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Назначение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Пример использования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latin typeface="Times New Roman"/>
                          <a:ea typeface="Times New Roman"/>
                          <a:cs typeface="Times New Roman"/>
                        </a:rPr>
                        <a:t>mount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Монтирует папку Windows как виртуальный диск в DOSBox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</a:rPr>
                        <a:t>mount d C:\Users\User\Desktop\DOOM_LAB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latin typeface="Times New Roman"/>
                          <a:ea typeface="Times New Roman"/>
                          <a:cs typeface="Times New Roman"/>
                        </a:rPr>
                        <a:t>dir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Выводит список файлов и папок в текущей директории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dir или dir /w (в широком формате), dir /p (с паузой)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cd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Меняет текущую директорию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cd DOOM (войти в папку), cd .. (выйти на уровень выше), cd \ (в корень диска)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md (или mkdir)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Создаёт новую папку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md info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copy con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Создаёт текстовый файл с вводом содержимого с клавиатуры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copy con readme.txt, далее ввести текст, завершить вводом Ctrl+Z и Enter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type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Выводит содержимое текстового файла на экран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type readme.txt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copy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Копирует файлы (и при определённых условиях — структуру)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latin typeface="Times New Roman"/>
                          <a:ea typeface="Times New Roman"/>
                          <a:cs typeface="Times New Roman"/>
                        </a:rPr>
                        <a:t>copy</a:t>
                      </a: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000" dirty="0" err="1">
                          <a:latin typeface="Times New Roman"/>
                          <a:ea typeface="Times New Roman"/>
                          <a:cs typeface="Times New Roman"/>
                        </a:rPr>
                        <a:t>readme.txt</a:t>
                      </a: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000" dirty="0" err="1">
                          <a:latin typeface="Times New Roman"/>
                          <a:ea typeface="Times New Roman"/>
                          <a:cs typeface="Times New Roman"/>
                        </a:rPr>
                        <a:t>info\</a:t>
                      </a: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 (скопировать файл в папку </a:t>
                      </a:r>
                      <a:r>
                        <a:rPr lang="ru-RU" sz="1000" dirty="0" err="1">
                          <a:latin typeface="Times New Roman"/>
                          <a:ea typeface="Times New Roman"/>
                          <a:cs typeface="Times New Roman"/>
                        </a:rPr>
                        <a:t>info</a:t>
                      </a: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xcopy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Расширенное копирование, включая папки и подпапки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latin typeface="Times New Roman"/>
                          <a:ea typeface="Times New Roman"/>
                          <a:cs typeface="Times New Roman"/>
                        </a:rPr>
                        <a:t>xcopy</a:t>
                      </a: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 DOOM D:\BACKUP\DOOM /E (скопировать папку со всем содержимым)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edit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Запускает текстовый редактор для создания/правки файлов (если доступен в сборке)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latin typeface="Times New Roman"/>
                          <a:ea typeface="Times New Roman"/>
                          <a:cs typeface="Times New Roman"/>
                        </a:rPr>
                        <a:t>edit</a:t>
                      </a: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000" dirty="0" err="1">
                          <a:latin typeface="Times New Roman"/>
                          <a:ea typeface="Times New Roman"/>
                          <a:cs typeface="Times New Roman"/>
                        </a:rPr>
                        <a:t>readme.txt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cls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Очищает экран консоли</a:t>
                      </a:r>
                      <a:endParaRPr lang="ru-RU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latin typeface="Times New Roman"/>
                          <a:ea typeface="Times New Roman"/>
                          <a:cs typeface="Times New Roman"/>
                        </a:rPr>
                        <a:t>cls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Ассемблер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357298"/>
            <a:ext cx="9144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Ассемблер — это язык низкого уровня, максимально близкий к машинным кодам процессора: он позволяет напрямую управлять регистрами, сегментами памяти и системными вызовами, формируя глубокое понимание того, как инструкции транслируются в реальные действия «железа». В среде MS DOS (через эмулятор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DOSBox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ассемблер особенно нагляден: здесь нет многослойных абстракций современных ОС, а базовые операции (вывод текста, завершение программы) реализуются через прямые обращения к прерываниям DOS (например,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21h), что даёт администратору ИС ценные навыки чтения низкоуровневых отчётов, диагностики сбоев, работы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legacy‑инструментами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осознания фундаментальных механизмов загрузки и исполнения кода; при этом цепочка «исходный файл → объектный модуль (TASM) → исполняемый файл (TLINK) → запуск» демонстрирует классический цикл сборки ПО, актуальный и сегодня в адаптированном виде.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Эмулятор </a:t>
            </a:r>
            <a:r>
              <a:rPr lang="en-US" dirty="0" smtClean="0"/>
              <a:t>SEGA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785794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Gens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это эмулятор приставки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Sega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Mega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Drive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(она же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Genesis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Северной Америке): он «притворяется» этой консолью на обычном ПК — воспроизводит её процессор, видео‑ и звуковые чипы, обрабатывает сигналы от клавиатуры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геймпада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как от родного контроллера, так что старые игры работают почти как на оригинальном железе. 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Gens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долгая история, он был одним из самых точных эмуляторов для этой платформы и до сих пор используется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ретро‑геймерами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тестировщиками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bin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 .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smd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это просто разные «ярлыки» для одного и того же типа файла: полного снимка (дампа) содержимого игрового картриджа. Технически это поток байтов — точно такие же данные, как были записаны на микросхему ПЗУ в настоящей игре. Разница только в традиции именования: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smd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закрепился как «каноничное» расширение в коллекциях ромов и в интерфейсах эмуляторов, 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bin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универсальное обозначение «бинарного файла», которое часто ставят при прямом копировании данных или конвертации. Для эмулятора вроде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Gens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это не имеет значения: он читает сырые байты и сам понимает, что это игра для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Mega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Drive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независимо от расширения. Иногда в старых архивах игру делят на части и дают им разные имена (в том числе смешивая 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smd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но суть остаётся той же — это фрагменты или варианты одного и того же образа.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-5417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 чём разница между нашей эмуляцией и реальным картриджем</a:t>
            </a:r>
            <a:endParaRPr lang="en-US" sz="20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задании мы сделали максимально упрощённую модель: массив из 10 ячеек и проверку границ. Реальный картридж 8‑битной консоли (например, для NES/SNES, а не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Sega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устроен сложнее: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ROM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RAM.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 большинстве картриджей основная память — это ROM (только чтение): код и графика игры записаны туда навсегда, записать туда нельзя. Если в игре есть сохранения, ставят отдельную маленькую RAM с батарейкой. В нашем коде мы разрешили писать в любую ячейку — это абстракция для тренировки логики, а не точная копия.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Банковая память и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мапперы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У 8‑битных систем адресное пространство процессора небольшое (часто 64 КБ), а игры больше. Поэтому в картридж ставили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маппер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(контроллер памяти), который по записям в определённые адреса переключал «окна» памяти: процессор видел один диапазон адресов, 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маппер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подставлял туда разные банки ROM. У нас этого нет — мы просто проверяем 0–9.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Разные области адресов.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 реальной системе одни адреса — это видеопамять, другие — контроллер ввода, третьи — собственно память картриджа. Процессор пишет/читает в адрес, а физически данные уходят в разные микросхемы. В нашей модели все адреса равнозначны.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Отсутствие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таймингов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и шины.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Реальная память имеет задержки, и архитектура рассчитана на них. Эмуляторы уровня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DOSBox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Sega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учитывают циклы процессора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тайминги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устройств; в нашем примере всё происходит мгновенно и без учёта тактов.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461</Words>
  <PresentationFormat>Экран (4:3)</PresentationFormat>
  <Paragraphs>48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Работа с эмуляторами</vt:lpstr>
      <vt:lpstr>DosBOX</vt:lpstr>
      <vt:lpstr>Ассемблер</vt:lpstr>
      <vt:lpstr>Эмулятор SEGA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эмуляторами</dc:title>
  <dc:creator>user</dc:creator>
  <cp:lastModifiedBy>user</cp:lastModifiedBy>
  <cp:revision>3</cp:revision>
  <dcterms:created xsi:type="dcterms:W3CDTF">2026-08-28T10:19:02Z</dcterms:created>
  <dcterms:modified xsi:type="dcterms:W3CDTF">2026-09-15T13:10:44Z</dcterms:modified>
</cp:coreProperties>
</file>
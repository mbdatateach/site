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6" r:id="rId2"/>
    <p:sldId id="289" r:id="rId3"/>
    <p:sldId id="292" r:id="rId4"/>
    <p:sldId id="288" r:id="rId5"/>
    <p:sldId id="293" r:id="rId6"/>
    <p:sldId id="294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DDE0F2"/>
    <a:srgbClr val="DDE3F2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66" d="100"/>
          <a:sy n="66" d="100"/>
        </p:scale>
        <p:origin x="-2934" y="-1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5245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16.11.2025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Обучающая игра</a:t>
            </a:r>
            <a:r>
              <a:rPr lang="en-US" dirty="0" smtClean="0"/>
              <a:t>: </a:t>
            </a:r>
            <a:r>
              <a:rPr lang="ru-RU" dirty="0" smtClean="0"/>
              <a:t>установка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36500" y="4729938"/>
            <a:ext cx="464343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Папку с игрой необходимо распаковать и поместить на рабочий стол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или в любую другую папку)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151" y="4509120"/>
            <a:ext cx="3209925" cy="219075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9446"/>
            <a:ext cx="8969658" cy="1353410"/>
          </a:xfrm>
          <a:prstGeom prst="rect">
            <a:avLst/>
          </a:prstGeom>
        </p:spPr>
      </p:pic>
      <p:cxnSp>
        <p:nvCxnSpPr>
          <p:cNvPr id="9" name="Прямая со стрелкой 8"/>
          <p:cNvCxnSpPr/>
          <p:nvPr/>
        </p:nvCxnSpPr>
        <p:spPr>
          <a:xfrm flipH="1" flipV="1">
            <a:off x="7452320" y="1052736"/>
            <a:ext cx="646822" cy="15841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760" y="1772816"/>
            <a:ext cx="3606029" cy="2432496"/>
          </a:xfrm>
          <a:prstGeom prst="rect">
            <a:avLst/>
          </a:prstGeom>
        </p:spPr>
      </p:pic>
      <p:cxnSp>
        <p:nvCxnSpPr>
          <p:cNvPr id="12" name="Прямая со стрелкой 11"/>
          <p:cNvCxnSpPr/>
          <p:nvPr/>
        </p:nvCxnSpPr>
        <p:spPr>
          <a:xfrm flipH="1">
            <a:off x="4355976" y="2636912"/>
            <a:ext cx="3743166" cy="16395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3060457" y="2862908"/>
            <a:ext cx="2807687" cy="20782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Карта игры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4175686" y="5517232"/>
            <a:ext cx="4572000" cy="1200329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Перемещение по карте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WASD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Управление камерой с помощью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мыши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692696"/>
            <a:ext cx="5219532" cy="46605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0" y="857232"/>
            <a:ext cx="3779912" cy="440120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itchFamily="18" charset="0"/>
              </a:rPr>
              <a:t>Вы – стажер в крупной экономической компании, и сегодня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Вам предстоит прожить один полный рабочий день в виртуальном офисе. С утра вас вызывает к себе генеральный директор </a:t>
            </a:r>
            <a:r>
              <a:rPr lang="ru-RU" sz="2000" dirty="0" smtClean="0">
                <a:latin typeface="Times New Roman" panose="02020603050405020304" pitchFamily="18" charset="0"/>
                <a:cs typeface="Times New Roman" pitchFamily="18" charset="0"/>
              </a:rPr>
              <a:t>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 этого момента начинается ваш персональный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квест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Каждое задание связано с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задачами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 решать аналитики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финансисты: от составления сводных отчётов до прогнозирования доходов.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всё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</a:t>
            </a:r>
            <a:r>
              <a:rPr lang="ru-RU" sz="2000" dirty="0" smtClean="0">
                <a:latin typeface="Times New Roman" panose="02020603050405020304" pitchFamily="18" charset="0"/>
                <a:cs typeface="Times New Roman" pitchFamily="18" charset="0"/>
              </a:rPr>
              <a:t>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среде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18" y="2478302"/>
            <a:ext cx="7520124" cy="4379698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14338"/>
            <a:ext cx="8229600" cy="1143000"/>
          </a:xfrm>
        </p:spPr>
        <p:txBody>
          <a:bodyPr/>
          <a:lstStyle/>
          <a:p>
            <a:r>
              <a:rPr lang="ru-RU" dirty="0" smtClean="0"/>
              <a:t>Условие победы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20688"/>
            <a:ext cx="914400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Вам необходимо выполнить последовательность заданий, которую Вам будут выдавать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сотрудники офиса в кабинетах. Для этого с ними придется взаимодействовать с помощью диалоговых окон. </a:t>
            </a:r>
          </a:p>
        </p:txBody>
      </p:sp>
      <p:cxnSp>
        <p:nvCxnSpPr>
          <p:cNvPr id="7" name="Прямая со стрелкой 6"/>
          <p:cNvCxnSpPr/>
          <p:nvPr/>
        </p:nvCxnSpPr>
        <p:spPr>
          <a:xfrm rot="5400000">
            <a:off x="6598944" y="2851226"/>
            <a:ext cx="1714512" cy="128588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rot="5400000">
            <a:off x="6598944" y="3351292"/>
            <a:ext cx="2214578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/>
          <p:nvPr/>
        </p:nvCxnSpPr>
        <p:spPr>
          <a:xfrm rot="5400000">
            <a:off x="5884564" y="3279854"/>
            <a:ext cx="2857520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91431" y="2316220"/>
            <a:ext cx="10001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Левая кнопка мыши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150114"/>
            <a:ext cx="5868144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Чтобы зайти в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кабинет,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подойти к двери, встать напротив нее и нажать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клавишу «Е»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643570" y="3571876"/>
            <a:ext cx="3500430" cy="304698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Иногда будут появляться дополнительные окна с заданиями. В таком случае необходимо выполнить его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ввести или выбрать ответ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 затем нажать на кнопку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отправить/закончить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8229600" cy="1143000"/>
          </a:xfrm>
        </p:spPr>
        <p:txBody>
          <a:bodyPr/>
          <a:lstStyle/>
          <a:p>
            <a:r>
              <a:rPr lang="ru-RU" dirty="0" smtClean="0"/>
              <a:t>Взаимодействие с миром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414" y="3602929"/>
            <a:ext cx="5353794" cy="2211896"/>
          </a:xfrm>
          <a:prstGeom prst="rect">
            <a:avLst/>
          </a:prstGeom>
        </p:spPr>
      </p:pic>
      <p:cxnSp>
        <p:nvCxnSpPr>
          <p:cNvPr id="14" name="Прямая со стрелкой 13"/>
          <p:cNvCxnSpPr>
            <a:stCxn id="13" idx="1"/>
          </p:cNvCxnSpPr>
          <p:nvPr/>
        </p:nvCxnSpPr>
        <p:spPr>
          <a:xfrm flipH="1">
            <a:off x="2843808" y="5095370"/>
            <a:ext cx="2799762" cy="2778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V="1">
            <a:off x="2643190" y="5733256"/>
            <a:ext cx="200618" cy="32647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-57092" y="5962054"/>
            <a:ext cx="5400563" cy="92333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Иногда такие окна будут предлагать открыть дополнительный файл, с помощью которого можно выполнить задание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648072" y="901862"/>
            <a:ext cx="3500430" cy="22467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У главного героя есть листок, на котором отмечаются все задания. Как только какое-то задание выполняется, оно исчезает из списка. Чтобы открыть список, нужно нажать на клавишу «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3"/>
          </p:cNvCxnSpPr>
          <p:nvPr/>
        </p:nvCxnSpPr>
        <p:spPr>
          <a:xfrm>
            <a:off x="4148502" y="2025247"/>
            <a:ext cx="1071570" cy="1962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1269908" y="3173536"/>
            <a:ext cx="66041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Чтобы убрать список нажмите Пробел</a:t>
            </a:r>
            <a:endParaRPr lang="ru-RU" sz="2400" b="1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0072" y="582072"/>
            <a:ext cx="3312368" cy="2694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736"/>
            <a:ext cx="9144000" cy="3046988"/>
          </a:xfrm>
          <a:prstGeom prst="rect">
            <a:avLst/>
          </a:prstGeom>
          <a:solidFill>
            <a:srgbClr val="DDE0F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полного выполнения всех сюжетных заданий (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 игре их 6 и есть еще одно </a:t>
            </a:r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дополнительное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Вам будет показано окно статистики и, если рабочий день был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успешный (выполнено 4 и более заданий),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будет выдан сертификат.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Не забудьте показать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результаты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преподавателю и отправить объединенный сертификат и окно итоговой статистики в специальную форму по ссылке.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https://forms.gle/WbmDPamLtuoYWppe6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9026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Завершение игры</a:t>
            </a:r>
            <a:endParaRPr lang="ru-RU" dirty="0"/>
          </a:p>
        </p:txBody>
      </p:sp>
    </p:spTree>
    <p:extLst>
      <p:ext uri="{BB962C8B-B14F-4D97-AF65-F5344CB8AC3E}">
        <p14:creationId xmlns="" xmlns:p14="http://schemas.microsoft.com/office/powerpoint/2010/main" val="262243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32" y="895633"/>
            <a:ext cx="9144000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После </a:t>
            </a:r>
            <a:r>
              <a:rPr lang="ru-RU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завершения игры </a:t>
            </a:r>
            <a:r>
              <a:rPr lang="ru-RU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пройдите, пожалуйста, опрос по ссылке:</a:t>
            </a:r>
            <a:r>
              <a:rPr lang="en-US" sz="2400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https://forms.gle/ng6NCQrkVndsuiQt9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9026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/>
              <a:t>Опрос</a:t>
            </a:r>
            <a:endParaRPr lang="ru-RU" dirty="0"/>
          </a:p>
        </p:txBody>
      </p:sp>
      <p:pic>
        <p:nvPicPr>
          <p:cNvPr id="1028" name="Picture 4" descr="http://qrcoder.ru/code/?https%3A%2F%2Fforms.gle%2Fng6NCQrkVndsuiQt9&amp;10&amp;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71736" y="2000240"/>
            <a:ext cx="3524250" cy="35242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8786387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315</Words>
  <Application>Microsoft Office PowerPoint</Application>
  <PresentationFormat>Экран 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Обучающая игра: установка</vt:lpstr>
      <vt:lpstr>Карта игры</vt:lpstr>
      <vt:lpstr>Условие победы</vt:lpstr>
      <vt:lpstr>Взаимодействие с миром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Описание игры</dc:title>
  <dc:creator>user</dc:creator>
  <cp:lastModifiedBy>user</cp:lastModifiedBy>
  <cp:revision>110</cp:revision>
  <dcterms:created xsi:type="dcterms:W3CDTF">2024-02-01T09:49:19Z</dcterms:created>
  <dcterms:modified xsi:type="dcterms:W3CDTF">2025-11-16T18:08:24Z</dcterms:modified>
</cp:coreProperties>
</file>
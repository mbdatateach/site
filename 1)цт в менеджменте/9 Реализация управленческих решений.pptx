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1" r:id="rId6"/>
    <p:sldId id="262" r:id="rId7"/>
    <p:sldId id="259" r:id="rId8"/>
    <p:sldId id="260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20.03.2025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Методы реализации управленческих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2857496"/>
            <a:ext cx="9144000" cy="25717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928670"/>
            <a:ext cx="9144000" cy="1571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Шаблон списка задач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бесплатный инструмент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 помощью которого можно назначать задания, устанавливать им приоритет, задавать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дедлайн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выбирать ответственное лицо, следить за прогрессом выполнения и оставлять заметки, не выходя из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2857496"/>
            <a:ext cx="91440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Задачи, которые решает шаблон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Составление списка дел.</a:t>
            </a:r>
          </a:p>
          <a:p>
            <a:pPr lvl="0"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Расстановка приоритетов и выделение важных и срочных задач, которые требуется закрыть в первую очередь.</a:t>
            </a:r>
          </a:p>
          <a:p>
            <a:pPr lvl="0"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Работа с нагрузкой.</a:t>
            </a:r>
          </a:p>
          <a:p>
            <a:pPr lvl="0"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Повышение эффективности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личной и командной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73686"/>
            <a:ext cx="9144000" cy="1297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071670" y="2071678"/>
            <a:ext cx="5046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Результат после первых двух пунктов</a:t>
            </a:r>
            <a:endParaRPr lang="ru-R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2571744"/>
            <a:ext cx="5243526" cy="3547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28860" y="6143644"/>
            <a:ext cx="4384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Преобразование ячеек в список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786050" y="2143116"/>
            <a:ext cx="3001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Выполнение пункта 4</a:t>
            </a:r>
            <a:endParaRPr lang="ru-R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785794"/>
            <a:ext cx="9144000" cy="1416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2714620"/>
            <a:ext cx="49911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786050" y="6357958"/>
            <a:ext cx="3001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Выполнение пункта 5</a:t>
            </a:r>
            <a:endParaRPr lang="ru-RU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2500306"/>
            <a:ext cx="9144000" cy="3571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1000108"/>
            <a:ext cx="9144000" cy="12144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Диаграмма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— это инструмент для планирования и управления проектами. Это график, на горизонтальной оси которого отмечают действия, на вертикальной оси — продолжительность их выполнения.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2500306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Некоторые задачи, которые решает диаграмма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в управлении: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Планирование проекта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Менеджер может устанавливать сроки для различных этапов проекта и декомпозировать этапы на задачи.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Управление ресурсами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Удобно координировать работу людей в соответствии с расписанием проекта. Например, если на каком-то этапе сотрудник команды не участвует, то можно занять его в другом проекте. Либо, наоборот, при необходимости заранее начать искать дополнительные ресурсы.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Мониторинг процесса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Руководители и менеджеры проекта видят, выполняются ли вовремя отдельные задачи, и при необходимости могут корректировать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таймлайн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Диаграммы также помогают посмотреть, какие задачи закрыты вовремя, чтобы оценивать производительность сотрудников.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0" y="4714884"/>
            <a:ext cx="9144000" cy="1785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500438"/>
            <a:ext cx="9144000" cy="114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26432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714356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жизненном цикле информационных систем диаграмма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используется на всех этапах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планирование и согласование плана;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контроль за выполнением работ со стороны руководителя и самоконтроль подчинённых;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формирование промежуточных и итогового отчётов;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анализ работы после завершения проекта.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3429000"/>
            <a:ext cx="900109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управлении персоналом (в том числе, менеджерами и государственными служащими)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помогает визуализировать задачи и этапы проекта, связанные с подбором или обучением сотрудников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478632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Однако стоит учитывать, что диаграмма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отражает временные ресурсы на выполнение задач, но не количество вовлечённых сотрудников и вклад каждого из них на конкретном этапе работы.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Также диаграмму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использовать для создания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карьерного плана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чтобы наглядно видеть, какие шаги необходимо предпринять и в какие сроки.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77247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500298" y="2252955"/>
            <a:ext cx="4081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Добавление столбцов на лист</a:t>
            </a:r>
            <a:endParaRPr lang="ru-RU" sz="24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30118"/>
            <a:ext cx="3795933" cy="4027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2000232" y="4357694"/>
            <a:ext cx="2786082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86314" y="4071942"/>
            <a:ext cx="3214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Горизонтальная гистограмма с накоплением</a:t>
            </a:r>
            <a:endParaRPr lang="ru-RU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4714884"/>
            <a:ext cx="9144000" cy="12144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091632" cy="3333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143372" y="4000504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Пункт 3</a:t>
            </a:r>
            <a:endParaRPr lang="ru-RU" sz="24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471488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Т.Е. Диаграмма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управлении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это график, который помогает визуализировать процесс работы над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любым проектом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186</Words>
  <PresentationFormat>Экран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Методы реализации управленческих решений</vt:lpstr>
      <vt:lpstr>Задание 1</vt:lpstr>
      <vt:lpstr>Задание 1</vt:lpstr>
      <vt:lpstr>Задание 1</vt:lpstr>
      <vt:lpstr>Задание 2</vt:lpstr>
      <vt:lpstr>Задание 2</vt:lpstr>
      <vt:lpstr>Задание 2</vt:lpstr>
      <vt:lpstr>Задание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9</cp:revision>
  <dcterms:created xsi:type="dcterms:W3CDTF">2025-03-09T10:19:56Z</dcterms:created>
  <dcterms:modified xsi:type="dcterms:W3CDTF">2025-03-20T10:38:56Z</dcterms:modified>
</cp:coreProperties>
</file>
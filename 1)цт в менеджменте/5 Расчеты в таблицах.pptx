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2" r:id="rId4"/>
    <p:sldId id="271" r:id="rId5"/>
    <p:sldId id="267" r:id="rId6"/>
    <p:sldId id="273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04.03.2026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Расчеты </a:t>
            </a:r>
            <a:r>
              <a:rPr lang="en-US" dirty="0" smtClean="0"/>
              <a:t>2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2"/>
            <a:ext cx="762952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Копирование таблиц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 flipH="1" flipV="1">
            <a:off x="678629" y="4464851"/>
            <a:ext cx="2786082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8596" y="6027003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Выделить столбец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" y="714356"/>
            <a:ext cx="91439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копировании таблиц, например, из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MS Word,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денежный формат может скопировать как текстовый – с буквами «р.»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Можно достаточно быстро удалить лишние символы из целого столбца с помощью функционала «Найти и заменить»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rot="16200000" flipV="1">
            <a:off x="5179223" y="5036355"/>
            <a:ext cx="85725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29190" y="5786454"/>
            <a:ext cx="242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Ctrl+F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Фильтры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6" y="1000108"/>
            <a:ext cx="408622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1000108"/>
            <a:ext cx="3648075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7496277" cy="3419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Функция 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“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”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0800000">
            <a:off x="3071802" y="1928802"/>
            <a:ext cx="4071966" cy="307183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15140" y="4572008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Синтаксис функции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5786454"/>
            <a:ext cx="9143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Функция И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проверяет несколько условий и возвращает значение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ИСТИНА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только если все условия выполнены.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Функция СУММЕСЛИ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СУММЕСЛИ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функция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 помощью которой можно суммировать не все значения выбранного диапазона, а только те, что соответствуют одному заданному пользователем условию.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Синтаксис функции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СУММЕСЛИ (диапазон; критерий;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диапазон_суммирования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Диапазон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(обязательный) — ячейки таблицы, в которых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будет искать критерий пользователя.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Критерий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(обязательный) — значение, которое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должен найти в выбранном диапазоне.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Диапазон суммирования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диапазон ячеек, которые нужно суммировать.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349543"/>
            <a:ext cx="5400658" cy="35084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Функция ЕСЛИ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142984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Вложенные функции ЕСЛИ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позволяют проверять несколько условий и делать обоснованные выводы. Вложенность означает объединение формул одна внутри другой, так что одна формула обрабатывает результат другой.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3105835"/>
            <a:ext cx="9144000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=ЕСЛИ(D3&lt;500;2,5</a:t>
            </a:r>
            <a:r>
              <a:rPr lang="ru-RU" sz="1600" i="1" smtClean="0">
                <a:latin typeface="Times New Roman" pitchFamily="18" charset="0"/>
                <a:cs typeface="Times New Roman" pitchFamily="18" charset="0"/>
              </a:rPr>
              <a:t>%;ЕСЛИ(D3&lt;1000;5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%;ЕСЛИ(D3&lt;2500;7,5</a:t>
            </a:r>
            <a:r>
              <a:rPr lang="ru-RU" sz="1600" i="1" smtClean="0">
                <a:latin typeface="Times New Roman" pitchFamily="18" charset="0"/>
                <a:cs typeface="Times New Roman" pitchFamily="18" charset="0"/>
              </a:rPr>
              <a:t>%;ЕСЛИ(D3&lt;5000;10%;12,5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%))))</a:t>
            </a:r>
            <a:endParaRPr lang="ru-RU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214414" y="3500438"/>
            <a:ext cx="67151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 использования вложенных функций ЕСЛИ для расчёта скидки по нескольким условиям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96</Words>
  <Application>Microsoft Office PowerPoint</Application>
  <PresentationFormat>Экран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Практическая работа  Расчеты 2 </vt:lpstr>
      <vt:lpstr>Слайд 2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43</cp:revision>
  <dcterms:created xsi:type="dcterms:W3CDTF">2025-01-01T12:55:25Z</dcterms:created>
  <dcterms:modified xsi:type="dcterms:W3CDTF">2026-03-04T09:36:21Z</dcterms:modified>
</cp:coreProperties>
</file>
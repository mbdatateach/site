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4" r:id="rId5"/>
    <p:sldId id="265" r:id="rId6"/>
    <p:sldId id="266" r:id="rId7"/>
    <p:sldId id="257" r:id="rId8"/>
    <p:sldId id="258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SWOT-</a:t>
            </a:r>
            <a:r>
              <a:rPr lang="ru-RU" dirty="0" smtClean="0"/>
              <a:t>анализ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428604"/>
            <a:ext cx="9429784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SWOT-анализ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метод оценки внутренних и внешних факторов, которые влияют на объект исследования (например, компанию, проект или продукт).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этапы SWOT-анализа: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Сформулировать цель анализа — определить, что именно нужно проанализировать: компанию в целом, конкретный продукт, направление бизнеса.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Собрать команду — привлечь людей из разных отделов для получения разносторонних взглядов.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Подготовить информацию — собрать данные о рынке, конкурентах, внутренних процессах компании.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Определить сильные стороны (S) — выявить внутренние преимущества, которые выделяют объект среди конкурентов.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Выявить слабые стороны (W) — честно оценить внутренние недостатки, которые мешают развитию.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Найти возможности (O) — определить внешние факторы, которые могут помочь бизнесу расти.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Обозначить угрозы (T) — выявить внешние факторы, которые могут негативно повлиять на бизнес.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Заполнить матрицу SWOT — разместить все выявленные факторы в соответствующих квадрантах таблицы.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Проанализировать взаимосвязи — определить, как сильные стороны помогают использовать возможности и противостоять угрозам, а также как слабые стороны мешают этому.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Сформулировать стратегии — на основе анализа разработать конкретные действия.</a:t>
            </a:r>
          </a:p>
          <a:p>
            <a:pPr algn="just"/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SWOT-</a:t>
            </a:r>
            <a:r>
              <a:rPr lang="ru-RU" dirty="0" smtClean="0"/>
              <a:t>анализ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786058"/>
            <a:ext cx="5853867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714356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Первые две категории (сильные и слабые стороны) относятся к внутренним факторам, которыми компания может управлять, вторые две (возможности и угрозы) — к внешним факторам, влияющим на бизнес извне.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контексте юридических услуг SWOT-анализ помогает юридическим фирмам и практикующим юристам анализировать текущую позицию на рынке, выявлять факторы, влияющие на успех, и разрабатывать эффективные стратегии для достижения поставленных целей.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en-US" dirty="0" smtClean="0"/>
              <a:t>SWOT-</a:t>
            </a:r>
            <a:r>
              <a:rPr lang="ru-RU" dirty="0" smtClean="0"/>
              <a:t>анализа юридического агентства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6397"/>
          <a:stretch>
            <a:fillRect/>
          </a:stretch>
        </p:blipFill>
        <p:spPr bwMode="auto">
          <a:xfrm>
            <a:off x="0" y="1357298"/>
            <a:ext cx="522728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 r="9678"/>
          <a:stretch>
            <a:fillRect/>
          </a:stretch>
        </p:blipFill>
        <p:spPr bwMode="auto">
          <a:xfrm>
            <a:off x="5143504" y="1857364"/>
            <a:ext cx="4000496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 r="11677"/>
          <a:stretch>
            <a:fillRect/>
          </a:stretch>
        </p:blipFill>
        <p:spPr bwMode="auto">
          <a:xfrm>
            <a:off x="4929190" y="3929066"/>
            <a:ext cx="421481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788587"/>
            <a:ext cx="5535684" cy="37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214546" y="3071810"/>
            <a:ext cx="4214842" cy="202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8992" y="6560130"/>
            <a:ext cx="196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Создание проекта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859"/>
            <a:ext cx="9144000" cy="2862322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Задание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3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Expert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Decide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программной системой поддержки принятия решений группой экспертов, реализующей метод анализа иерархий 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Саати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может быть применена для решения следующих задач: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принятие решений о выпуске новой продукции;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проведение исследований и выбора проектного решения;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квалификации персонала;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 при найме на работу;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контрактов и портфелей ценных бумаг;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выбора средств и метода рекламы;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4929222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10" idx="0"/>
          </p:cNvCxnSpPr>
          <p:nvPr/>
        </p:nvCxnSpPr>
        <p:spPr>
          <a:xfrm rot="5400000" flipH="1" flipV="1">
            <a:off x="1017977" y="803672"/>
            <a:ext cx="1928823" cy="189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571736" y="571480"/>
            <a:ext cx="64294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0" y="2714620"/>
            <a:ext cx="2071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Добавление и перемещение новых прямоугольников. Удаление в программе не работает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4429124" y="1643050"/>
            <a:ext cx="1857388" cy="1500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7818" y="3071810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Щелчок правой кнопкой мыши по прямоугольнику – изменить название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 flipH="1" flipV="1">
            <a:off x="2250265" y="2035959"/>
            <a:ext cx="3143272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5984" y="378619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Кнопка «заполнить таблицы». Нажимается после создания иерархии (размещения всех прямоугольников и связей между ними)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857356" y="5429264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Для создания связей протяните курсор с зажатой левой кнопкой мыши от одного прямоугольника к другому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 flipV="1">
            <a:off x="4071934" y="714356"/>
            <a:ext cx="2786082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16" y="285728"/>
            <a:ext cx="1928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Результат расчетов. Кнопка нажимается после заполнения всех таблиц из вкладки «Окна»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>
            <a:off x="2500298" y="428604"/>
            <a:ext cx="435771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404</Words>
  <PresentationFormat>Экран (4:3)</PresentationFormat>
  <Paragraphs>49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Принятие решений</vt:lpstr>
      <vt:lpstr>SMART</vt:lpstr>
      <vt:lpstr>SMART: план работы с критерием</vt:lpstr>
      <vt:lpstr>SWOT-анализ</vt:lpstr>
      <vt:lpstr>SWOT-анализ</vt:lpstr>
      <vt:lpstr>Пример SWOT-анализа юридического агентства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18</cp:revision>
  <dcterms:created xsi:type="dcterms:W3CDTF">2025-03-09T10:19:56Z</dcterms:created>
  <dcterms:modified xsi:type="dcterms:W3CDTF">2026-02-10T14:41:52Z</dcterms:modified>
</cp:coreProperties>
</file>
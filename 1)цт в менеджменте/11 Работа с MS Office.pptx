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75" r:id="rId4"/>
    <p:sldId id="276" r:id="rId5"/>
    <p:sldId id="277" r:id="rId6"/>
    <p:sldId id="278" r:id="rId7"/>
    <p:sldId id="281" r:id="rId8"/>
    <p:sldId id="282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FF"/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48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t-online.org/262620?ysclid=m8d4eavrv260308813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Работа с </a:t>
            </a:r>
            <a:r>
              <a:rPr lang="en-US" dirty="0" smtClean="0"/>
              <a:t>MS Office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-32" y="4071942"/>
            <a:ext cx="9144000" cy="1500198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3214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78579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Слияние документов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это объединение основного документа, содержащего постоянную часть информации, и источника данных, содержащих переменную часть. Примером слияния документов может быть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писем. Это полезно для создания документов рассылки (письма, конверты, электронные сообщения) или однотипных документов (наклейки, каталоги), в которых различаются только отдельные данные (например, адрес, обращение, фамилия, имя, отчество).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процессе слияния участвуют два файла: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Основной 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содержание которого одинаково для всех получателей, кроме отдельных полей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полей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слияния).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Источник данных (список)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таблица с данными для слияния.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9"/>
          <p:cNvGrpSpPr/>
          <p:nvPr/>
        </p:nvGrpSpPr>
        <p:grpSpPr>
          <a:xfrm>
            <a:off x="0" y="4000504"/>
            <a:ext cx="8010525" cy="2647950"/>
            <a:chOff x="571472" y="4000504"/>
            <a:chExt cx="8010525" cy="2647950"/>
          </a:xfrm>
        </p:grpSpPr>
        <p:grpSp>
          <p:nvGrpSpPr>
            <p:cNvPr id="3" name="Группа 15"/>
            <p:cNvGrpSpPr/>
            <p:nvPr/>
          </p:nvGrpSpPr>
          <p:grpSpPr>
            <a:xfrm>
              <a:off x="571472" y="4000504"/>
              <a:ext cx="8010525" cy="2647950"/>
              <a:chOff x="1133475" y="3929066"/>
              <a:chExt cx="8010525" cy="264795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133475" y="3929066"/>
                <a:ext cx="8010525" cy="2647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Прямоугольник 14"/>
              <p:cNvSpPr/>
              <p:nvPr/>
            </p:nvSpPr>
            <p:spPr>
              <a:xfrm>
                <a:off x="2000232" y="4357694"/>
                <a:ext cx="4857784" cy="14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Прямоугольник 18"/>
            <p:cNvSpPr/>
            <p:nvPr/>
          </p:nvSpPr>
          <p:spPr>
            <a:xfrm>
              <a:off x="2214546" y="5214950"/>
              <a:ext cx="4143404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алгоритм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3942803" cy="243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6367451" y="5572140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>
            <a:off x="3581370" y="5572140"/>
            <a:ext cx="2776581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0004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https://ppt-online.org/262620?ysclid=m8d4eavrv2603088131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29058" y="785794"/>
            <a:ext cx="52149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Процедура слияния включает несколько этапов: 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основного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документа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который содержит текст и рисунки.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или выбор существующего источника данных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файла, содержащего данные, различающиеся в каждой копии составного документа. Источником данных может быть, например, файл с таблицей.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Вставка полей слияния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полей, в которые переносится переменная информация из источника данных в основной документ перед выводом готового документа на печать.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Вывод стандартного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каждая строка (или запись) источника данных порождает отдельный документ. При этом составные документы могут быть объединены в новом документе для последующего просмотра и печати.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357554" y="5214950"/>
            <a:ext cx="237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Любой документ-источник</a:t>
            </a:r>
            <a:endParaRPr lang="ru-RU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</a:rPr>
              <a:t> : </a:t>
            </a:r>
            <a:r>
              <a:rPr lang="ru-RU" sz="3200" b="1" dirty="0" smtClean="0">
                <a:latin typeface="Cambria" pitchFamily="18" charset="0"/>
              </a:rPr>
              <a:t>вставка полей слияния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86850" cy="6477000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7286644" y="4214818"/>
            <a:ext cx="121444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Создание правил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1432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3535414"/>
            <a:ext cx="6429388" cy="31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214678" y="928670"/>
            <a:ext cx="592932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Конструктор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представляет собой логический оператор, позволяющий задать алгоритм выбора дальнейших действий в зависимости от заданных условий.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Итоговый документ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935351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8" y="3429000"/>
            <a:ext cx="2986897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785818" y="6286520"/>
            <a:ext cx="2038251" cy="268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43008" y="2285992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71934" y="857232"/>
            <a:ext cx="50720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эффективного формирования итогового документа следуйте простым рекомендациям: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Убедитесь, что форматирование документов совпадает (шрифты, интервалы, поля страницы).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Приведите в соответствие номера страниц и автоматически создаваемые элементы (оглавление, список рисунков и таблиц).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Удалите лишние пробелы и пустые строки.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По завершении обязательно просмотрите весь документ, чтобы выявить любые возможные ошибки.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Объединение документов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714356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Объединение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представляет собой технологию создания единого файла из нескольких исходных документов.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реализованы два основных подхода к объединению: прямое включение файлов и сравнение версий с последующим объединением изменений.</a:t>
            </a: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Прямое включение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позволяет присоединить содержимое одного или нескольких документов к существующему файлу. При этом сохраняется исходное форматирование, если документы выполнены в совместимых форматах. Процесс осуществляется через функцию вставки текста из файла с возможностью выбора нескольких источников одновременно.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00570"/>
            <a:ext cx="2752090" cy="130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2" name="Picture 2" descr="Снимок экрана с параметром «Вставка файлов»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0188" y="4143380"/>
            <a:ext cx="5293812" cy="2214578"/>
          </a:xfrm>
          <a:prstGeom prst="rect">
            <a:avLst/>
          </a:prstGeom>
          <a:noFill/>
        </p:spPr>
      </p:pic>
      <p:cxnSp>
        <p:nvCxnSpPr>
          <p:cNvPr id="9" name="Прямая со стрелкой 8"/>
          <p:cNvCxnSpPr/>
          <p:nvPr/>
        </p:nvCxnSpPr>
        <p:spPr>
          <a:xfrm flipV="1">
            <a:off x="2071670" y="4429132"/>
            <a:ext cx="3000396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СИМВОЛЫ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 descr="Таблица кодов символов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5267325" cy="4786322"/>
          </a:xfrm>
          <a:prstGeom prst="rect">
            <a:avLst/>
          </a:prstGeom>
          <a:noFill/>
        </p:spPr>
      </p:pic>
      <p:pic>
        <p:nvPicPr>
          <p:cNvPr id="1028" name="Picture 4" descr="Таблица символов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8600" y="3857628"/>
            <a:ext cx="4725400" cy="3000372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0" y="428604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Заметьте, что в разных шрифтах символы с одним и тем же кодом могут выглядеть по-разному. Поэтому для вывода нужного значка необходимо знать имя шрифта и код символа в нем. Также можно выбрать на вкладке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Вставка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команду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Символ 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Insert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Symbol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задать нужный шрифт и посмотреть код требуемого символа в нижней части окна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337</Words>
  <Application>Microsoft Office PowerPoint</Application>
  <PresentationFormat>Экран (4:3)</PresentationFormat>
  <Paragraphs>31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Практическая работа  Работа с MS Office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69</cp:revision>
  <dcterms:created xsi:type="dcterms:W3CDTF">2025-01-01T12:55:25Z</dcterms:created>
  <dcterms:modified xsi:type="dcterms:W3CDTF">2026-04-19T19:01:30Z</dcterms:modified>
</cp:coreProperties>
</file>
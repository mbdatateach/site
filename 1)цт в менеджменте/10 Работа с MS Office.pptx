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5" r:id="rId4"/>
    <p:sldId id="276" r:id="rId5"/>
    <p:sldId id="277" r:id="rId6"/>
    <p:sldId id="278" r:id="rId7"/>
    <p:sldId id="281" r:id="rId8"/>
    <p:sldId id="28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Слияние документов в </a:t>
            </a:r>
            <a:r>
              <a:rPr lang="en-US" dirty="0" smtClean="0"/>
              <a:t>Word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документов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Объединение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представляет собой технологию создания единого файла из нескольких исходных документов.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реализованы два основных подхода к объединению: прямое включение файлов и сравнение версий с последующим объединением изменений.</a:t>
            </a: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Прямое включение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позволяет присоединить содержимое одного или нескольких документов к существующему файлу. При этом сохраняется исходное форматирование, если документы выполнены в совместимых форматах. Процесс осуществляется через функцию вставки текста из файла с возможностью выбора нескольких источников одновременно.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70"/>
            <a:ext cx="2752090" cy="130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 descr="Снимок экрана с параметром «Вставка файлов»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0188" y="4143380"/>
            <a:ext cx="5293812" cy="2214578"/>
          </a:xfrm>
          <a:prstGeom prst="rect">
            <a:avLst/>
          </a:prstGeom>
          <a:noFill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071670" y="4429132"/>
            <a:ext cx="300039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СИМВОЛЫ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 descr="Таблица кодов символов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5267325" cy="4786322"/>
          </a:xfrm>
          <a:prstGeom prst="rect">
            <a:avLst/>
          </a:prstGeom>
          <a:noFill/>
        </p:spPr>
      </p:pic>
      <p:pic>
        <p:nvPicPr>
          <p:cNvPr id="1028" name="Picture 4" descr="Таблица символов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8600" y="3857628"/>
            <a:ext cx="4725400" cy="3000372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0" y="42860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Заметьте, что в разных шрифтах символы с одним и тем же кодом могут выглядеть по-разному. Поэтому для вывода нужного значка необходимо знать имя шрифта и код символа в нем. Также можно выбрать на вкладке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Вставка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команду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Символ 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Symbol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задать нужный шрифт и посмотреть код требуемого символа в нижней части окна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337</Words>
  <Application>Microsoft Office PowerPoint</Application>
  <PresentationFormat>Экран 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Практическая работа  Слияние документов в Word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68</cp:revision>
  <dcterms:created xsi:type="dcterms:W3CDTF">2025-01-01T12:55:25Z</dcterms:created>
  <dcterms:modified xsi:type="dcterms:W3CDTF">2025-11-19T13:36:09Z</dcterms:modified>
</cp:coreProperties>
</file>
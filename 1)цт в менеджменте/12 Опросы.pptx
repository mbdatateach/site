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2" r:id="rId2"/>
    <p:sldId id="269" r:id="rId3"/>
    <p:sldId id="270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 horzBarState="maximized">
    <p:restoredLeft sz="4346" autoAdjust="0"/>
    <p:restoredTop sz="94660"/>
  </p:normalViewPr>
  <p:slideViewPr>
    <p:cSldViewPr>
      <p:cViewPr>
        <p:scale>
          <a:sx n="75" d="100"/>
          <a:sy n="75" d="100"/>
        </p:scale>
        <p:origin x="-2628" y="-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E9C84-96A2-4A6D-88E9-2EAE0577E666}" type="datetimeFigureOut">
              <a:rPr lang="ru-RU" smtClean="0"/>
              <a:pPr/>
              <a:t>23.04.2026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EFDE4-AC2E-46FB-B667-7B05F93B8E6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23.04.2026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23.04.2026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23.04.2026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23.04.2026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Обратная связь на сайтах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3929066"/>
            <a:ext cx="9144000" cy="29289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0" y="0"/>
            <a:ext cx="9144000" cy="37861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41821" y="0"/>
            <a:ext cx="3602179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00034" y="785794"/>
            <a:ext cx="45005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Так выглядит новая форма: Настройки, ответы, вопросы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3857628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" lv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Каждый из вариантов ответа по-своему интересен и обладает своими возможностями:</a:t>
            </a:r>
          </a:p>
          <a:p>
            <a:pPr lvl="0"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Teкст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(строка): короткий текстовый ответ, который поместится в одну строчку. Удобно использовать для ФИО ученика, указания школы и класса,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e-mail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Текст (абзац): длинный текстовый ответ, может состоять из нескольких предложений. 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Один из списка: выбор одного правильного ответа из нескольких вариантов.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Несколько из списка: выбор  нескольких правильных ответов, которые нужно отметить галочкой.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Раскрывающийся список: выбор одного правильного ответа из раскрывающегося списка.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Шкала: позволяет определить, насколько ученик согласен или не согласен с текстом или для оценки чего-то (выставления оценки по заданной шкале, например от 1 до 5)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2143116"/>
            <a:ext cx="5072066" cy="1261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0" y="1928802"/>
            <a:ext cx="40004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Начинаем с вопроса: можно изменить шрифт, жирность, наклон и даже отметить ссылку в вопросе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0496" y="1285860"/>
            <a:ext cx="5143504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0" y="857232"/>
            <a:ext cx="38576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 передвинуть ползунок, вопрос станет обязательным: без ответа на него нельзя будет отправить форму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2714620"/>
            <a:ext cx="2314575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0" y="3786190"/>
            <a:ext cx="3857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Здесь можно добавить новые вопросы, присоединить видео и картинки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176</Words>
  <Application>Microsoft Office PowerPoint</Application>
  <PresentationFormat>Экран (4:3)</PresentationFormat>
  <Paragraphs>12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Тема Office</vt:lpstr>
      <vt:lpstr>Обратная связь на сайтах</vt:lpstr>
      <vt:lpstr>Слайд 2</vt:lpstr>
      <vt:lpstr>Слайд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Создание сайта на tilda</dc:title>
  <dc:creator>user</dc:creator>
  <cp:lastModifiedBy>user</cp:lastModifiedBy>
  <cp:revision>59</cp:revision>
  <dcterms:created xsi:type="dcterms:W3CDTF">2024-02-01T09:49:19Z</dcterms:created>
  <dcterms:modified xsi:type="dcterms:W3CDTF">2026-04-23T20:37:06Z</dcterms:modified>
</cp:coreProperties>
</file>
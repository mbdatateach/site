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72" r:id="rId4"/>
    <p:sldId id="271" r:id="rId5"/>
    <p:sldId id="267" r:id="rId6"/>
    <p:sldId id="265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Расчеты </a:t>
            </a:r>
            <a:r>
              <a:rPr lang="en-US" dirty="0" smtClean="0"/>
              <a:t>2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5992"/>
            <a:ext cx="762952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Копирование таблиц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5400000" flipH="1" flipV="1">
            <a:off x="678629" y="4464851"/>
            <a:ext cx="2786082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8596" y="6027003"/>
            <a:ext cx="2428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Выделить столбец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2" y="714356"/>
            <a:ext cx="91439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копировании таблиц, например, из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MS Word,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денежный формат может скопировать как текстовый – с буквами «р.»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Можно достаточно быстро удалить лишние символы из целого столбца с помощью функционала «Найти и заменить»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 rot="16200000" flipV="1">
            <a:off x="5179223" y="5036355"/>
            <a:ext cx="857256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29190" y="5786454"/>
            <a:ext cx="2428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Ctrl+F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Фильтры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4876" y="1000108"/>
            <a:ext cx="4086225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1000108"/>
            <a:ext cx="3648075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4422"/>
            <a:ext cx="7496277" cy="3419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Функция </a:t>
            </a:r>
            <a:r>
              <a:rPr lang="en-US" sz="3200" b="1" dirty="0" smtClean="0">
                <a:latin typeface="Cambria" pitchFamily="18" charset="0"/>
                <a:ea typeface="+mj-ea"/>
                <a:cs typeface="+mj-cs"/>
              </a:rPr>
              <a:t>“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И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”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в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Excel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10800000">
            <a:off x="3071802" y="1928802"/>
            <a:ext cx="4071966" cy="307183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15140" y="4572008"/>
            <a:ext cx="2428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Синтаксис функции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5786454"/>
            <a:ext cx="9143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Функция И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проверяет несколько условий и возвращает значение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ИСТИНА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только если все условия выполнены.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Функция СУММЕСЛИ в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Excel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500042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СУММЕСЛИ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функция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с помощью которой можно суммировать не все значения выбранного диапазона, а только те, что соответствуют одному заданному пользователем условию. 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Синтаксис функции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СУММЕСЛИ (диапазон; критерий;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диапазон_суммирования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 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Аргументы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Диапазон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(обязательный) — ячейки таблицы, в которых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будет искать критерий пользователя. 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Критерий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(обязательный) — значение, которое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должен найти в выбранном диапазоне. 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Диапазон суммирования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диапазон ячеек, которые нужно суммировать.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3349543"/>
            <a:ext cx="5400658" cy="35084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СИМВОЛЫ 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в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Excel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 descr="Таблица кодов символов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71678"/>
            <a:ext cx="5267325" cy="4786322"/>
          </a:xfrm>
          <a:prstGeom prst="rect">
            <a:avLst/>
          </a:prstGeom>
          <a:noFill/>
        </p:spPr>
      </p:pic>
      <p:pic>
        <p:nvPicPr>
          <p:cNvPr id="1028" name="Picture 4" descr="Таблица символов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8600" y="3857628"/>
            <a:ext cx="4725400" cy="3000372"/>
          </a:xfrm>
          <a:prstGeom prst="rect">
            <a:avLst/>
          </a:prstGeom>
          <a:noFill/>
        </p:spPr>
      </p:pic>
      <p:sp>
        <p:nvSpPr>
          <p:cNvPr id="8" name="Прямоугольник 7"/>
          <p:cNvSpPr/>
          <p:nvPr/>
        </p:nvSpPr>
        <p:spPr>
          <a:xfrm>
            <a:off x="0" y="428604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Заметьте, что в разных шрифтах символы с одним и тем же кодом могут выглядеть по-разному. Поэтому для вывода нужного значка необходимо знать имя шрифта и код символа в нем. Также можно выбрать на вкладке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Вставка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команду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Символ 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Insert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Symbol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задать нужный шрифт и посмотреть код требуемого символа в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нижней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части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окна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105</Words>
  <Application>Microsoft Office PowerPoint</Application>
  <PresentationFormat>Экран (4:3)</PresentationFormat>
  <Paragraphs>19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Практическая работа  Расчеты 2 </vt:lpstr>
      <vt:lpstr>Слайд 2</vt:lpstr>
      <vt:lpstr>Слайд 3</vt:lpstr>
      <vt:lpstr>Слайд 4</vt:lpstr>
      <vt:lpstr>Слайд 5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42</cp:revision>
  <dcterms:created xsi:type="dcterms:W3CDTF">2025-01-01T12:55:25Z</dcterms:created>
  <dcterms:modified xsi:type="dcterms:W3CDTF">2025-10-25T19:54:56Z</dcterms:modified>
</cp:coreProperties>
</file>
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5" r:id="rId4"/>
    <p:sldId id="276" r:id="rId5"/>
    <p:sldId id="277" r:id="rId6"/>
    <p:sldId id="278" r:id="rId7"/>
    <p:sldId id="279" r:id="rId8"/>
    <p:sldId id="281" r:id="rId9"/>
    <p:sldId id="282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FF"/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Слияние документов в </a:t>
            </a:r>
            <a:r>
              <a:rPr lang="en-US" dirty="0" smtClean="0"/>
              <a:t>Word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-32" y="4071942"/>
            <a:ext cx="9144000" cy="1500198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3214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Слияние документов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объединение основного документа, содержащего постоянную часть информации, и источника данных, содержащих переменную часть. Примером слияния документов может быть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писем. Это полезно для создания документов рассылки (письма, конверты, электронные сообщения) или однотипных документов (наклейки, каталоги), в которых различаются только отдельные данные (например, адрес, обращение, фамилия, имя, отчество).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слияния участвуют два файла: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Основной 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содержание которого одинаково для всех получателей, кроме отдельных полей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слияния).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 данных (список)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таблица с данными для слияния.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0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алгоритм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3942803" cy="243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29058" y="785794"/>
            <a:ext cx="52149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Процедура слияния включает несколько этапов: 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основного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документа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содержит текст и рисунки.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или выбор существующего источника данных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файла, содержащего данные, различающиеся в каждой копии составного документа. Источником данных может быть, например, файл с таблицей.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Вставка полей слияния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полей, в которые переносится переменная информация из источника данных в основной документ перед выводом готового документа на печать.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Вывод стандартного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каждая строка (или запись) источника данных порождает отдельный документ. При этом составные документы могут быть объединены в новом документе для последующего просмотра и печати.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357554" y="5214950"/>
            <a:ext cx="237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Любой документ-источник</a:t>
            </a:r>
            <a:endParaRPr lang="ru-RU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</a:rPr>
              <a:t> : </a:t>
            </a:r>
            <a:r>
              <a:rPr lang="ru-RU" sz="3200" b="1" dirty="0" smtClean="0">
                <a:latin typeface="Cambria" pitchFamily="18" charset="0"/>
              </a:rPr>
              <a:t>вставка полей слияния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правил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35414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214678" y="928670"/>
            <a:ext cx="592932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Конструктор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представляет собой логический оператор, позволяющий задать алгоритм выбора дальнейших действий в зависимости от заданных условий.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Итоговый документ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8" y="342900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85818" y="6286520"/>
            <a:ext cx="2038251" cy="268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43008" y="2285992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71934" y="857232"/>
            <a:ext cx="50720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эффективного формирования итогового документа следуйте простым рекомендациям: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Убедитесь, что форматирование документов совпадает (шрифты, интервалы, поля страницы).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Приведите в соответствие номера страниц и автоматически создаваемые элементы (оглавление, список рисунков и таблиц).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Удалите лишние пробелы и пустые строки.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По завершении обязательно просмотрите весь документ, чтобы выявить любые возможные ошибки.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Объединение содержимого ячеек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056015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сцепить первые буквы ячеек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можно использовать функцию «СЦЕПИТЬ». Она объединяет в одной общей ячейке содержимое нескольких ячеек (а также отдельных символов).</a:t>
            </a:r>
          </a:p>
        </p:txBody>
      </p:sp>
      <p:pic>
        <p:nvPicPr>
          <p:cNvPr id="1026" name="Picture 2" descr="Склейка текста функцией СЦЕПИТЬ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071678"/>
            <a:ext cx="4943748" cy="1804214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37861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извлечения первых букв слова из ячейки можно использовать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ЛЕВСИМВ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4286256"/>
            <a:ext cx="4333882" cy="240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500042"/>
            <a:ext cx="91440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Формулы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простыми словами — это команды для вычислений или операций со значениями таблицы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Объединение документов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Объединение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представляет собой технологию создания единого файла из нескольких исходных документов.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реализованы два основных подхода к объединению: прямое включение файлов и сравнение версий с последующим объединением изменений.</a:t>
            </a: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Прямое включение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позволяет присоединить содержимое одного или нескольких документов к существующему файлу. При этом сохраняется исходное форматирование, если документы выполнены в совместимых форматах. Процесс осуществляется через функцию вставки текста из файла с возможностью выбора нескольких источников одновременно.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00570"/>
            <a:ext cx="2752090" cy="130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Picture 2" descr="Снимок экрана с параметром «Вставка файлов»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0188" y="4143380"/>
            <a:ext cx="5293812" cy="2214578"/>
          </a:xfrm>
          <a:prstGeom prst="rect">
            <a:avLst/>
          </a:prstGeom>
          <a:noFill/>
        </p:spPr>
      </p:pic>
      <p:cxnSp>
        <p:nvCxnSpPr>
          <p:cNvPr id="9" name="Прямая со стрелкой 8"/>
          <p:cNvCxnSpPr/>
          <p:nvPr/>
        </p:nvCxnSpPr>
        <p:spPr>
          <a:xfrm flipV="1">
            <a:off x="2071670" y="4429132"/>
            <a:ext cx="3000396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Программные решения для работы</a:t>
            </a:r>
            <a:r>
              <a:rPr kumimoji="0" lang="ru-RU" sz="3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с документами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1142984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Для автоматизации работы с документами в приложениях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используются разные языки программирования, включая VBA (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Applications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), 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 C#. Выбор языка зависит от задачи: VBA предназначен для автоматизации задач в приложениях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— для работы с документами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Библиотека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python-docx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позволяет автоматизировать работу с документами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формате .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docx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языке программирования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Она позволяет программно создавать, редактировать, читать и форматировать Word-документы без необходимости установки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370</Words>
  <Application>Microsoft Office PowerPoint</Application>
  <PresentationFormat>Экран (4:3)</PresentationFormat>
  <Paragraphs>37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Практическая работа  Слияние документов в Word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65</cp:revision>
  <dcterms:created xsi:type="dcterms:W3CDTF">2025-01-01T12:55:25Z</dcterms:created>
  <dcterms:modified xsi:type="dcterms:W3CDTF">2025-09-29T14:14:59Z</dcterms:modified>
</cp:coreProperties>
</file>
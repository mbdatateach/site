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934" y="-10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Принятие решений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2714620"/>
            <a:ext cx="5535684" cy="3783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10800000">
            <a:off x="2214546" y="3071810"/>
            <a:ext cx="4214842" cy="20214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28992" y="6488668"/>
            <a:ext cx="196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Создание проекта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57859"/>
            <a:ext cx="9144000" cy="2585323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Программа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Expert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Decide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является программной системой поддержки принятия решений группой экспертов, реализующей метод анализа иерархий Т.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Саати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Она может быть применена для решения следующих задач: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принятие решений о выпуске новой продукции;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проведение исследований и выбора проектного решения;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оценки квалификации персонала;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выбор при найме на работу;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оценки контрактов и портфелей ценных бумаг;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выбора средств и метода рекламы;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42852"/>
            <a:ext cx="4929222" cy="266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>
            <a:stCxn id="10" idx="0"/>
          </p:cNvCxnSpPr>
          <p:nvPr/>
        </p:nvCxnSpPr>
        <p:spPr>
          <a:xfrm rot="5400000" flipH="1" flipV="1">
            <a:off x="1017977" y="803672"/>
            <a:ext cx="1928823" cy="189307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Скругленный прямоугольник 8"/>
          <p:cNvSpPr/>
          <p:nvPr/>
        </p:nvSpPr>
        <p:spPr>
          <a:xfrm>
            <a:off x="2571736" y="571480"/>
            <a:ext cx="642942" cy="2143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0" y="2714620"/>
            <a:ext cx="20717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Добавление и перемещение новых прямоугольников. Удаление в программе не работает</a:t>
            </a:r>
            <a:endParaRPr lang="ru-RU" dirty="0"/>
          </a:p>
        </p:txBody>
      </p:sp>
      <p:cxnSp>
        <p:nvCxnSpPr>
          <p:cNvPr id="12" name="Прямая со стрелкой 11"/>
          <p:cNvCxnSpPr/>
          <p:nvPr/>
        </p:nvCxnSpPr>
        <p:spPr>
          <a:xfrm rot="10800000">
            <a:off x="4429124" y="1643050"/>
            <a:ext cx="1857388" cy="15002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57818" y="3071810"/>
            <a:ext cx="2928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Щелчок правой кнопкой мыши по прямоугольнику – изменить название</a:t>
            </a:r>
            <a:endParaRPr lang="ru-RU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rot="5400000" flipH="1" flipV="1">
            <a:off x="2250265" y="2035959"/>
            <a:ext cx="3143272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85984" y="3786190"/>
            <a:ext cx="29289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Кнопка «заполнить таблицы». Нажимается после создания иерархии (размещения всех прямоугольников и связей между ними)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1857356" y="5429264"/>
            <a:ext cx="3643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Для создания связей протяните курсор с зажатой левой кнопкой мыши от одного прямоугольника к другому</a:t>
            </a:r>
            <a:endParaRPr lang="ru-RU" b="1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 rot="10800000" flipV="1">
            <a:off x="4071934" y="714356"/>
            <a:ext cx="2786082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16" y="285728"/>
            <a:ext cx="19288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Результат расчетов. Кнопка нажимается после заполнения всех таблиц из вкладки «Окна»</a:t>
            </a:r>
            <a:endParaRPr lang="ru-RU" dirty="0"/>
          </a:p>
        </p:txBody>
      </p:sp>
      <p:cxnSp>
        <p:nvCxnSpPr>
          <p:cNvPr id="28" name="Прямая со стрелкой 27"/>
          <p:cNvCxnSpPr/>
          <p:nvPr/>
        </p:nvCxnSpPr>
        <p:spPr>
          <a:xfrm rot="10800000">
            <a:off x="2500298" y="428604"/>
            <a:ext cx="4357718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SMART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500042"/>
            <a:ext cx="9429784" cy="381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SMART – это метод постановки целей и задач. Согласно ему, цели нужно формулировать так, чтобы они были конкретными, измеримыми, достижимыми, значимыми и ограниченными во времени. Технику используют везде – от проектного менеджмента до управлений собственными планами.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Чтобы поставить цель по SMART, нужно последовательно описать её в соответствии с названными критериями – так, чтобы её нельзя было понять неправильно; подобрать показатель, по которому можно отследить достижение цели; понять, достижима ли она и важна ли для достижения глобальной цели; установить срок, к которому нужно её достичь.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4067822"/>
            <a:ext cx="6368418" cy="2790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SMART: </a:t>
            </a:r>
            <a:r>
              <a:rPr lang="ru-RU" dirty="0" smtClean="0"/>
              <a:t>план работы с критерием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662962"/>
            <a:ext cx="9429784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1. Определите проблему или область для улучшения. Например, одна из проблем может заключаться в том, что срок обработки запросов от клиентов слишком велик.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2. Сформулируйте цели согласно критериям SMART: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Specific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(Конкретика)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Вместо расплывчатой цели вроде "улучшить работу с клиентами", укажите конкретную цель: "сократить среднее время обработки заявок до 7 рабочих часов". Здесь важно точно определить, какой именно аспект вы хотите изменить.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Measurable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(Измеримость)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Цель должна иметь четкий количественный индикатор успеха. Например, "уменьшение среднего времени обработки заявки на 30%".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Achievable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(Достижимость)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Убедитесь, что поставленная цель реалистична. Например, желание сократить всю работу с документацией до 10 минут будет чрезмерной задачей. Важно учитывать ресурсы и возможности команды.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Relevant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(Актуальность)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Поставленные цели должны соответствовать приоритетам учреждения и стратегии развития. Например, снижение сроков обработки запросов напрямую связано с повышением удовлетворенности граждан услугами государственного органа.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Time-bound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(Ограничение по времени)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Определите конкретные сроки достижения цели. Например, "снизить среднее время обработки запросов до 10 рабочих дней к концу второго квартала текущего года".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0" y="2500306"/>
            <a:ext cx="9144000" cy="3571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1000108"/>
            <a:ext cx="9144000" cy="12144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3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928670"/>
            <a:ext cx="9144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Диаграмма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 — это инструмент для планирования и управления проектами. Это график, на горизонтальной оси которого отмечают действия, на вертикальной оси — продолжительность их выполнения.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2500306"/>
            <a:ext cx="9144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Некоторые задачи, которые решает диаграмма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в управлении: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Планирование проекта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Менеджер может устанавливать сроки для различных этапов проекта и декомпозировать этапы на задачи. 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Управление ресурсами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Удобно координировать работу людей в соответствии с расписанием проекта. Например, если на каком-то этапе сотрудник команды не участвует, то можно занять его в другом проекте. Либо, наоборот, при необходимости заранее начать искать дополнительные ресурсы. 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Мониторинг процесса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Руководители и менеджеры проекта видят, выполняются ли вовремя отдельные задачи, и при необходимости могут корректировать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таймлайн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Диаграммы также помогают посмотреть, какие задачи закрыты вовремя, чтобы оценивать производительность сотрудников.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0" y="4714884"/>
            <a:ext cx="9144000" cy="17859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3500438"/>
            <a:ext cx="9144000" cy="1143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785794"/>
            <a:ext cx="9144000" cy="26432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3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714356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 жизненном цикле информационных систем диаграмма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используется на всех этапах работы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планирование и согласование плана; 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контроль за выполнением работ со стороны руководителя и самоконтроль подчинённых; 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формирование промежуточных и итогового отчётов; 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анализ работы после завершения проекта.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3556345"/>
            <a:ext cx="90010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управлении персоналом (в том числе, менеджерами и государственными служащими) помогает визуализировать задачи и этапы проекта, связанные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например, с подбором или обучением сотрудников.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4786322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Однако стоит учитывать, что диаграмма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отражает временные ресурсы на выполнение задач, но не количество вовлечённых сотрудников и вклад каждого из них на конкретном этапе работы.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Также диаграмму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можно использовать для создания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карьерного плана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чтобы наглядно видеть, какие шаги необходимо предпринять и в какие сроки.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3</a:t>
            </a:r>
            <a:endParaRPr lang="ru-RU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3795933" cy="4027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 rot="10800000">
            <a:off x="2000232" y="3000372"/>
            <a:ext cx="1500198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00430" y="3857628"/>
            <a:ext cx="21431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Горизонтальная гистограмма с накоплением</a:t>
            </a:r>
            <a:endParaRPr lang="ru-RU" sz="20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521495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Т.Е. Диаграмма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управлении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это график, который помогает визуализировать процесс работы над любым проектом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96841" y="928670"/>
            <a:ext cx="6747159" cy="2474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465</Words>
  <PresentationFormat>Экран (4:3)</PresentationFormat>
  <Paragraphs>49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Принятие решений</vt:lpstr>
      <vt:lpstr>Слайд 2</vt:lpstr>
      <vt:lpstr>Слайд 3</vt:lpstr>
      <vt:lpstr>SMART</vt:lpstr>
      <vt:lpstr>SMART: план работы с критерием</vt:lpstr>
      <vt:lpstr>Задание 3</vt:lpstr>
      <vt:lpstr>Задание 3</vt:lpstr>
      <vt:lpstr>Задание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реализации управленческих решений</dc:title>
  <dc:creator>user</dc:creator>
  <cp:lastModifiedBy>user</cp:lastModifiedBy>
  <cp:revision>16</cp:revision>
  <dcterms:created xsi:type="dcterms:W3CDTF">2025-03-09T10:19:56Z</dcterms:created>
  <dcterms:modified xsi:type="dcterms:W3CDTF">2025-11-07T15:37:14Z</dcterms:modified>
</cp:coreProperties>
</file>
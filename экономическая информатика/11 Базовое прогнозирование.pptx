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umpics.ru/how-to-build-a-trend-line-in-excel/?ysclid=mgrw6jsfc0953713197" TargetMode="External"/><Relationship Id="rId2" Type="http://schemas.openxmlformats.org/officeDocument/2006/relationships/hyperlink" Target="https://lumpics.ru/forecasting-in-excel/?ysclid=mgrvr2lttb858710429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Базовое прогнозирование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Дополнительные материалы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0" y="1142984"/>
            <a:ext cx="91440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Инструменты прогнозирования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endParaRPr lang="ru-RU" sz="2400" dirty="0" smtClean="0">
              <a:latin typeface="Times New Roman" pitchFamily="18" charset="0"/>
              <a:cs typeface="Times New Roman" pitchFamily="18" charset="0"/>
              <a:hlinkClick r:id="rId2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://lumpics.ru/forecasting-in-excel/?ysclid=mgrvr2lttb858710429#_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3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Построение линии тренда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https://lumpics.ru/how-to-build-a-trend-line-in-excel/?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3"/>
              </a:rPr>
              <a:t>ysclid=mgrw6jsfc0953713197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Скользящее среднее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571480"/>
            <a:ext cx="9144000" cy="1200329"/>
          </a:xfrm>
          <a:prstGeom prst="rect">
            <a:avLst/>
          </a:prstGeom>
          <a:solidFill>
            <a:srgbClr val="E2EEEE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Скользящее среднее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это статистический метод анализа данных, который позволяет сглаживать краткосрочные колебания и выделять основные тенденции.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85926"/>
            <a:ext cx="2428892" cy="2453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86050" y="1857364"/>
            <a:ext cx="3543295" cy="2441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Прямоугольник 17"/>
          <p:cNvSpPr/>
          <p:nvPr/>
        </p:nvSpPr>
        <p:spPr>
          <a:xfrm>
            <a:off x="0" y="4429132"/>
            <a:ext cx="5000628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у нас несколько столбцов с рассчитанными скользящими средними (с разным шагом) можно выяснить, какой вид анализа более качественный. Для этого можно рассчитать среднее отклонение от реальных значений.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628" y="3500438"/>
            <a:ext cx="4038600" cy="321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Прямоугольник 18"/>
          <p:cNvSpPr/>
          <p:nvPr/>
        </p:nvSpPr>
        <p:spPr>
          <a:xfrm>
            <a:off x="0" y="5934670"/>
            <a:ext cx="4572000" cy="923330"/>
          </a:xfrm>
          <a:prstGeom prst="rect">
            <a:avLst/>
          </a:prstGeom>
          <a:solidFill>
            <a:schemeClr val="bg2"/>
          </a:solidFill>
        </p:spPr>
        <p:txBody>
          <a:bodyPr>
            <a:spAutoFit/>
          </a:bodyPr>
          <a:lstStyle/>
          <a:p>
            <a:pPr algn="just" fontAlgn="base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этой ячейке нужно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рассчитать среднее значение абсолютного отклонения за весь период с помощью функции СРЗНАЧ.</a:t>
            </a:r>
          </a:p>
        </p:txBody>
      </p:sp>
      <p:cxnSp>
        <p:nvCxnSpPr>
          <p:cNvPr id="21" name="Прямая со стрелкой 20"/>
          <p:cNvCxnSpPr/>
          <p:nvPr/>
        </p:nvCxnSpPr>
        <p:spPr>
          <a:xfrm>
            <a:off x="3714744" y="6643710"/>
            <a:ext cx="4857784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Функции регрессии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785794"/>
            <a:ext cx="9144000" cy="1477328"/>
          </a:xfrm>
          <a:prstGeom prst="rect">
            <a:avLst/>
          </a:prstGeom>
          <a:solidFill>
            <a:srgbClr val="E2EEEE"/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Функция «Тенденция»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инструмент прогнозирования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основанный на методе линейной регрессии. Её основная задача — предсказать поведение зависимой переменной на основе одной или нескольких независимых переменных, используя имеющиеся данные как обучающую выборку. Данный оператор наиболее эффективно используется при наличии линейной зависимости функции.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0663" y="2357430"/>
            <a:ext cx="3643337" cy="2701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4997929" y="5000636"/>
            <a:ext cx="4146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Предсказание одного нового значения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2428868"/>
            <a:ext cx="4214810" cy="23083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Прогнозирование для нескольких периодов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Для одновременного прогнозирования нескольких периодов используйте функцию ТЕНДЕНЦИЯ как формулу массива. Выделите ячейки для прогнозов (например,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B14:B15)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 введите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=ТЕНДЕНЦИЯ(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B2:B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13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; A2:A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13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; A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:A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Завершите ввод нажатием комбинации клавиш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Ctrl+Shift+Enter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8" name="Группа 27"/>
          <p:cNvGrpSpPr/>
          <p:nvPr/>
        </p:nvGrpSpPr>
        <p:grpSpPr>
          <a:xfrm>
            <a:off x="2428860" y="4500570"/>
            <a:ext cx="3143272" cy="428628"/>
            <a:chOff x="2357422" y="4929198"/>
            <a:chExt cx="2214578" cy="428628"/>
          </a:xfrm>
        </p:grpSpPr>
        <p:cxnSp>
          <p:nvCxnSpPr>
            <p:cNvPr id="16" name="Прямая со стрелкой 15"/>
            <p:cNvCxnSpPr/>
            <p:nvPr/>
          </p:nvCxnSpPr>
          <p:spPr>
            <a:xfrm>
              <a:off x="2357422" y="4929198"/>
              <a:ext cx="2214578" cy="28575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 стрелкой 21"/>
            <p:cNvCxnSpPr/>
            <p:nvPr/>
          </p:nvCxnSpPr>
          <p:spPr>
            <a:xfrm>
              <a:off x="2357422" y="4929198"/>
              <a:ext cx="2214578" cy="428628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Прямоугольник 26"/>
          <p:cNvSpPr/>
          <p:nvPr/>
        </p:nvSpPr>
        <p:spPr>
          <a:xfrm>
            <a:off x="0" y="5286388"/>
            <a:ext cx="9144000" cy="83099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Ещё одной функцией, с помощью которой можно производить прогнозирование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Экселе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является оператор РОСТ. Он тоже относится к статистической группе инструментов, но, в отличие от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ТЕНДЕНЦИЯ,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при расчете применяет не метод линейной зависимости, а экспоненциальной.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0" y="6211669"/>
            <a:ext cx="9144000" cy="646331"/>
          </a:xfrm>
          <a:prstGeom prst="rect">
            <a:avLst/>
          </a:prstGeom>
          <a:solidFill>
            <a:srgbClr val="E2EEEE"/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Функция ПРЕДСКАЗ 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позволяет с некоторой степенью точности предсказать будущие значения на основе существующих числовых данных.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Линия тренда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785794"/>
            <a:ext cx="9144000" cy="1477328"/>
          </a:xfrm>
          <a:prstGeom prst="rect">
            <a:avLst/>
          </a:prstGeom>
          <a:solidFill>
            <a:srgbClr val="E2EEEE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Одним из самых популярных видов графического прогнозирования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Экселе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является экстраполяция выполненная построением линии тренда. Линия тренда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(также известна как линия наилучшего соответствия) — это визуальное представление общего направления изменения данных на диаграмме. Простыми словами, это математическая функция, которая наилучшим образом описывает тенденцию в имеющихся данных. 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357430"/>
            <a:ext cx="3428992" cy="3160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 b="7712"/>
          <a:stretch>
            <a:fillRect/>
          </a:stretch>
        </p:blipFill>
        <p:spPr bwMode="auto">
          <a:xfrm>
            <a:off x="4572000" y="2285992"/>
            <a:ext cx="3953412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0" y="5688449"/>
            <a:ext cx="9144000" cy="11695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Коэффициент 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R2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отображает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качество линии тренда.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Чем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выше коэффициент, тем выше достоверность линии. Максимальная величина его может быть равной 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 Принято считать, что при коэффициенте свыше 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0,85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линия тренда является достоверной. Если же вас не устраивает уровень достоверности, то можно вернуться в окно формата линии тренда и выбрать любой другой тип аппроксимации. Можно перепробовать все доступные варианты, чтобы найти наиболее точный.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166</Words>
  <Application>Microsoft Office PowerPoint</Application>
  <PresentationFormat>Экран (4:3)</PresentationFormat>
  <Paragraphs>22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Базовое прогнозирование</vt:lpstr>
      <vt:lpstr>Слайд 2</vt:lpstr>
      <vt:lpstr>Слайд 3</vt:lpstr>
      <vt:lpstr>Слайд 4</vt:lpstr>
      <vt:lpstr>Слайд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Excel</dc:title>
  <dc:creator>user</dc:creator>
  <cp:lastModifiedBy>user</cp:lastModifiedBy>
  <cp:revision>35</cp:revision>
  <dcterms:created xsi:type="dcterms:W3CDTF">2025-01-01T12:55:25Z</dcterms:created>
  <dcterms:modified xsi:type="dcterms:W3CDTF">2025-10-15T11:13:25Z</dcterms:modified>
</cp:coreProperties>
</file>
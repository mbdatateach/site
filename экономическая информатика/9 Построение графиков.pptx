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7" r:id="rId4"/>
    <p:sldId id="276" r:id="rId5"/>
    <p:sldId id="278" r:id="rId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5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09.10.2025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Построение графиков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Задание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642918"/>
            <a:ext cx="9144000" cy="1200329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Для построения графиков только с переменными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достаточно двух столбцов. В столбце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считается диапазон, в столбце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вводится формула.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7422" y="1857364"/>
            <a:ext cx="4500557" cy="1548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7" name="TextBox 26"/>
          <p:cNvSpPr txBox="1"/>
          <p:nvPr/>
        </p:nvSpPr>
        <p:spPr>
          <a:xfrm>
            <a:off x="0" y="5216926"/>
            <a:ext cx="9144000" cy="156966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Если график в полярных координатах, сначала необходимо задать столбец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φ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(обычно он в диапазоне от 0 до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n*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где </a:t>
            </a:r>
            <a:r>
              <a:rPr lang="el-GR" sz="2400" dirty="0" smtClean="0">
                <a:latin typeface="Times New Roman" pitchFamily="18" charset="0"/>
                <a:cs typeface="Times New Roman" pitchFamily="18" charset="0"/>
              </a:rPr>
              <a:t>π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=3,14. Далее по формуле из задания посчитать значения 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 затем по формулам</a:t>
            </a:r>
          </a:p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				уже посчитать результат.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6359934"/>
            <a:ext cx="34194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05600" y="3643314"/>
            <a:ext cx="24384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9" name="TextBox 28"/>
          <p:cNvSpPr txBox="1"/>
          <p:nvPr/>
        </p:nvSpPr>
        <p:spPr>
          <a:xfrm>
            <a:off x="0" y="3714752"/>
            <a:ext cx="6643702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график представлен системой с условием, можно использовать функцию ЕСЛИ. В данном случае, если больше 0, то в условие «истина» ставим второй пример, а в условие «ложь» - первый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Задание 2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500042"/>
            <a:ext cx="9144000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Excel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доступны трёхмерные диаграммы (поверхности и изолинии)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Они позволяют визуализировать данные в трёхмерном пространстве, отображая поверхности объёмных фигур.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Диаграмма типа «Поверхность»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отображает данные на трёхмерной поверхности. Для построения используется три оси: горизонтальная (категорий), вертикальная (значений), ось Z (рядов значений).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2004216"/>
            <a:ext cx="5176831" cy="485378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Задание 3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2629266"/>
            <a:ext cx="5457828" cy="42287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0" y="642918"/>
            <a:ext cx="9144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На один график можно добавить несколько столбцов данных последовательно. Предположим, Вы добавили только один столбец на диаграмму (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y1</a:t>
            </a:r>
            <a:r>
              <a:rPr lang="ru-RU" sz="2800" dirty="0" smtClean="0">
                <a:latin typeface="Times New Roman" pitchFamily="18" charset="0"/>
                <a:cs typeface="Times New Roman" pitchFamily="18" charset="0"/>
              </a:rPr>
              <a:t>), тогда</a:t>
            </a:r>
            <a:endParaRPr lang="ru-RU" sz="28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 flipV="1">
            <a:off x="1357290" y="2500306"/>
            <a:ext cx="4143404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207167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15" name="Прямоугольник 14"/>
          <p:cNvSpPr/>
          <p:nvPr/>
        </p:nvSpPr>
        <p:spPr>
          <a:xfrm>
            <a:off x="5929322" y="2071678"/>
            <a:ext cx="32146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Выделите столбец, который Вы хотите добавить на график и нажмите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Ctrl+C</a:t>
            </a:r>
            <a:endParaRPr lang="ru-RU" dirty="0"/>
          </a:p>
        </p:txBody>
      </p:sp>
      <p:sp>
        <p:nvSpPr>
          <p:cNvPr id="18" name="Прямоугольник 17"/>
          <p:cNvSpPr/>
          <p:nvPr/>
        </p:nvSpPr>
        <p:spPr>
          <a:xfrm>
            <a:off x="1000100" y="3000372"/>
            <a:ext cx="428628" cy="38576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9" name="Прямая со стрелкой 18"/>
          <p:cNvCxnSpPr/>
          <p:nvPr/>
        </p:nvCxnSpPr>
        <p:spPr>
          <a:xfrm rot="10800000" flipV="1">
            <a:off x="4929190" y="3786190"/>
            <a:ext cx="785818" cy="50006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5715008" y="328612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6143636" y="3357562"/>
            <a:ext cx="300036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Нажмите левой кнопкой мыши на график и нажмите </a:t>
            </a:r>
            <a:r>
              <a:rPr lang="en-US" b="1" dirty="0" err="1" smtClean="0">
                <a:latin typeface="Times New Roman" pitchFamily="18" charset="0"/>
                <a:cs typeface="Times New Roman" pitchFamily="18" charset="0"/>
              </a:rPr>
              <a:t>Ctrl+V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71472" y="-285776"/>
            <a:ext cx="8229600" cy="1143000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Задание 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3200" b="1" dirty="0" smtClean="0">
                <a:latin typeface="Times New Roman" pitchFamily="18" charset="0"/>
                <a:cs typeface="Times New Roman" pitchFamily="18" charset="0"/>
              </a:rPr>
              <a:t>б</a:t>
            </a:r>
            <a:r>
              <a:rPr lang="en-US" sz="3200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3200" b="1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928802"/>
            <a:ext cx="4214810" cy="317009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Совмещение графиков имеет и более практическую цель, чем создание рисунка из линий. Например, Визуализировать сложные взаимосвязи между различными наборами данных. Например, совместить на одном графике столбчатую диаграмму маркетинговых затрат и линейный график продаж. 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785794"/>
            <a:ext cx="4286248" cy="1015663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Для построение графика посчитайте ограничения для области Х. Графики для 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всех </a:t>
            </a:r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</a:t>
            </a:r>
            <a:r>
              <a:rPr lang="ru-RU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рисуйте рядом</a:t>
            </a:r>
            <a:endParaRPr lang="ru-RU" sz="20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357686" y="714356"/>
            <a:ext cx="4786314" cy="35787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5000636"/>
            <a:ext cx="9144000" cy="18466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Или отображать разнородную информацию на одном графике, что помогает сконцентрироваться на ключевых изменениях и их причинах.</a:t>
            </a:r>
          </a:p>
          <a:p>
            <a:pPr algn="just"/>
            <a:r>
              <a:rPr lang="ru-RU" sz="1900" dirty="0" smtClean="0">
                <a:latin typeface="Times New Roman" pitchFamily="18" charset="0"/>
                <a:cs typeface="Times New Roman" pitchFamily="18" charset="0"/>
              </a:rPr>
              <a:t>Но если Вам понравилось создавать изображения, можете посмотреть на другие по ссылке </a:t>
            </a:r>
          </a:p>
          <a:p>
            <a:pPr algn="just"/>
            <a:r>
              <a:rPr lang="en-US" sz="1900" b="1" dirty="0" smtClean="0">
                <a:latin typeface="Times New Roman" pitchFamily="18" charset="0"/>
                <a:cs typeface="Times New Roman" pitchFamily="18" charset="0"/>
              </a:rPr>
              <a:t>https://mir-olymp.ru/publication/prakticheskaia-rabota-postroenie-grafikov-v-ms-excel.html?ysclid=mgh1hfbjq5376018304 </a:t>
            </a:r>
            <a:endParaRPr lang="ru-RU" sz="19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586</TotalTime>
  <Words>226</Words>
  <Application>Microsoft Office PowerPoint</Application>
  <PresentationFormat>Экран (4:3)</PresentationFormat>
  <Paragraphs>20</Paragraphs>
  <Slides>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6" baseType="lpstr">
      <vt:lpstr>Тема Office</vt:lpstr>
      <vt:lpstr>Построение графиков</vt:lpstr>
      <vt:lpstr>Задание 1</vt:lpstr>
      <vt:lpstr>Задание 2</vt:lpstr>
      <vt:lpstr>Задание 3</vt:lpstr>
      <vt:lpstr>Задание 3 (б)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 Макросы</dc:title>
  <dc:creator>user</dc:creator>
  <cp:lastModifiedBy>user</cp:lastModifiedBy>
  <cp:revision>82</cp:revision>
  <dcterms:created xsi:type="dcterms:W3CDTF">2024-02-01T09:49:19Z</dcterms:created>
  <dcterms:modified xsi:type="dcterms:W3CDTF">2025-10-09T12:37:29Z</dcterms:modified>
</cp:coreProperties>
</file>
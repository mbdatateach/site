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7" r:id="rId4"/>
    <p:sldId id="272" r:id="rId5"/>
    <p:sldId id="276" r:id="rId6"/>
    <p:sldId id="273" r:id="rId7"/>
    <p:sldId id="274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27.09.2025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Создание финансового документа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285992"/>
            <a:ext cx="9144000" cy="45720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714356"/>
            <a:ext cx="9144000" cy="12144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Дополнительные материалы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64291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Для экономистов/менеджеров доступны как бесплатные, так и платные сервисы с шаблонами и конструкторами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Они помогают создавать юридически значимые документы на основе шаблонов и заданных параметров, сокращают трудозатраты на оформление деловых бумаг. 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2241352"/>
            <a:ext cx="91440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В конструкторе от сервиса </a:t>
            </a:r>
            <a:r>
              <a:rPr lang="ru-RU" sz="2100" b="1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100" b="1" dirty="0" err="1" smtClean="0">
                <a:latin typeface="Times New Roman" pitchFamily="18" charset="0"/>
                <a:cs typeface="Times New Roman" pitchFamily="18" charset="0"/>
              </a:rPr>
              <a:t>КонсультантПлюс</a:t>
            </a:r>
            <a:r>
              <a:rPr lang="ru-RU" sz="2100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 можно создать договор с правильными юридическими формулировками и с учётом действующих законов.</a:t>
            </a:r>
          </a:p>
          <a:p>
            <a:pPr algn="just"/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На сайте </a:t>
            </a:r>
            <a:r>
              <a:rPr lang="ru-RU" sz="2100" b="1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100" b="1" dirty="0" err="1" smtClean="0">
                <a:latin typeface="Times New Roman" pitchFamily="18" charset="0"/>
                <a:cs typeface="Times New Roman" pitchFamily="18" charset="0"/>
              </a:rPr>
              <a:t>Контур.Эльба</a:t>
            </a:r>
            <a:r>
              <a:rPr lang="ru-RU" sz="2100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2100" b="1" dirty="0" err="1" smtClean="0">
                <a:latin typeface="Times New Roman" pitchFamily="18" charset="0"/>
                <a:cs typeface="Times New Roman" pitchFamily="18" charset="0"/>
              </a:rPr>
              <a:t>e-kontur.ru</a:t>
            </a:r>
            <a:r>
              <a:rPr lang="ru-RU" sz="21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 есть раздел </a:t>
            </a:r>
            <a:r>
              <a:rPr lang="ru-RU" sz="2100" b="1" dirty="0" smtClean="0">
                <a:latin typeface="Times New Roman" pitchFamily="18" charset="0"/>
                <a:cs typeface="Times New Roman" pitchFamily="18" charset="0"/>
              </a:rPr>
              <a:t>«Шаблоны документов»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, где представлены готовые договоры, счета, акты и другие документы.</a:t>
            </a:r>
          </a:p>
          <a:p>
            <a:pPr algn="just"/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100" b="1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100" b="1" dirty="0" err="1" smtClean="0">
                <a:latin typeface="Times New Roman" pitchFamily="18" charset="0"/>
                <a:cs typeface="Times New Roman" pitchFamily="18" charset="0"/>
              </a:rPr>
              <a:t>Финграмоте.рф</a:t>
            </a:r>
            <a:r>
              <a:rPr lang="ru-RU" sz="2100" b="1" dirty="0" smtClean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можно составить жалобу, заявление, обращение или другой документ, который может понадобиться при защите прав потребителей финансовых услуг.</a:t>
            </a:r>
          </a:p>
          <a:p>
            <a:pPr algn="just"/>
            <a:r>
              <a:rPr lang="ru-RU" sz="2100" b="1" dirty="0" err="1" smtClean="0">
                <a:latin typeface="Times New Roman" pitchFamily="18" charset="0"/>
                <a:cs typeface="Times New Roman" pitchFamily="18" charset="0"/>
              </a:rPr>
              <a:t>Amulex.ru</a:t>
            </a:r>
            <a:r>
              <a:rPr lang="ru-RU" sz="2100" dirty="0" smtClean="0">
                <a:latin typeface="Times New Roman" pitchFamily="18" charset="0"/>
                <a:cs typeface="Times New Roman" pitchFamily="18" charset="0"/>
              </a:rPr>
              <a:t> — это юридическая компания с дистанционным обслуживанием. На сайте есть раздел «Шаблоны документов», где представлены различные виды договоров. Все проекты составлены и проверены юристами. Однако каждый образец является примерным, поскольку учитывает только стандартные условия. </a:t>
            </a:r>
            <a:endParaRPr lang="ru-RU" sz="21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2428868"/>
            <a:ext cx="9144000" cy="44291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642918"/>
            <a:ext cx="9144000" cy="15716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Акт на списание материалов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57148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Акт на списание материалов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содержит информацию об объёме и стоимости списанных ресурсов, а также о причинах. То есть это первичный учётный документ, который служит основанием для снятия активов с баланса предприятия.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Практическая значимость для экономиста/менеджера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Оптимизация запасов.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Помогает выявлять невостребованные или испорченные материалы, что позволяет экономить ресурсы на их замене.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Анализ использования.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Позволяет анализировать причины списания (износ, порча, устаревание) и принимать меры по их предотвращению.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Контроль расходов.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Помогает отслеживать и контролировать расходы на материалы, предотвращая нецелевое использование.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Учёт утилизации.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Фиксирует способы утилизации или уничтожения списанных материалов, что важно с точки зрения экологической безопасности.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9497" y="738172"/>
            <a:ext cx="4664503" cy="61198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Акт на списание материалов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1428736"/>
            <a:ext cx="4286248" cy="35086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Что включает в себя акт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Реквизиты организации.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Наименование компании, дата составления.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Перечень материалов.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Детальное описание списываемых материалов, их количество и стоимость.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Причины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списания.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Обоснование необходимости списания (износ, порча, устаревание).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Подписи ответственных лиц.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Утверждение документа руководством и членами комиссии.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42918"/>
            <a:ext cx="9144000" cy="278608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Квитанция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42918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Квитанция в управленческом документообороте представляет собой документальное подтверждение факта совершения определённого действия или операции.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менеджеров/экономистов квитанция является важным инструментом контроля исполнения поручений, оплаты услуг или товаров, а также подтверждения передачи документов другим сотрудникам или контрагентам.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524250"/>
            <a:ext cx="6667500" cy="3333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3429000"/>
            <a:ext cx="9144000" cy="26432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785794"/>
            <a:ext cx="9144000" cy="23574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Счет на оплату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8572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Счёт на оплату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 документ, который продавец выставляет покупателю, чтобы тот перечислил деньги за товары, работы или услуги.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 есть это уведомление о необходимости оплатить, содержащее информацию о сумме к оплате, реквизитах сторон и условиях платежа. 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3357562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Практическая значимость для экономиста/менеджера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Ускорение процесса оплаты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благодаря четким реквизитам и условиям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Минимизация ошибок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при переводе средств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Контроль дебиторской задолженности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Документальное подтверждение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договоренностей с клиентом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Оптимизация рабочего процесса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при работе с клиентами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Счет на оплату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1714488"/>
            <a:ext cx="4572000" cy="37856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включает в себя счет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Реквизиты сторон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данные продавца и покупателя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Перечень товаров/услуг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с указанием количества и стоимости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Итоговая сумма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к оплате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Банковские реквизиты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для перевода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Сроки оплаты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 условия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Денежных средств находящихся на счете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3321" y="642917"/>
            <a:ext cx="4400679" cy="6215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188</Words>
  <Application>Microsoft Office PowerPoint</Application>
  <PresentationFormat>Экран (4:3)</PresentationFormat>
  <Paragraphs>40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Создание финансового документа</vt:lpstr>
      <vt:lpstr>Дополнительные материалы</vt:lpstr>
      <vt:lpstr>Акт на списание материалов</vt:lpstr>
      <vt:lpstr>Акт на списание материалов</vt:lpstr>
      <vt:lpstr>Квитанция</vt:lpstr>
      <vt:lpstr>Счет на оплату</vt:lpstr>
      <vt:lpstr>Счет на оплату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Макросы</dc:title>
  <dc:creator>user</dc:creator>
  <cp:lastModifiedBy>user</cp:lastModifiedBy>
  <cp:revision>76</cp:revision>
  <dcterms:created xsi:type="dcterms:W3CDTF">2024-02-01T09:49:19Z</dcterms:created>
  <dcterms:modified xsi:type="dcterms:W3CDTF">2025-09-27T10:32:09Z</dcterms:modified>
</cp:coreProperties>
</file>
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58" r:id="rId4"/>
    <p:sldId id="266" r:id="rId5"/>
    <p:sldId id="265" r:id="rId6"/>
    <p:sldId id="269" r:id="rId7"/>
    <p:sldId id="267" r:id="rId8"/>
    <p:sldId id="268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E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25" d="100"/>
          <a:sy n="125" d="100"/>
        </p:scale>
        <p:origin x="-1224" y="-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43275-2E4D-4BC0-AF44-27B9C8BA63B5}" type="datetimeFigureOut">
              <a:rPr lang="ru-RU" smtClean="0"/>
              <a:pPr/>
              <a:t>19.02.2025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A2190A-BE6A-4689-952C-883A7D0B3AC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2190A-BE6A-4689-952C-883A7D0B3AC0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19.02.2025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19.02.2025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DBB08-F6AD-4B9E-A2D8-7F4CDC30666D}" type="datetimeFigureOut">
              <a:rPr lang="ru-RU" smtClean="0"/>
              <a:pPr/>
              <a:t>19.02.2025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DBB08-F6AD-4B9E-A2D8-7F4CDC30666D}" type="datetimeFigureOut">
              <a:rPr lang="ru-RU" smtClean="0"/>
              <a:pPr/>
              <a:t>19.02.2025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E5134-480C-4073-9C3B-04AC44DE9C5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Практическая работа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Фильтры и таблицы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 (а)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771536"/>
            <a:ext cx="9144000" cy="871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2928926" y="4610409"/>
            <a:ext cx="3041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Функция «Доля года»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5500702"/>
            <a:ext cx="91439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i="1" dirty="0" smtClean="0">
                <a:latin typeface="Times New Roman" pitchFamily="18" charset="0"/>
                <a:cs typeface="Times New Roman" pitchFamily="18" charset="0"/>
              </a:rPr>
              <a:t>Примечание: 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перед тем, как протягивать формулу, не забудьте закрепить ячейку с сегодняшней датой (абсолютная адресация).</a:t>
            </a:r>
            <a:endParaRPr lang="ru-RU" sz="24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642918"/>
            <a:ext cx="6448425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857356" y="2857496"/>
            <a:ext cx="52539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Закрепление области видимости строк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rot="16200000" flipH="1">
            <a:off x="7715272" y="3714752"/>
            <a:ext cx="1000132" cy="4286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43768" y="3071810"/>
            <a:ext cx="1971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СЕГОДНЯ()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714356"/>
            <a:ext cx="9144000" cy="928694"/>
          </a:xfrm>
          <a:prstGeom prst="rect">
            <a:avLst/>
          </a:prstGeom>
          <a:solidFill>
            <a:srgbClr val="E2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 (б)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642067"/>
            <a:ext cx="914399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Функция ВПР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помогает быстро найти в таблице нужные значения и перенести их с одного листа на другой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Принцип работы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функция анализирует выбранную область и столбец, а когда находит нужное значение, копирует его в другую таблицу, из которой поступил запрос.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Формула ВПР состоит из четырёх аргументов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Искомое значение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это столбец с искомыми данными в той таблице, куда нужно перенести данные.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Таблица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это диапазон, в котором ВПР будет искать данные, которые нужно перенести.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Номер столбца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это порядковый номер столбца, из которого нужно забрать данные.</a:t>
            </a:r>
          </a:p>
          <a:p>
            <a:pPr algn="just"/>
            <a:endParaRPr lang="ru-RU" sz="24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1 (б)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3286124"/>
            <a:ext cx="4930676" cy="3071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714356"/>
            <a:ext cx="9144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обеих таблицах присутствует столбец «Код», по которому можно связать данные.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 функции необходимо передать ячейку с кодом из первой таблицы, и указать диапазон поисков – вся вторая таблица с заголовками.</a:t>
            </a:r>
          </a:p>
          <a:p>
            <a:pPr algn="just"/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Столбец оклад присутствует во второй таблице (4 столбец), но необходимо, чтобы такое же значение отображалось и в первой таблице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2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9144000" cy="978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>
            <a:off x="7143768" y="214290"/>
            <a:ext cx="1571636" cy="6429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143604" y="1643050"/>
            <a:ext cx="3000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Фильтр по конкретному столбцу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Прямая со стрелкой 7"/>
          <p:cNvCxnSpPr/>
          <p:nvPr/>
        </p:nvCxnSpPr>
        <p:spPr>
          <a:xfrm rot="16200000" flipV="1">
            <a:off x="6429388" y="1500174"/>
            <a:ext cx="500066" cy="500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3737545"/>
            <a:ext cx="3395684" cy="244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29190" y="3746410"/>
            <a:ext cx="3071802" cy="2501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0" y="6143644"/>
            <a:ext cx="92868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Дополнительные возможности для фильтрации можно найти, если выбрать числовые или текстовые фильтры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0" y="2571744"/>
            <a:ext cx="9144000" cy="9233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Функция фильтра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позволяет оставить видимыми только те данные, которые посчитаны нужными, а остальные скрыть. При необходимости скрытые данные всегда можно будет вернуть в видимый режим.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3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2357430"/>
            <a:ext cx="7496175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0" y="5143512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 выборе настраиваемой сортировки можно выбрать очередность столбцов, по которым будут сортироваться (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таблицу необходимо выделить с заголовками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Прямая со стрелкой 15"/>
          <p:cNvCxnSpPr>
            <a:stCxn id="15" idx="0"/>
          </p:cNvCxnSpPr>
          <p:nvPr/>
        </p:nvCxnSpPr>
        <p:spPr>
          <a:xfrm rot="16200000" flipV="1">
            <a:off x="2928926" y="3500438"/>
            <a:ext cx="1928826" cy="135732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0" y="785794"/>
            <a:ext cx="9144000" cy="92333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Сортировка является одним из самых удобных инструментов при работе в программе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С помощью неё, можно расположить строчки таблицы в нужном порядке, согласно данным, которые находятся в ячейках столбцов.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3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14414" y="3357562"/>
            <a:ext cx="6143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Расширенная сортировка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572140"/>
            <a:ext cx="9144000" cy="1150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Прямая со стрелкой 9"/>
          <p:cNvCxnSpPr>
            <a:stCxn id="13" idx="2"/>
          </p:cNvCxnSpPr>
          <p:nvPr/>
        </p:nvCxnSpPr>
        <p:spPr>
          <a:xfrm rot="5400000">
            <a:off x="704286" y="4911905"/>
            <a:ext cx="913165" cy="232173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428596" y="4643446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7255" y="4600526"/>
            <a:ext cx="29289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Выделить строку, над которой необходимо вставить пустую строку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Прямая со стрелкой 13"/>
          <p:cNvCxnSpPr/>
          <p:nvPr/>
        </p:nvCxnSpPr>
        <p:spPr>
          <a:xfrm>
            <a:off x="7715272" y="5072074"/>
            <a:ext cx="1143008" cy="71438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4714876" y="450057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43504" y="4429132"/>
            <a:ext cx="37862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Нажать кнопку «Вставить» (при нажатии галочки появятся другие способы вставки)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28728" y="4071942"/>
            <a:ext cx="6143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Для добавления строк и столбцов на лист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1949" y="571480"/>
            <a:ext cx="7505661" cy="2790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62643" y="785794"/>
            <a:ext cx="3267075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/>
          <p:nvPr/>
        </p:nvCxnSpPr>
        <p:spPr>
          <a:xfrm>
            <a:off x="1733553" y="1643050"/>
            <a:ext cx="5857916" cy="4286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161949" y="1285860"/>
            <a:ext cx="1571604" cy="5715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 стрелкой 21"/>
          <p:cNvCxnSpPr/>
          <p:nvPr/>
        </p:nvCxnSpPr>
        <p:spPr>
          <a:xfrm rot="5400000" flipH="1" flipV="1">
            <a:off x="2305059" y="1000110"/>
            <a:ext cx="428627" cy="28575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Задание 3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214686"/>
            <a:ext cx="9144000" cy="2138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7" name="Прямая со стрелкой 26"/>
          <p:cNvCxnSpPr/>
          <p:nvPr/>
        </p:nvCxnSpPr>
        <p:spPr>
          <a:xfrm rot="10800000" flipV="1">
            <a:off x="285720" y="2996073"/>
            <a:ext cx="1071570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57290" y="2781759"/>
            <a:ext cx="6929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Варианты представлений промежуточных итогов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2" name="Прямая со стрелкой 31"/>
          <p:cNvCxnSpPr>
            <a:stCxn id="31" idx="1"/>
          </p:cNvCxnSpPr>
          <p:nvPr/>
        </p:nvCxnSpPr>
        <p:spPr>
          <a:xfrm rot="10800000" flipV="1">
            <a:off x="142844" y="2981813"/>
            <a:ext cx="1214446" cy="215739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Прямоугольник 34"/>
          <p:cNvSpPr/>
          <p:nvPr/>
        </p:nvSpPr>
        <p:spPr>
          <a:xfrm>
            <a:off x="0" y="1071546"/>
            <a:ext cx="9144000" cy="144655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Промежуточные итоги в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— 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это подведение итогов для части записей при анализе большого объёма данных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Они позволяют вычислить нужную функцию без вставки дополнительных формул.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237</Words>
  <Application>Microsoft Office PowerPoint</Application>
  <PresentationFormat>Экран (4:3)</PresentationFormat>
  <Paragraphs>40</Paragraphs>
  <Slides>8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Практическая работа  Фильтры и таблицы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Оптимизация</dc:title>
  <dc:creator>user</dc:creator>
  <cp:lastModifiedBy>user</cp:lastModifiedBy>
  <cp:revision>32</cp:revision>
  <dcterms:created xsi:type="dcterms:W3CDTF">2025-01-01T12:55:25Z</dcterms:created>
  <dcterms:modified xsi:type="dcterms:W3CDTF">2025-02-18T21:16:46Z</dcterms:modified>
</cp:coreProperties>
</file>

<file path=[Content_Types].xml><?xml version="1.0" encoding="utf-8"?>
<Types xmlns="http://schemas.openxmlformats.org/package/2006/content-types"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Default Extension="jpeg" ContentType="image/jpeg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62" r:id="rId4"/>
    <p:sldId id="263" r:id="rId5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>
    <p:restoredLeft sz="15620"/>
    <p:restoredTop sz="94660"/>
  </p:normalViewPr>
  <p:slideViewPr>
    <p:cSldViewPr>
      <p:cViewPr>
        <p:scale>
          <a:sx n="100" d="100"/>
          <a:sy n="100" d="100"/>
        </p:scale>
        <p:origin x="-1908" y="-2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 useBgFill="1">
        <p:nvSpPr>
          <p:cNvPr id="13" name="Скругленный прямоугольник 12"/>
          <p:cNvSpPr/>
          <p:nvPr/>
        </p:nvSpPr>
        <p:spPr>
          <a:xfrm>
            <a:off x="65313" y="69755"/>
            <a:ext cx="9013372" cy="6692201"/>
          </a:xfrm>
          <a:prstGeom prst="roundRect">
            <a:avLst>
              <a:gd name="adj" fmla="val 4929"/>
            </a:avLst>
          </a:prstGeom>
          <a:ln w="6350" cap="sq" cmpd="sng" algn="ctr">
            <a:solidFill>
              <a:schemeClr val="tx1"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001">
            <a:schemeClr val="l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Подзаголовок 8"/>
          <p:cNvSpPr>
            <a:spLocks noGrp="1"/>
          </p:cNvSpPr>
          <p:nvPr>
            <p:ph type="subTitle" idx="1"/>
          </p:nvPr>
        </p:nvSpPr>
        <p:spPr>
          <a:xfrm>
            <a:off x="1295400" y="3200400"/>
            <a:ext cx="6400800" cy="1600200"/>
          </a:xfrm>
        </p:spPr>
        <p:txBody>
          <a:bodyPr/>
          <a:lstStyle>
            <a:lvl1pPr marL="0" indent="0" algn="ctr">
              <a:buNone/>
              <a:defRPr sz="2600"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ru-RU" smtClean="0"/>
              <a:t>Образец подзаголовка</a:t>
            </a:r>
            <a:endParaRPr kumimoji="0" lang="en-US"/>
          </a:p>
        </p:txBody>
      </p:sp>
      <p:sp>
        <p:nvSpPr>
          <p:cNvPr id="28" name="Дата 2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DBA9E-009E-4185-A20A-A3E4255DE3B3}" type="datetimeFigureOut">
              <a:rPr lang="ru-RU" smtClean="0"/>
              <a:pPr/>
              <a:t>15.10.2026</a:t>
            </a:fld>
            <a:endParaRPr lang="ru-RU"/>
          </a:p>
        </p:txBody>
      </p:sp>
      <p:sp>
        <p:nvSpPr>
          <p:cNvPr id="17" name="Нижний колонтитул 1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29" name="Номер слайда 28"/>
          <p:cNvSpPr>
            <a:spLocks noGrp="1"/>
          </p:cNvSpPr>
          <p:nvPr>
            <p:ph type="sldNum" sz="quarter" idx="12"/>
          </p:nvPr>
        </p:nvSpPr>
        <p:spPr/>
        <p:txBody>
          <a:bodyPr lIns="0" tIns="0" rIns="0" bIns="0">
            <a:noAutofit/>
          </a:bodyPr>
          <a:lstStyle>
            <a:lvl1pPr>
              <a:defRPr sz="1400">
                <a:solidFill>
                  <a:srgbClr val="FFFFFF"/>
                </a:solidFill>
              </a:defRPr>
            </a:lvl1pPr>
          </a:lstStyle>
          <a:p>
            <a:fld id="{6BDF054E-5D6A-433A-954D-493194287BC5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62931" y="1449303"/>
            <a:ext cx="9021537" cy="1527349"/>
          </a:xfrm>
          <a:prstGeom prst="rect">
            <a:avLst/>
          </a:prstGeom>
          <a:solidFill>
            <a:schemeClr val="accent1">
              <a:alpha val="100000"/>
            </a:schemeClr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Прямоугольник 9"/>
          <p:cNvSpPr/>
          <p:nvPr/>
        </p:nvSpPr>
        <p:spPr>
          <a:xfrm>
            <a:off x="62931" y="1396720"/>
            <a:ext cx="9021537" cy="120580"/>
          </a:xfrm>
          <a:prstGeom prst="rect">
            <a:avLst/>
          </a:prstGeom>
          <a:solidFill>
            <a:schemeClr val="accent1">
              <a:tint val="60000"/>
            </a:schemeClr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1" name="Прямоугольник 10"/>
          <p:cNvSpPr/>
          <p:nvPr/>
        </p:nvSpPr>
        <p:spPr>
          <a:xfrm>
            <a:off x="62931" y="2976649"/>
            <a:ext cx="9021537" cy="110532"/>
          </a:xfrm>
          <a:prstGeom prst="rect">
            <a:avLst/>
          </a:prstGeom>
          <a:solidFill>
            <a:schemeClr val="accent5"/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Заголовок 7"/>
          <p:cNvSpPr>
            <a:spLocks noGrp="1"/>
          </p:cNvSpPr>
          <p:nvPr>
            <p:ph type="ctrTitle"/>
          </p:nvPr>
        </p:nvSpPr>
        <p:spPr>
          <a:xfrm>
            <a:off x="457200" y="1505930"/>
            <a:ext cx="8229600" cy="1470025"/>
          </a:xfrm>
        </p:spPr>
        <p:txBody>
          <a:bodyPr anchor="ctr"/>
          <a:lstStyle>
            <a:lvl1pPr algn="ctr">
              <a:defRPr lang="en-US" dirty="0">
                <a:solidFill>
                  <a:srgbClr val="FFFFFF"/>
                </a:solidFill>
              </a:defRPr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DBA9E-009E-4185-A20A-A3E4255DE3B3}" type="datetimeFigureOut">
              <a:rPr lang="ru-RU" smtClean="0"/>
              <a:pPr/>
              <a:t>15.10.2026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F054E-5D6A-433A-954D-493194287BC5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8" name="Содержимое 7"/>
          <p:cNvSpPr>
            <a:spLocks noGrp="1"/>
          </p:cNvSpPr>
          <p:nvPr>
            <p:ph sz="quarter" idx="1"/>
          </p:nvPr>
        </p:nvSpPr>
        <p:spPr>
          <a:xfrm>
            <a:off x="914400" y="1447800"/>
            <a:ext cx="7772400" cy="4572000"/>
          </a:xfrm>
        </p:spPr>
        <p:txBody>
          <a:bodyPr vert="horz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ик 1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 useBgFill="1">
        <p:nvSpPr>
          <p:cNvPr id="10" name="Скругленный прямоугольник 9"/>
          <p:cNvSpPr/>
          <p:nvPr/>
        </p:nvSpPr>
        <p:spPr>
          <a:xfrm>
            <a:off x="65313" y="69755"/>
            <a:ext cx="9013372" cy="6692201"/>
          </a:xfrm>
          <a:prstGeom prst="roundRect">
            <a:avLst>
              <a:gd name="adj" fmla="val 4929"/>
            </a:avLst>
          </a:prstGeom>
          <a:ln w="6350" cap="sq" cmpd="sng" algn="ctr">
            <a:solidFill>
              <a:schemeClr val="tx1"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003">
            <a:schemeClr val="l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952500"/>
            <a:ext cx="7772400" cy="1362075"/>
          </a:xfrm>
        </p:spPr>
        <p:txBody>
          <a:bodyPr anchor="b" anchorCtr="0"/>
          <a:lstStyle>
            <a:lvl1pPr algn="l">
              <a:buNone/>
              <a:defRPr sz="4000" b="0" cap="none"/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547938"/>
            <a:ext cx="7772400" cy="1338262"/>
          </a:xfrm>
        </p:spPr>
        <p:txBody>
          <a:bodyPr anchor="t" anchorCtr="0"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DBA9E-009E-4185-A20A-A3E4255DE3B3}" type="datetimeFigureOut">
              <a:rPr lang="ru-RU" smtClean="0"/>
              <a:pPr/>
              <a:t>15.10.2026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>
          <a:xfrm>
            <a:off x="800100" y="6172200"/>
            <a:ext cx="4000500" cy="457200"/>
          </a:xfrm>
        </p:spPr>
        <p:txBody>
          <a:bodyPr/>
          <a:lstStyle/>
          <a:p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 flipV="1">
            <a:off x="69412" y="2376830"/>
            <a:ext cx="9013515" cy="91440"/>
          </a:xfrm>
          <a:prstGeom prst="rect">
            <a:avLst/>
          </a:prstGeom>
          <a:solidFill>
            <a:schemeClr val="accent1">
              <a:alpha val="100000"/>
            </a:schemeClr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Прямоугольник 7"/>
          <p:cNvSpPr/>
          <p:nvPr/>
        </p:nvSpPr>
        <p:spPr>
          <a:xfrm>
            <a:off x="69146" y="2341475"/>
            <a:ext cx="9013781" cy="45719"/>
          </a:xfrm>
          <a:prstGeom prst="rect">
            <a:avLst/>
          </a:prstGeom>
          <a:solidFill>
            <a:schemeClr val="accent1">
              <a:tint val="60000"/>
            </a:schemeClr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Прямоугольник 8"/>
          <p:cNvSpPr/>
          <p:nvPr/>
        </p:nvSpPr>
        <p:spPr>
          <a:xfrm>
            <a:off x="68306" y="2468880"/>
            <a:ext cx="9014621" cy="45720"/>
          </a:xfrm>
          <a:prstGeom prst="rect">
            <a:avLst/>
          </a:prstGeom>
          <a:solidFill>
            <a:schemeClr val="accent5"/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146304" y="6208776"/>
            <a:ext cx="457200" cy="457200"/>
          </a:xfrm>
        </p:spPr>
        <p:txBody>
          <a:bodyPr/>
          <a:lstStyle/>
          <a:p>
            <a:fld id="{6BDF054E-5D6A-433A-954D-493194287BC5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DBA9E-009E-4185-A20A-A3E4255DE3B3}" type="datetimeFigureOut">
              <a:rPr lang="ru-RU" smtClean="0"/>
              <a:pPr/>
              <a:t>15.10.2026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F054E-5D6A-433A-954D-493194287BC5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9" name="Содержимое 8"/>
          <p:cNvSpPr>
            <a:spLocks noGrp="1"/>
          </p:cNvSpPr>
          <p:nvPr>
            <p:ph sz="quarter" idx="1"/>
          </p:nvPr>
        </p:nvSpPr>
        <p:spPr>
          <a:xfrm>
            <a:off x="914400" y="1447800"/>
            <a:ext cx="3749040" cy="4572000"/>
          </a:xfrm>
        </p:spPr>
        <p:txBody>
          <a:bodyPr vert="horz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11" name="Содержимое 10"/>
          <p:cNvSpPr>
            <a:spLocks noGrp="1"/>
          </p:cNvSpPr>
          <p:nvPr>
            <p:ph sz="quarter" idx="2"/>
          </p:nvPr>
        </p:nvSpPr>
        <p:spPr>
          <a:xfrm>
            <a:off x="4933950" y="1447800"/>
            <a:ext cx="3749040" cy="4572000"/>
          </a:xfrm>
        </p:spPr>
        <p:txBody>
          <a:bodyPr vert="horz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14400" y="273050"/>
            <a:ext cx="7772400" cy="1143000"/>
          </a:xfrm>
        </p:spPr>
        <p:txBody>
          <a:bodyPr anchor="b" anchorCtr="0"/>
          <a:lstStyle>
            <a:lvl1pPr>
              <a:defRPr/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914400" y="1447800"/>
            <a:ext cx="3733800" cy="762000"/>
          </a:xfrm>
          <a:noFill/>
          <a:ln w="12700" cap="sq" cmpd="sng" algn="ctr">
            <a:noFill/>
            <a:prstDash val="solid"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3"/>
          </p:nvPr>
        </p:nvSpPr>
        <p:spPr>
          <a:xfrm>
            <a:off x="4953000" y="1447800"/>
            <a:ext cx="3733800" cy="762000"/>
          </a:xfrm>
          <a:noFill/>
          <a:ln w="12700" cap="sq" cmpd="sng" algn="ctr">
            <a:noFill/>
            <a:prstDash val="solid"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DBA9E-009E-4185-A20A-A3E4255DE3B3}" type="datetimeFigureOut">
              <a:rPr lang="ru-RU" smtClean="0"/>
              <a:pPr/>
              <a:t>15.10.2026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F054E-5D6A-433A-954D-493194287BC5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1" name="Содержимое 10"/>
          <p:cNvSpPr>
            <a:spLocks noGrp="1"/>
          </p:cNvSpPr>
          <p:nvPr>
            <p:ph sz="half" idx="2"/>
          </p:nvPr>
        </p:nvSpPr>
        <p:spPr>
          <a:xfrm>
            <a:off x="914400" y="2247900"/>
            <a:ext cx="3733800" cy="3886200"/>
          </a:xfrm>
        </p:spPr>
        <p:txBody>
          <a:bodyPr vert="horz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13" name="Содержимое 12"/>
          <p:cNvSpPr>
            <a:spLocks noGrp="1"/>
          </p:cNvSpPr>
          <p:nvPr>
            <p:ph sz="half" idx="4"/>
          </p:nvPr>
        </p:nvSpPr>
        <p:spPr>
          <a:xfrm>
            <a:off x="4953000" y="2247900"/>
            <a:ext cx="3733800" cy="3886200"/>
          </a:xfrm>
        </p:spPr>
        <p:txBody>
          <a:bodyPr vert="horz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DBA9E-009E-4185-A20A-A3E4255DE3B3}" type="datetimeFigureOut">
              <a:rPr lang="ru-RU" smtClean="0"/>
              <a:pPr/>
              <a:t>15.10.2026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F054E-5D6A-433A-954D-493194287BC5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DBA9E-009E-4185-A20A-A3E4255DE3B3}" type="datetimeFigureOut">
              <a:rPr lang="ru-RU" smtClean="0"/>
              <a:pPr/>
              <a:t>15.10.2026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F054E-5D6A-433A-954D-493194287BC5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 useBgFill="1">
        <p:nvSpPr>
          <p:cNvPr id="9" name="Скругленный прямоугольник 8"/>
          <p:cNvSpPr/>
          <p:nvPr/>
        </p:nvSpPr>
        <p:spPr>
          <a:xfrm>
            <a:off x="64008" y="69755"/>
            <a:ext cx="9013372" cy="6693408"/>
          </a:xfrm>
          <a:prstGeom prst="roundRect">
            <a:avLst>
              <a:gd name="adj" fmla="val 4929"/>
            </a:avLst>
          </a:prstGeom>
          <a:ln w="6350" cap="sq" cmpd="sng" algn="ctr">
            <a:solidFill>
              <a:schemeClr val="tx1"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001">
            <a:schemeClr val="l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14400" y="273050"/>
            <a:ext cx="7772400" cy="1143000"/>
          </a:xfrm>
        </p:spPr>
        <p:txBody>
          <a:bodyPr anchor="b" anchorCtr="0"/>
          <a:lstStyle>
            <a:lvl1pPr algn="l">
              <a:buNone/>
              <a:defRPr sz="4000" b="0"/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2"/>
          </p:nvPr>
        </p:nvSpPr>
        <p:spPr>
          <a:xfrm>
            <a:off x="914400" y="1600200"/>
            <a:ext cx="1905000" cy="4495800"/>
          </a:xfrm>
        </p:spPr>
        <p:txBody>
          <a:bodyPr/>
          <a:lstStyle>
            <a:lvl1pPr marL="0" indent="0">
              <a:buNone/>
              <a:defRPr sz="18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DBA9E-009E-4185-A20A-A3E4255DE3B3}" type="datetimeFigureOut">
              <a:rPr lang="ru-RU" smtClean="0"/>
              <a:pPr/>
              <a:t>15.10.2026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F054E-5D6A-433A-954D-493194287BC5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1" name="Содержимое 10"/>
          <p:cNvSpPr>
            <a:spLocks noGrp="1"/>
          </p:cNvSpPr>
          <p:nvPr>
            <p:ph sz="quarter" idx="1"/>
          </p:nvPr>
        </p:nvSpPr>
        <p:spPr>
          <a:xfrm>
            <a:off x="2971800" y="1600200"/>
            <a:ext cx="5715000" cy="4495800"/>
          </a:xfrm>
        </p:spPr>
        <p:txBody>
          <a:bodyPr vert="horz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14400" y="4900550"/>
            <a:ext cx="7315200" cy="522288"/>
          </a:xfrm>
        </p:spPr>
        <p:txBody>
          <a:bodyPr anchor="ctr">
            <a:noAutofit/>
          </a:bodyPr>
          <a:lstStyle>
            <a:lvl1pPr algn="l">
              <a:buNone/>
              <a:defRPr sz="2800" b="0"/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914400" y="5445825"/>
            <a:ext cx="7315200" cy="685800"/>
          </a:xfrm>
        </p:spPr>
        <p:txBody>
          <a:bodyPr/>
          <a:lstStyle>
            <a:lvl1pPr marL="0" indent="0">
              <a:buFontTx/>
              <a:buNone/>
              <a:defRPr sz="16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DBA9E-009E-4185-A20A-A3E4255DE3B3}" type="datetimeFigureOut">
              <a:rPr lang="ru-RU" smtClean="0"/>
              <a:pPr/>
              <a:t>15.10.2026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>
          <a:xfrm>
            <a:off x="914400" y="6172200"/>
            <a:ext cx="3886200" cy="457200"/>
          </a:xfrm>
        </p:spPr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>
          <a:xfrm>
            <a:off x="146304" y="6208776"/>
            <a:ext cx="457200" cy="457200"/>
          </a:xfrm>
        </p:spPr>
        <p:txBody>
          <a:bodyPr/>
          <a:lstStyle/>
          <a:p>
            <a:fld id="{6BDF054E-5D6A-433A-954D-493194287BC5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1" name="Прямоугольник 10"/>
          <p:cNvSpPr/>
          <p:nvPr/>
        </p:nvSpPr>
        <p:spPr>
          <a:xfrm flipV="1">
            <a:off x="68307" y="4683555"/>
            <a:ext cx="9006840" cy="91440"/>
          </a:xfrm>
          <a:prstGeom prst="rect">
            <a:avLst/>
          </a:prstGeom>
          <a:solidFill>
            <a:schemeClr val="accent1">
              <a:alpha val="100000"/>
            </a:schemeClr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Прямоугольник 11"/>
          <p:cNvSpPr/>
          <p:nvPr/>
        </p:nvSpPr>
        <p:spPr>
          <a:xfrm>
            <a:off x="68508" y="4650474"/>
            <a:ext cx="9006639" cy="45719"/>
          </a:xfrm>
          <a:prstGeom prst="rect">
            <a:avLst/>
          </a:prstGeom>
          <a:solidFill>
            <a:schemeClr val="accent1">
              <a:tint val="60000"/>
            </a:schemeClr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3" name="Прямоугольник 12"/>
          <p:cNvSpPr/>
          <p:nvPr/>
        </p:nvSpPr>
        <p:spPr>
          <a:xfrm>
            <a:off x="68510" y="4773224"/>
            <a:ext cx="9006637" cy="48807"/>
          </a:xfrm>
          <a:prstGeom prst="rect">
            <a:avLst/>
          </a:prstGeom>
          <a:solidFill>
            <a:schemeClr val="accent5"/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68308" y="66675"/>
            <a:ext cx="9001873" cy="4581525"/>
          </a:xfrm>
          <a:prstGeom prst="round2SameRect">
            <a:avLst>
              <a:gd name="adj1" fmla="val 7101"/>
              <a:gd name="adj2" fmla="val 0"/>
            </a:avLst>
          </a:prstGeom>
          <a:solidFill>
            <a:schemeClr val="bg2"/>
          </a:solidFill>
          <a:ln w="6350">
            <a:solidFill>
              <a:schemeClr val="tx1"/>
            </a:solidFill>
          </a:ln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kumimoji="0" lang="ru-RU" smtClean="0"/>
              <a:t>Вставка рисунка</a:t>
            </a:r>
            <a:endParaRPr kumimoji="0"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DBA9E-009E-4185-A20A-A3E4255DE3B3}" type="datetimeFigureOut">
              <a:rPr lang="ru-RU" smtClean="0"/>
              <a:pPr/>
              <a:t>15.10.2026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F054E-5D6A-433A-954D-493194287BC5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41"/>
            <a:ext cx="2011680" cy="5851525"/>
          </a:xfrm>
        </p:spPr>
        <p:txBody>
          <a:bodyPr vert="eaVert"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914400" y="274640"/>
            <a:ext cx="5562600" cy="5851525"/>
          </a:xfrm>
        </p:spPr>
        <p:txBody>
          <a:bodyPr vert="eaVert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DBA9E-009E-4185-A20A-A3E4255DE3B3}" type="datetimeFigureOut">
              <a:rPr lang="ru-RU" smtClean="0"/>
              <a:pPr/>
              <a:t>15.10.2026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F054E-5D6A-433A-954D-493194287BC5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 useBgFill="1">
        <p:nvSpPr>
          <p:cNvPr id="8" name="Скругленный прямоугольник 7"/>
          <p:cNvSpPr/>
          <p:nvPr/>
        </p:nvSpPr>
        <p:spPr>
          <a:xfrm>
            <a:off x="64008" y="69755"/>
            <a:ext cx="9013372" cy="6693408"/>
          </a:xfrm>
          <a:prstGeom prst="roundRect">
            <a:avLst>
              <a:gd name="adj" fmla="val 4929"/>
            </a:avLst>
          </a:prstGeom>
          <a:ln w="6350" cap="sq" cmpd="sng" algn="ctr">
            <a:solidFill>
              <a:schemeClr val="tx1"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001">
            <a:schemeClr val="l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2" name="Заголовок 21"/>
          <p:cNvSpPr>
            <a:spLocks noGrp="1"/>
          </p:cNvSpPr>
          <p:nvPr>
            <p:ph type="title"/>
          </p:nvPr>
        </p:nvSpPr>
        <p:spPr>
          <a:xfrm>
            <a:off x="914400" y="274638"/>
            <a:ext cx="7772400" cy="1143000"/>
          </a:xfrm>
          <a:prstGeom prst="rect">
            <a:avLst/>
          </a:prstGeom>
        </p:spPr>
        <p:txBody>
          <a:bodyPr bIns="91440" anchor="b" anchorCtr="0">
            <a:normAutofit/>
          </a:bodyPr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13" name="Текст 12"/>
          <p:cNvSpPr>
            <a:spLocks noGrp="1"/>
          </p:cNvSpPr>
          <p:nvPr>
            <p:ph type="body" idx="1"/>
          </p:nvPr>
        </p:nvSpPr>
        <p:spPr>
          <a:xfrm>
            <a:off x="914400" y="1447800"/>
            <a:ext cx="7772400" cy="457200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 eaLnBrk="1" latinLnBrk="0" hangingPunct="1"/>
            <a:r>
              <a:rPr kumimoji="0" lang="ru-RU" smtClean="0"/>
              <a:t>Образец текста</a:t>
            </a:r>
          </a:p>
          <a:p>
            <a:pPr lvl="1" eaLnBrk="1" latinLnBrk="0" hangingPunct="1"/>
            <a:r>
              <a:rPr kumimoji="0" lang="ru-RU" smtClean="0"/>
              <a:t>Второй уровень</a:t>
            </a:r>
          </a:p>
          <a:p>
            <a:pPr lvl="2" eaLnBrk="1" latinLnBrk="0" hangingPunct="1"/>
            <a:r>
              <a:rPr kumimoji="0" lang="ru-RU" smtClean="0"/>
              <a:t>Третий уровень</a:t>
            </a:r>
          </a:p>
          <a:p>
            <a:pPr lvl="3" eaLnBrk="1" latinLnBrk="0" hangingPunct="1"/>
            <a:r>
              <a:rPr kumimoji="0" lang="ru-RU" smtClean="0"/>
              <a:t>Четвертый уровень</a:t>
            </a:r>
          </a:p>
          <a:p>
            <a:pPr lvl="4" eaLnBrk="1" latinLnBrk="0" hangingPunct="1"/>
            <a:r>
              <a:rPr kumimoji="0" lang="ru-RU" smtClean="0"/>
              <a:t>Пятый уровень</a:t>
            </a:r>
            <a:endParaRPr kumimoji="0" lang="en-US"/>
          </a:p>
        </p:txBody>
      </p:sp>
      <p:sp>
        <p:nvSpPr>
          <p:cNvPr id="14" name="Дата 13"/>
          <p:cNvSpPr>
            <a:spLocks noGrp="1"/>
          </p:cNvSpPr>
          <p:nvPr>
            <p:ph type="dt" sz="half" idx="2"/>
          </p:nvPr>
        </p:nvSpPr>
        <p:spPr>
          <a:xfrm>
            <a:off x="6172200" y="6191250"/>
            <a:ext cx="2476500" cy="476250"/>
          </a:xfrm>
          <a:prstGeom prst="rect">
            <a:avLst/>
          </a:prstGeom>
        </p:spPr>
        <p:txBody>
          <a:bodyPr anchor="ctr" anchorCtr="0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fld id="{9E1DBA9E-009E-4185-A20A-A3E4255DE3B3}" type="datetimeFigureOut">
              <a:rPr lang="ru-RU" smtClean="0"/>
              <a:pPr/>
              <a:t>15.10.2026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3"/>
          </p:nvPr>
        </p:nvSpPr>
        <p:spPr>
          <a:xfrm>
            <a:off x="914400" y="6172200"/>
            <a:ext cx="3962400" cy="457200"/>
          </a:xfrm>
          <a:prstGeom prst="rect">
            <a:avLst/>
          </a:prstGeom>
        </p:spPr>
        <p:txBody>
          <a:bodyPr anchor="ctr" anchorCtr="0"/>
          <a:lstStyle>
            <a:lvl1pPr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22"/>
          <p:cNvSpPr>
            <a:spLocks noGrp="1"/>
          </p:cNvSpPr>
          <p:nvPr>
            <p:ph type="sldNum" sz="quarter" idx="4"/>
          </p:nvPr>
        </p:nvSpPr>
        <p:spPr>
          <a:xfrm>
            <a:off x="146304" y="6210300"/>
            <a:ext cx="457200" cy="457200"/>
          </a:xfrm>
          <a:prstGeom prst="ellipse">
            <a:avLst/>
          </a:prstGeom>
          <a:solidFill>
            <a:schemeClr val="accent1"/>
          </a:solidFill>
        </p:spPr>
        <p:txBody>
          <a:bodyPr wrap="none" lIns="0" tIns="0" rIns="0" bIns="0" anchor="ctr" anchorCtr="1">
            <a:noAutofit/>
          </a:bodyPr>
          <a:lstStyle>
            <a:lvl1pPr algn="ctr" eaLnBrk="1" latinLnBrk="0" hangingPunct="1">
              <a:defRPr kumimoji="0" sz="140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fld id="{6BDF054E-5D6A-433A-954D-493194287BC5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rtl="0" eaLnBrk="1" latinLnBrk="0" hangingPunct="1">
        <a:spcBef>
          <a:spcPct val="0"/>
        </a:spcBef>
        <a:buNone/>
        <a:defRPr kumimoji="0" sz="40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580"/>
        </a:spcBef>
        <a:buClr>
          <a:schemeClr val="accent1"/>
        </a:buClr>
        <a:buSzPct val="85000"/>
        <a:buFont typeface="Wingdings 2"/>
        <a:buChar char="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28600" algn="l" rtl="0" eaLnBrk="1" latinLnBrk="0" hangingPunct="1">
        <a:spcBef>
          <a:spcPts val="370"/>
        </a:spcBef>
        <a:buClr>
          <a:schemeClr val="accent2"/>
        </a:buClr>
        <a:buSzPct val="85000"/>
        <a:buFont typeface="Wingdings 2"/>
        <a:buChar char="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370"/>
        </a:spcBef>
        <a:buClr>
          <a:schemeClr val="accent1">
            <a:tint val="60000"/>
          </a:schemeClr>
        </a:buClr>
        <a:buSzPct val="85000"/>
        <a:buFont typeface="Wingdings 2"/>
        <a:buChar char="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370"/>
        </a:spcBef>
        <a:buClr>
          <a:schemeClr val="accent3"/>
        </a:buClr>
        <a:buSzPct val="80000"/>
        <a:buFont typeface="Wingdings 2"/>
        <a:buChar char="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70"/>
        </a:spcBef>
        <a:buClr>
          <a:schemeClr val="accent3"/>
        </a:buClr>
        <a:buFontTx/>
        <a:buChar char="o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228600" algn="l" rtl="0" eaLnBrk="1" latinLnBrk="0" hangingPunct="1">
        <a:spcBef>
          <a:spcPts val="370"/>
        </a:spcBef>
        <a:buClr>
          <a:schemeClr val="accent3"/>
        </a:buClr>
        <a:buChar char="•"/>
        <a:defRPr kumimoji="0"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228600" algn="l" rtl="0" eaLnBrk="1" latinLnBrk="0" hangingPunct="1">
        <a:spcBef>
          <a:spcPts val="370"/>
        </a:spcBef>
        <a:buClr>
          <a:schemeClr val="accent2"/>
        </a:buClr>
        <a:buChar char="•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2194560" indent="-228600" algn="l" rtl="0" eaLnBrk="1" latinLnBrk="0" hangingPunct="1">
        <a:spcBef>
          <a:spcPts val="370"/>
        </a:spcBef>
        <a:buClr>
          <a:schemeClr val="accent1">
            <a:tint val="60000"/>
          </a:schemeClr>
        </a:buClr>
        <a:buChar char="•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indent="-228600" algn="l" rtl="0" eaLnBrk="1" latinLnBrk="0" hangingPunct="1">
        <a:spcBef>
          <a:spcPts val="370"/>
        </a:spcBef>
        <a:buClr>
          <a:schemeClr val="accent2">
            <a:tint val="60000"/>
          </a:schemeClr>
        </a:buClr>
        <a:buChar char="•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geeksforgeeks.org/making-soap-api-calls-using-python/?ysclid=m3vgx0r2yr862854753" TargetMode="Externa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mtClean="0"/>
              <a:t>SOA-</a:t>
            </a:r>
            <a:r>
              <a:rPr lang="ru-RU" dirty="0" smtClean="0"/>
              <a:t>архитектура</a:t>
            </a:r>
            <a:endParaRPr lang="ru-RU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1" y="1214422"/>
            <a:ext cx="9144000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smtClean="0"/>
              <a:t>Making SOAP API calls using Python</a:t>
            </a:r>
          </a:p>
          <a:p>
            <a:r>
              <a:rPr lang="en-US" sz="2400" dirty="0" smtClean="0">
                <a:hlinkClick r:id="rId2"/>
              </a:rPr>
              <a:t>https://www.geeksforgeeks.org/making-soap-api-calls-using-python/?ysclid=m3vgx0r2yr862854753</a:t>
            </a:r>
            <a:endParaRPr lang="ru-RU" sz="2400" dirty="0" smtClean="0"/>
          </a:p>
          <a:p>
            <a:endParaRPr lang="en-US" sz="2400" dirty="0" smtClean="0"/>
          </a:p>
          <a:p>
            <a:endParaRPr lang="en-US" sz="2400" dirty="0"/>
          </a:p>
        </p:txBody>
      </p:sp>
      <p:sp>
        <p:nvSpPr>
          <p:cNvPr id="10" name="Заголовок 1"/>
          <p:cNvSpPr>
            <a:spLocks noGrp="1"/>
          </p:cNvSpPr>
          <p:nvPr>
            <p:ph type="title"/>
          </p:nvPr>
        </p:nvSpPr>
        <p:spPr>
          <a:xfrm>
            <a:off x="928662" y="-357214"/>
            <a:ext cx="7772400" cy="1143000"/>
          </a:xfrm>
        </p:spPr>
        <p:txBody>
          <a:bodyPr/>
          <a:lstStyle/>
          <a:p>
            <a:pPr algn="ctr"/>
            <a:r>
              <a:rPr lang="ru-RU" dirty="0" smtClean="0"/>
              <a:t>Дополнительные ссылки</a:t>
            </a:r>
            <a:endParaRPr lang="ru-RU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28662" y="-357214"/>
            <a:ext cx="7772400" cy="1143000"/>
          </a:xfrm>
        </p:spPr>
        <p:txBody>
          <a:bodyPr/>
          <a:lstStyle/>
          <a:p>
            <a:pPr algn="ctr"/>
            <a:r>
              <a:rPr lang="en-US" dirty="0" smtClean="0"/>
              <a:t>SOAP</a:t>
            </a:r>
            <a:endParaRPr lang="ru-RU" dirty="0"/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928662" y="785794"/>
            <a:ext cx="7417528" cy="15716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8" name="Прямоугольник 7"/>
          <p:cNvSpPr/>
          <p:nvPr/>
        </p:nvSpPr>
        <p:spPr>
          <a:xfrm>
            <a:off x="2000232" y="2285992"/>
            <a:ext cx="5000660" cy="369332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pPr algn="ctr"/>
            <a:r>
              <a:rPr lang="ru-RU" dirty="0" smtClean="0"/>
              <a:t>Подключение к ресурсу</a:t>
            </a:r>
            <a:endParaRPr lang="ru-RU" dirty="0"/>
          </a:p>
        </p:txBody>
      </p:sp>
      <p:pic>
        <p:nvPicPr>
          <p:cNvPr id="3076" name="Picture 4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42910" y="3571876"/>
            <a:ext cx="7937556" cy="7143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Прямоугольник 9"/>
          <p:cNvSpPr/>
          <p:nvPr/>
        </p:nvSpPr>
        <p:spPr>
          <a:xfrm>
            <a:off x="2039920" y="4357694"/>
            <a:ext cx="5000660" cy="369332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pPr algn="ctr"/>
            <a:r>
              <a:rPr lang="ru-RU" dirty="0" smtClean="0"/>
              <a:t>Вызов функции </a:t>
            </a:r>
            <a:r>
              <a:rPr lang="ru-RU" dirty="0" err="1" smtClean="0"/>
              <a:t>веб-сервиса</a:t>
            </a:r>
            <a:endParaRPr lang="ru-RU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-357214"/>
            <a:ext cx="9144000" cy="1143000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 smtClean="0"/>
              <a:t>Работа с </a:t>
            </a:r>
            <a:r>
              <a:rPr lang="en-US" dirty="0" smtClean="0"/>
              <a:t>IP (</a:t>
            </a:r>
            <a:r>
              <a:rPr lang="ru-RU" dirty="0" smtClean="0"/>
              <a:t>вариант функция для задания 2</a:t>
            </a:r>
            <a:r>
              <a:rPr lang="en-US" dirty="0" smtClean="0"/>
              <a:t>)</a:t>
            </a:r>
            <a:endParaRPr lang="ru-RU" dirty="0"/>
          </a:p>
        </p:txBody>
      </p:sp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214810" y="4786322"/>
            <a:ext cx="4343400" cy="1381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Прямоугольник 11"/>
          <p:cNvSpPr/>
          <p:nvPr/>
        </p:nvSpPr>
        <p:spPr>
          <a:xfrm>
            <a:off x="4857752" y="6143644"/>
            <a:ext cx="2857520" cy="369332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pPr algn="just"/>
            <a:r>
              <a:rPr lang="ru-RU" dirty="0" smtClean="0"/>
              <a:t>Получение хостов в сети</a:t>
            </a:r>
            <a:endParaRPr lang="ru-RU" dirty="0"/>
          </a:p>
        </p:txBody>
      </p:sp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357290" y="2500306"/>
            <a:ext cx="5314988" cy="11430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4" name="Прямоугольник 13"/>
          <p:cNvSpPr/>
          <p:nvPr/>
        </p:nvSpPr>
        <p:spPr>
          <a:xfrm>
            <a:off x="2500298" y="3500438"/>
            <a:ext cx="2857520" cy="646331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pPr algn="ctr"/>
            <a:r>
              <a:rPr lang="ru-RU" dirty="0" smtClean="0"/>
              <a:t>Получение исходной сети по хосту</a:t>
            </a:r>
            <a:endParaRPr lang="ru-RU" dirty="0"/>
          </a:p>
        </p:txBody>
      </p:sp>
      <p:pic>
        <p:nvPicPr>
          <p:cNvPr id="2054" name="Picture 6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142844" y="857232"/>
            <a:ext cx="5000625" cy="466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Прямоугольник 15"/>
          <p:cNvSpPr/>
          <p:nvPr/>
        </p:nvSpPr>
        <p:spPr>
          <a:xfrm>
            <a:off x="214282" y="1357298"/>
            <a:ext cx="5000660" cy="646331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pPr algn="ctr"/>
            <a:r>
              <a:rPr lang="ru-RU" dirty="0" smtClean="0"/>
              <a:t>Получение широковещательного без дополнительных модулей</a:t>
            </a:r>
            <a:endParaRPr lang="ru-RU" dirty="0"/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Справедливость">
  <a:themeElements>
    <a:clrScheme name="Справедливость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Справедливость">
      <a:majorFont>
        <a:latin typeface="Franklin Gothic Book"/>
        <a:ea typeface=""/>
        <a:cs typeface=""/>
        <a:font script="Grek" typeface="Calibri"/>
        <a:font script="Cyrl" typeface="Calibri"/>
        <a:font script="Jpan" typeface="HGｺﾞｼｯｸM"/>
        <a:font script="Hang" typeface="바탕"/>
        <a:font script="Hans" typeface="幼圆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ajorFont>
      <a:minorFont>
        <a:latin typeface="Perpetua"/>
        <a:ea typeface=""/>
        <a:cs typeface=""/>
        <a:font script="Grek" typeface="Cambria"/>
        <a:font script="Cyrl" typeface="Cambria"/>
        <a:font script="Jpan" typeface="HG創英ﾌﾟﾚｾﾞﾝｽEB"/>
        <a:font script="Hang" typeface="맑은 고딕"/>
        <a:font script="Hans" typeface="宋体"/>
        <a:font script="Hant" typeface="新細明體"/>
        <a:font script="Arab" typeface="Times New Roman"/>
        <a:font script="Hebr" typeface="Aharoni"/>
        <a:font script="Thai" typeface="Eucrosia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Справедливость">
      <a:fillStyleLst>
        <a:solidFill>
          <a:schemeClr val="phClr"/>
        </a:solidFill>
        <a:blipFill>
          <a:blip xmlns:r="http://schemas.openxmlformats.org/officeDocument/2006/relationships" r:embed="rId1">
            <a:duotone>
              <a:schemeClr val="phClr">
                <a:tint val="30000"/>
                <a:satMod val="300000"/>
              </a:schemeClr>
              <a:schemeClr val="phClr">
                <a:tint val="40000"/>
                <a:satMod val="200000"/>
              </a:schemeClr>
            </a:duotone>
          </a:blip>
          <a:tile tx="0" ty="0" sx="70000" sy="70000" flip="none" algn="ctr"/>
        </a:blipFill>
        <a:blipFill>
          <a:blip xmlns:r="http://schemas.openxmlformats.org/officeDocument/2006/relationships" r:embed="rId1">
            <a:duotone>
              <a:schemeClr val="phClr">
                <a:shade val="22000"/>
                <a:satMod val="160000"/>
              </a:schemeClr>
              <a:schemeClr val="phClr">
                <a:shade val="45000"/>
                <a:satMod val="100000"/>
              </a:schemeClr>
            </a:duotone>
          </a:blip>
          <a:tile tx="0" ty="0" sx="65000" sy="65000" flip="none" algn="ctr"/>
        </a:blipFill>
      </a:fillStyleLst>
      <a:lnStyleLst>
        <a:ln w="9525" cap="flat" cmpd="sng" algn="ctr">
          <a:solidFill>
            <a:schemeClr val="phClr">
              <a:shade val="60000"/>
              <a:satMod val="110000"/>
            </a:schemeClr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algn="t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38100" dist="25400" dir="5400000" algn="t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50800" dist="50800" dir="5400000" algn="t" rotWithShape="0">
              <a:srgbClr val="000000">
                <a:alpha val="60000"/>
              </a:srgbClr>
            </a:outerShdw>
          </a:effectLst>
          <a:scene3d>
            <a:camera prst="isometricBottomUp" fov="0">
              <a:rot lat="0" lon="0" rev="0"/>
            </a:camera>
            <a:lightRig rig="soft" dir="b">
              <a:rot lat="0" lon="0" rev="9000000"/>
            </a:lightRig>
          </a:scene3d>
          <a:sp3d contourW="35000" prstMaterial="matte">
            <a:bevelT w="45000" h="38100" prst="convex"/>
            <a:contourClr>
              <a:schemeClr val="phClr">
                <a:tint val="10000"/>
                <a:satMod val="13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40000"/>
                <a:satMod val="165000"/>
              </a:schemeClr>
            </a:gs>
            <a:gs pos="50000">
              <a:schemeClr val="phClr">
                <a:shade val="80000"/>
                <a:satMod val="155000"/>
              </a:schemeClr>
            </a:gs>
            <a:gs pos="100000">
              <a:schemeClr val="phClr">
                <a:tint val="95000"/>
                <a:satMod val="20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tint val="95000"/>
                <a:satMod val="200000"/>
              </a:schemeClr>
              <a:schemeClr val="phClr">
                <a:shade val="80000"/>
                <a:satMod val="100000"/>
              </a:schemeClr>
            </a:duotone>
          </a:blip>
          <a:tile tx="0" ty="0" sx="55000" sy="55000" flip="none" algn="tl"/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Equity</Template>
  <TotalTime>256</TotalTime>
  <Words>46</Words>
  <Application>Microsoft Office PowerPoint</Application>
  <PresentationFormat>Экран (4:3)</PresentationFormat>
  <Paragraphs>11</Paragraphs>
  <Slides>4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</vt:i4>
      </vt:variant>
    </vt:vector>
  </HeadingPairs>
  <TitlesOfParts>
    <vt:vector size="5" baseType="lpstr">
      <vt:lpstr>Справедливость</vt:lpstr>
      <vt:lpstr>SOA-архитектура</vt:lpstr>
      <vt:lpstr>Дополнительные ссылки</vt:lpstr>
      <vt:lpstr>SOAP</vt:lpstr>
      <vt:lpstr>Работа с IP (вариант функция для задания 2)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Virtual Local Area Network (VLAN)</dc:title>
  <dc:creator>user</dc:creator>
  <cp:lastModifiedBy>user</cp:lastModifiedBy>
  <cp:revision>37</cp:revision>
  <dcterms:created xsi:type="dcterms:W3CDTF">2024-11-10T14:23:58Z</dcterms:created>
  <dcterms:modified xsi:type="dcterms:W3CDTF">2026-10-15T15:17:48Z</dcterms:modified>
</cp:coreProperties>
</file>
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08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E1DBA9E-009E-4185-A20A-A3E4255DE3B3}" type="datetimeFigureOut">
              <a:rPr lang="ru-RU" smtClean="0"/>
              <a:pPr/>
              <a:t>04.08.2026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xmlrpc.client.html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XML-RPC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" y="121442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xmlrpc.client</a:t>
            </a:r>
            <a:r>
              <a:rPr lang="en-US" sz="2400" dirty="0" smtClean="0"/>
              <a:t> — XML-RPC client access</a:t>
            </a:r>
          </a:p>
          <a:p>
            <a:r>
              <a:rPr lang="en-US" sz="2400" dirty="0" smtClean="0">
                <a:hlinkClick r:id="rId2"/>
              </a:rPr>
              <a:t>https://docs.python.org/3/library/xmlrpc.client.html#module-xmlrpc.client</a:t>
            </a:r>
            <a:endParaRPr lang="ru-RU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ru-RU" dirty="0" smtClean="0"/>
              <a:t>Дополнительные ссылки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XML-RPC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71546"/>
            <a:ext cx="5492231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4714884"/>
            <a:ext cx="7079586" cy="1447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Соединительная линия уступом 6"/>
          <p:cNvCxnSpPr>
            <a:stCxn id="1026" idx="2"/>
            <a:endCxn id="5" idx="0"/>
          </p:cNvCxnSpPr>
          <p:nvPr/>
        </p:nvCxnSpPr>
        <p:spPr>
          <a:xfrm rot="16200000" flipH="1">
            <a:off x="3500112" y="2889285"/>
            <a:ext cx="1285884" cy="23653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11" idx="1"/>
          </p:cNvCxnSpPr>
          <p:nvPr/>
        </p:nvCxnSpPr>
        <p:spPr>
          <a:xfrm rot="10800000" flipV="1">
            <a:off x="4214810" y="2020146"/>
            <a:ext cx="1571636" cy="337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786446" y="1142984"/>
            <a:ext cx="3214710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Вместо </a:t>
            </a:r>
            <a:r>
              <a:rPr lang="en-US" dirty="0" err="1" smtClean="0"/>
              <a:t>localhost</a:t>
            </a:r>
            <a:r>
              <a:rPr lang="en-US" dirty="0" smtClean="0"/>
              <a:t> </a:t>
            </a:r>
            <a:r>
              <a:rPr lang="ru-RU" dirty="0" smtClean="0"/>
              <a:t>можно вставить </a:t>
            </a:r>
            <a:r>
              <a:rPr lang="en-US" dirty="0" err="1" smtClean="0"/>
              <a:t>ip</a:t>
            </a:r>
            <a:r>
              <a:rPr lang="en-US" dirty="0" smtClean="0"/>
              <a:t>-</a:t>
            </a:r>
            <a:r>
              <a:rPr lang="ru-RU" dirty="0" smtClean="0"/>
              <a:t>адрес любого удаленного устройства, к которому есть доступ и которое может выступать в качестве сервера</a:t>
            </a:r>
            <a:endParaRPr lang="ru-RU" dirty="0"/>
          </a:p>
        </p:txBody>
      </p:sp>
      <p:cxnSp>
        <p:nvCxnSpPr>
          <p:cNvPr id="13" name="Прямая со стрелкой 12"/>
          <p:cNvCxnSpPr>
            <a:stCxn id="11" idx="2"/>
          </p:cNvCxnSpPr>
          <p:nvPr/>
        </p:nvCxnSpPr>
        <p:spPr>
          <a:xfrm rot="5400000">
            <a:off x="5717056" y="3609643"/>
            <a:ext cx="2389078" cy="964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256</TotalTime>
  <Words>26</Words>
  <Application>Microsoft Office PowerPoint</Application>
  <PresentationFormat>Экран 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Справедливость</vt:lpstr>
      <vt:lpstr>XML-RPC</vt:lpstr>
      <vt:lpstr>Дополнительные ссылки</vt:lpstr>
      <vt:lpstr>XML-RPC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Local Area Network (VLAN)</dc:title>
  <dc:creator>user</dc:creator>
  <cp:lastModifiedBy>user</cp:lastModifiedBy>
  <cp:revision>37</cp:revision>
  <dcterms:created xsi:type="dcterms:W3CDTF">2024-11-10T14:23:58Z</dcterms:created>
  <dcterms:modified xsi:type="dcterms:W3CDTF">2026-08-04T14:38:36Z</dcterms:modified>
</cp:coreProperties>
</file>
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4AFA-75FD-4EDA-AF88-B15BBF8AB05F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2814-9701-4E3B-887C-700DAE4FB7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8016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4AFA-75FD-4EDA-AF88-B15BBF8AB05F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2814-9701-4E3B-887C-700DAE4FB7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00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4AFA-75FD-4EDA-AF88-B15BBF8AB05F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2814-9701-4E3B-887C-700DAE4FB7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8881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4AFA-75FD-4EDA-AF88-B15BBF8AB05F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2814-9701-4E3B-887C-700DAE4FB7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3390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4AFA-75FD-4EDA-AF88-B15BBF8AB05F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2814-9701-4E3B-887C-700DAE4FB7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795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4AFA-75FD-4EDA-AF88-B15BBF8AB05F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2814-9701-4E3B-887C-700DAE4FB7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4729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4AFA-75FD-4EDA-AF88-B15BBF8AB05F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2814-9701-4E3B-887C-700DAE4FB7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268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4AFA-75FD-4EDA-AF88-B15BBF8AB05F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2814-9701-4E3B-887C-700DAE4FB7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664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4AFA-75FD-4EDA-AF88-B15BBF8AB05F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2814-9701-4E3B-887C-700DAE4FB7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37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4AFA-75FD-4EDA-AF88-B15BBF8AB05F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2814-9701-4E3B-887C-700DAE4FB7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0387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54AFA-75FD-4EDA-AF88-B15BBF8AB05F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492814-9701-4E3B-887C-700DAE4FB7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891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D54AFA-75FD-4EDA-AF88-B15BBF8AB05F}" type="datetimeFigureOut">
              <a:rPr lang="ru-RU" smtClean="0"/>
              <a:t>11.10.2026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492814-9701-4E3B-887C-700DAE4FB78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9386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habr.com/ru/articles/903792/?amp&amp;amp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nageengine.com/ru/service-desk/it-incident-management/mttr-vs-mttf-vs-mtbf.html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85388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Отказоустойчивость и надёжность распределённых систем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97199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Типы отказов: сетевые сбои, отказы узлов, частичные отказы, византийские ошибки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Сетевые сбои проявляются как нарушения связи между узлами — от полной потери пакетов до роста задержек и нестабильной пропускной способности. Они особенно коварны тем, что исправные сервисы начинают вести себя как недоступные: запросы истекают по таймауту,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балансировщики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исключают узлы, а общая производительность падает без явных поломок оборудования. Отказы узлов — это выход из строя самого вычислительного компонента из‑за аппаратных проблем, сбоев питания, зависаний или исчерпания ресурсов; при этом система должна отличать реальный отказ от временного замедления, чтобы не усугублять ситуацию ошибочным переключением.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Частичные отказы — наиболее типичная проблема в распределённых средах: ломается не весь узел, а отдельные его компоненты (диск, сетевой интерфейс, конкретная служба), из‑за чего гарантии целостности и актуальности данных перестают выполняться. Византийские ошибки — самый сложный случай: узел ведёт себя произвольно и противоречиво (возвращает разные ответы разным клиентам, искажает данные), и для защиты от них требуются специальные протоколы консенсуса, способные выявлять и изолировать несогласованные ответы даже при наличии «ненадёжных» участников.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30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Механизмы отказоустойчивости: репликация, избыточность, горячее резервирование, автоматическое переключение (</a:t>
            </a:r>
            <a:r>
              <a:rPr lang="ru-RU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failover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Репликация сохраняет данные и доступность за счёт поддержания нескольких копий на разных узлах: она бывает синхронной (с сильной гарантией согласованности, но с ростом задержек) и асинхронной (быстрее, но с риском временной несогласованности). Избыточность — это наличие дополнительных ресурсов (серверов, каналов, дата‑центров), которые берут на себя нагрузку при отказах; она может быть активной (все компоненты работают и делят нагрузку) или пассивной (резерв включается только при сбое), обеспечивая запас прочности против одновременных отказов.</a:t>
            </a:r>
          </a:p>
          <a:p>
            <a:pPr algn="just"/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Горячее резервирование — это постоянно синхронизированный резервный узел, готовый принять нагрузку практически мгновенно: он участвует в обмене состоянием и часто даже обрабатывает часть служебных задач, чтобы избежать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рассинхронизации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Автоматическое переключение (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failover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обнаруживает отказ и перенаправляет трафик на резерв без участия человека, опираясь на мониторинг, таймауты и многоэтапные проверки, чтобы отличать реальные сбои от временных задержек. Вместе эти механизмы образуют многоуровневую защиту: репликация сохраняет данные, избыточность даёт запас ресурсов, горячее резервирование минимизирует простой, а </a:t>
            </a:r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failover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делает реакцию на сбои быстрой и предсказуемой.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004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7320" y="41630"/>
            <a:ext cx="9211310" cy="6816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4685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консенсуса: </a:t>
            </a:r>
            <a:r>
              <a:rPr lang="ru-RU" sz="2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Paxos</a:t>
            </a:r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Raft</a:t>
            </a:r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Zab</a:t>
            </a:r>
            <a:endParaRPr lang="en-US" sz="2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6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https://habr.com/ru/articles/903792/?amp&amp;amp</a:t>
            </a:r>
            <a:endParaRPr lang="ru-RU" sz="2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консенсуса — основа согласованности в распределённых системах: они гарантируют, что узлы договорятся об одном значении или порядке операций даже при сбоях.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Paxos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задаёт фундаментальную модель достижения согласия через кворум и чётко разделённые роли участников, но из‑за абстрактности редко применяется «в чистом виде».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Raft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делает акцент на понятности и удобстве реализации: он явно выделяет выбор лидера и репликацию журнала, поэтому популярен в реальных кластерах вроде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etcd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Zab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заточен под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Apache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ZooKeeper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обеспечивает не только консенсус, но и строгую упорядоченность обновлений с учётом смены лидера: он гарантирует, что подтверждённые записи не будут потеряны при переключениях. Выбор алгоритма определяется балансом между универсальностью, прозрачностью и спецификой платформы: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Paxos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— для базовых гарантий,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Raft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— для удобства внедрения,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Zab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 — для тесной интеграции с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ZooKeeper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293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Обнаружение отказов: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heartbeat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probing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таймауты, экспоненциальная задержка</a:t>
            </a:r>
          </a:p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Механизмы обнаружения отказов позволяют отличать реальные сбои от временных задержек и не перегружать инфраструктуру.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Heartbeat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даёт быструю индикацию доступности через регулярные «сигналы жизни», а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probing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проверяет реальную работоспособность через осмысленные запросы. Таймауты защищают систему от зависаний, ограничивая время ожидания ответа и предотвращая накопление необработанных операций.</a:t>
            </a:r>
          </a:p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Экспоненциальная задержка с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джиттером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делает повторные попытки безопасными: интервалы между попытками растут по экспоненте, а случайное смещение предотвращает синхронные всплески нагрузки. В связке эти механизмы дают устойчивую стратегию: быстрая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детекция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осмысленная проверка, контролируемые повторы и защита от шторма запросов.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218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частичных отказов: </a:t>
            </a:r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Breaker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Retry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Fallback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Bulkhead</a:t>
            </a:r>
            <a:endParaRPr lang="ru-RU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Паттерны обработки частичных отказов локализуют проблемы и сохраняют работоспособность системы при сбоях отдельных компонентов.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Breaker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временно блокирует запросы к ненадёжному сервису, защищая обе стороны: клиент не тратит ресурсы на заведомо провальные вызовы, а сервер получает время на восстановление.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Retry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 экспоненциальной задержкой даёт шанс на успех при временных ошибках, но только для тех сбоев, которые действительно могут исчезнуть.</a:t>
            </a:r>
          </a:p>
          <a:p>
            <a:pPr algn="just"/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Fallback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системе оставаться полезной, отдавая упрощённый или резервный ответ вместо ошибки, а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Bulkhead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изолирует ресурсы между потоками нагрузки, чтобы отказ в одной области не «затапливал» остальные. Комбинация этих паттернов создаёт эшелонированную защиту: автоматический предохранитель, разумные повторы, запасной ответ и жёсткая изоляция ресурсов.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546" y="3816429"/>
            <a:ext cx="5239868" cy="3041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388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Изоляция и контроль нагрузки: </a:t>
            </a:r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limiting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backpressure</a:t>
            </a:r>
            <a:r>
              <a:rPr lang="ru-RU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очереди с приоритетами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нагрузки защищает систему от перегрузки и гарантирует выполнение наиболее важных задач даже в пиковые периоды.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Rate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limiting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задаёт чёткие лимиты на частоту запросов (по пользователям, IP,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эндпоинтам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и предотвращает доминирование одного источника трафика, используя алгоритмы вроде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token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bucket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или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sliding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window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Backpressure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позволяет потребителю честно сигнализировать производителю о своей текущей способности обрабатывать данные, избегая накопления очередей и исчерпания памяти.</a:t>
            </a:r>
          </a:p>
          <a:p>
            <a:pPr algn="just"/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Очереди с приоритетами обеспечивают, что в моменты высокой нагрузки первыми обрабатываются критические задачи (например, платежи), а менее важные (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логи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статистика) откладываются. При этом важно избегать «голодания» низкоприоритетных задач, выделяя им минимальную долю ресурсов. Связка этих механизмов даёт управляемый поток: лимиты на вход, обратная связь о возможностях и </a:t>
            </a:r>
            <a:r>
              <a:rPr lang="ru-RU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приоритизация</a:t>
            </a:r>
            <a:r>
              <a:rPr lang="ru-RU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внутри очереди.</a:t>
            </a:r>
            <a:endParaRPr lang="ru-RU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7280" y="4091940"/>
            <a:ext cx="4917440" cy="276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795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Журналирование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аудит: распределённые </a:t>
            </a:r>
            <a:r>
              <a:rPr lang="ru-RU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логи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корреляция событий, хранение и ротация</a:t>
            </a:r>
          </a:p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Распределённое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журналирование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фиксирует события во всех компонентах системы и позволяет видеть полную картину даже при сложной маршрутизации запросов. Структурированные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логи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(обычно в JSON) с обязательными полями (уровень, тип, сервис,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trace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ID) упрощают фильтрацию, агрегацию и автоматизированный анализ. Корреляция событий по сквозному идентификатору запроса собирает разрозненные записи в единую хронологию, показывая, где возникла задержка или ошибка, и помогает выявлять узкие места и каскадные сбои.</a:t>
            </a:r>
          </a:p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Хранение и ротация обеспечивают баланс между доступностью данных и управляемостью объёма.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Логи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отправляют в централизованное хранилище, разделяя «горячее» (для оперативных расследований) и «холодное» (для аудита) хранение. Ротация по времени или размеру, архивация и удаление по политике жизненного цикла защищают от переполнения дисков и позволяют быстро находить нужные данные за нужный период.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232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0080" y="893734"/>
            <a:ext cx="6471920" cy="5049866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0" y="0"/>
            <a:ext cx="6197600" cy="652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отказоустойчивости: </a:t>
            </a:r>
            <a:r>
              <a:rPr lang="ru-RU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chaos</a:t>
            </a:r>
            <a:r>
              <a:rPr lang="ru-RU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ru-RU" sz="1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симуляция сбоев, стресс‑тесты</a:t>
            </a:r>
          </a:p>
          <a:p>
            <a:pPr algn="just"/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Chaos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намеренно вводит контролируемые сбои, чтобы проверить, как система ведёт себя в стрессовых условиях.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Chaos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Monkey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случайным образом отключает экземпляры сервисов, проверяя автоматическое переключение и балансировку, а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Toxiproxy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имитирует сетевые проблемы (задержки, потери пакетов), позволяя тестировать поведение без остановки самих приложений. Симуляция сбоев фокусируется на конкретных сценариях (ошибки зависимостей, нехватка ресурсов) и помогает подтвердить, что механизмы защиты (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Breaker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Fallback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работают как задумано.</a:t>
            </a:r>
          </a:p>
          <a:p>
            <a:pPr algn="just"/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Стресс‑тесты оценивают пределы устойчивости под высокой нагрузкой, фиксируя время отклика, процент ошибок и использование ресурсов. Комбинируя эти подходы — сначала нагружая систему, затем добавляя сетевые проблемы и завершая «хаотичными» отказами узлов — можно получить полную картину устойчивости и убедиться, что все защитные механизмы работают согласованно.</a:t>
            </a: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218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Метрики надёжности: MTBF, MTTR, SLA, доступность, расчёт простоя</a:t>
            </a:r>
          </a:p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https://www.manageengine.com/ru/service-desk/it-incident-management/mttr-vs-mttf-vs-mtbf.html</a:t>
            </a:r>
            <a:endParaRPr lang="ru-RU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MTBF и MTTR дают количественную оценку стабильности и скорости восстановления: MTBF показывает, как часто происходят сбои, а MTTR — сколько времени в среднем уходит на их устранение. Эти метрики помогают планировать обслуживание, оценивать риски и обосновывать инвестиции в автоматизацию и резервирование. SLA формализует ожидания бизнеса и фиксирует целевые показатели, включая доступность и процедуры эскалации, превращая абстрактную «надёжность» в измеримые обязательства.</a:t>
            </a:r>
          </a:p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Уровни доступности (99,9%, 99,99% и т. д.) переводятся в допустимое время простоя: например, 99,9% — это не более ~8,7 часов в год. Такой расчёт позволяет ставить реалистичные цели, проектировать архитектуру под конкретные лимиты и планировать плановые работы, не выходя за рамки SLA. Эти метрики вместе задают систему управления надёжностью: от статистики сбоев до формальных обязательств и практических ограничений.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485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9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Стратегии восстановления: автоматическое восстановление, ручные процедуры, DRP</a:t>
            </a:r>
          </a:p>
          <a:p>
            <a:pPr algn="just"/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Автоматическое восстановление минимизирует время простоя за счёт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failover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автомасштабирования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самодиагностики: оно закрывает большинство типовых сбоев без участия человека и существенно сокращает MTTR. Ручные процедуры фиксируют шаги, которые выполняет инженер, когда автоматика недостаточна или требуется принятие решений (например, откат релиза, восстановление из </a:t>
            </a:r>
            <a:r>
              <a:rPr lang="ru-RU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бэкапа</a:t>
            </a:r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 проверкой целостности). Они должны быть заранее прописаны, протестированы и регулярно обновляться.</a:t>
            </a:r>
          </a:p>
          <a:p>
            <a:pPr algn="just"/>
            <a:r>
              <a:rPr lang="ru-RU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План аварийного восстановления (DRP) охватывает масштабные инциденты и задаёт общий порядок действий: от эскалации и переключения на резервную площадку до восстановления данных и пост‑инцидентного анализа. В DRP фиксируются RTO (целевое время восстановления) и RPO (допустимые потери данных), роли ответственных и критерии успеха, а регулярные учения подтверждают работоспособность плана. Комбинация этих стратегий обеспечивает устойчивость на всех уровнях: от быстрых автоматических исправлений до согласованных действий при серьёзных авариях.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6148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941</Words>
  <Application>Microsoft Office PowerPoint</Application>
  <PresentationFormat>Широкоэкранный</PresentationFormat>
  <Paragraphs>33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Тема Office</vt:lpstr>
      <vt:lpstr>Отказоустойчивость и надёжность распределённых систем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2</cp:revision>
  <dcterms:created xsi:type="dcterms:W3CDTF">2026-10-11T14:18:17Z</dcterms:created>
  <dcterms:modified xsi:type="dcterms:W3CDTF">2026-10-11T14:21:40Z</dcterms:modified>
</cp:coreProperties>
</file>
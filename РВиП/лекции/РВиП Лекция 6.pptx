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A2FCD-854C-4041-8DA3-70FF143464F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1722A-86BD-4033-B035-6FA84E2BAE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A2FCD-854C-4041-8DA3-70FF143464F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1722A-86BD-4033-B035-6FA84E2BAE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A2FCD-854C-4041-8DA3-70FF143464F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1722A-86BD-4033-B035-6FA84E2BAE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A2FCD-854C-4041-8DA3-70FF143464F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1722A-86BD-4033-B035-6FA84E2BAE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A2FCD-854C-4041-8DA3-70FF143464F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1722A-86BD-4033-B035-6FA84E2BAE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A2FCD-854C-4041-8DA3-70FF143464F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1722A-86BD-4033-B035-6FA84E2BAE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A2FCD-854C-4041-8DA3-70FF143464F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1722A-86BD-4033-B035-6FA84E2BAE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A2FCD-854C-4041-8DA3-70FF143464F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1722A-86BD-4033-B035-6FA84E2BAE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A2FCD-854C-4041-8DA3-70FF143464F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1722A-86BD-4033-B035-6FA84E2BAE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A2FCD-854C-4041-8DA3-70FF143464F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1722A-86BD-4033-B035-6FA84E2BAE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A2FCD-854C-4041-8DA3-70FF143464F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1722A-86BD-4033-B035-6FA84E2BAE0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A2FCD-854C-4041-8DA3-70FF143464FB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1722A-86BD-4033-B035-6FA84E2BAE0C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Контейнеризация, </a:t>
            </a:r>
            <a:r>
              <a:rPr lang="ru-RU" dirty="0" err="1"/>
              <a:t>оркестрация</a:t>
            </a:r>
            <a:r>
              <a:rPr lang="ru-RU" dirty="0"/>
              <a:t> и облачные платформы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контейнеризация: </a:t>
            </a:r>
            <a:r>
              <a:rPr lang="ru-RU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образы, слои, изоляция процессов, управление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зависимостями</a:t>
            </a: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Контейнеризация гарантирует одинаковое поведение приложения в любой среде: от ноутбука до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продакшн‑кластера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отличие от виртуальных машин, контейнеры используют ядро хоста, поэтому они легковесны, быстро запускаются и хорошо масштабируются — это критично для распределённых приложений, где нужно быстро разворачивать десятки реплик.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основной инструмент для работы с контейнерами: образ — это неизменяемый шаблон с приложением и зависимостями, контейнер — его запущенный экземпляр. Образы собираются по слоям, каждый слой — результат одной инструкции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Dockerfile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 слои кэшируются, что ускоряет сборку и упрощает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версионирование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Изоляция процессов реализуется механизмами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namespaces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изолируют процессы и сети,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cgroups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ограничивают ресурсы (CPU, память). Управление зависимостями внутри образа делает окружение воспроизводимым и исключает конфликты версий — в распределённой системе все реплики сервиса работают одинаково, 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деплои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становятся предсказуемыми.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оркестрация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контейнеров: </a:t>
            </a:r>
            <a:r>
              <a:rPr lang="en-US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Kubernetes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Swarm, Nomad —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основные абстракции (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Pod, Service, Deployment, </a:t>
            </a:r>
            <a:r>
              <a:rPr lang="en-US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StatefulSet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Оркестрация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автоматизирует управление сотнями контейнеров: запуск, перезапуск при сбоях, балансировку и масштабирование.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Kubernetes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Swarm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Nomad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решают эту задачу с разной степенью гибкости: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Kubernetes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для сложных распределённых систем,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Swarm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для быстрого старта,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Nomad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для разнородных рабочих нагрузок.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Основные абстракции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Kubernetes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минимальная единица с одним или несколькими контейнерами;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стабильный сетевой адрес и балансировка нагрузки для группы подов;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Deployment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управление количеством реплик, обновлениями и откатами;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StatefulSet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для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stateful‑приложений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гарантирует стабильные имена, порядок операций и привязанные тома.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распределённых приложениях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оркестрация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делает систему отказоустойчивой и предсказуемой: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Deployment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автоматически восстанавливает упавшие экземпляры и обновляет сервисы без простоев;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скрывает изменения топологии и обеспечивает надёжное взаимодействие между компонентами;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StatefulSet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поддерживает согласованность для баз данных и очередей. Такой подход позволяет масштабировать приложения горизонтально и реагировать на сбои без ручного вмешательства.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планирование и размещение: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scheduler, affinity/anti affinity, taints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tolerations,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горизонтальное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автомасштабирование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Scheduler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Kubernetes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решает, на каких узлах размещать поды, анализируя ресурсы, политики и состояние кластера.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Affinity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anti‑affinity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задают правила «рядом» или «вдали»: это повышает отказоустойчивость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anti‑affinity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разнесёт реплики по разным узлам) и снижает задержки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affinity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разместит тесно связанные сервисы рядом).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Taints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помечают узлы как «неподходящие» для большинства задач (например, узлы с GPU), 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tolerations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разрешают отдельным подам запускаться на таких узлах. Такой подход помогает выделять специализированные ресурсы и избегать нецелевого использования дорогих мощностей.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Горизонтальное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автомасштабирование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(HPA) автоматически регулирует количество реплик в зависимости от нагрузки (CPU, память,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кастомные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метрики). Это позволяет системе гибко реагировать на пики трафика, сохранять доступность сервиса и эффективно использовать ресурсы кластера — именно то, что требуется от распределённого приложения.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Хранение данных в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контейнеризированных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средах: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Persistent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Volumes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Storage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Classes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динамическое выделение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Контейнеры эфемерны, поэтому данные нельзя хранить внутри них: при перезапуске или сбое всё теряется.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Persistent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Volumes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(PV) отделяют хранилище от жизненного цикла пода и обеспечивают сохранность состояния.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Persistent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Volume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Claim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(PVC) — это запрос приложения на том нужного размера и режима доступа; так разработчики получают хранилище, не вникая в детали инфраструктуры.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Storage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описывают типы и характеристики хранилищ (тип диска, производительность, репликация) и позволяют динамически создавать PV по запросу PVC. Это делает развёртывание гибким и быстрым: в облаке можно запрашивать разные типы дисков под разные задачи, а в локальном кластере — использовать общий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Storage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Режимы доступа (RWO/RWX) определяют, сколько подов могут одновременно работать с томом. RWO подходит для баз данных и очередей, где важна строгая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консистентность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 RWX нужен для совместного доступа нескольких реплик, но поддерживается не всеми хранилищами. Правильный выбор режима и использование PV/PVC делают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stateful‑сервисы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распределённой системе отказоустойчивыми и предсказуемыми.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сетевые модели в </a:t>
            </a:r>
            <a:r>
              <a:rPr lang="en-US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Kubernetes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CNI,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сервисы,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ingress, network policies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CNI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Container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Network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Interface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основа сети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Kubernetes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он подключает поды к кластеру, выделяет IP и настраивает маршруты. Разные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CNI‑плагины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Calico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Cilium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Flannel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дают гибкость по производительности и функциям, но сохраняют единый интерфейс для приложений. Это обеспечивает переносимость и предсказуемость сети в распределённых средах.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Services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предоставляют стабильный IP и DNS для группы подов и балансируют трафик между репликами, скрывая динамическую топологию.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Ingress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управляет входящим HTTP/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HTTPS‑трафиком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маршрутизирует по путям и хостам, выполняет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TLS‑терминацию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снижает количество внешних IP. Вместе они делают взаимодействие компонентов надёжным и удобным.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Network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Policies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ограничивают сетевое взаимодействие по правилам (кто к кому и по каким портам может подключаться), реализуя принцип наименьших привилегий. Политики работают через CNI и позволяют изолировать слои приложения (например, разрешить доступ к БД только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веб‑подам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Такой подход повышает безопасность распределённой системы и снижает риски несанкционированного доступа.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облачные платформы: AWS,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Azure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Yandex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— сравнение сервисов для распределённых приложений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AWS,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Azure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Yandex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предлагают управляемые сервисы для распределённых приложений: от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Kubernetes‑кластеров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(EKS, AKS, GKE,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Managed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Kubernetes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до баз данных, очередей, хранилищ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балансировщиков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Это снимает с команды операционную нагрузку: не нужно вручную настраивать и поддерживать инфраструктуру, можно сосредоточиться на архитектуре и функциональности приложения.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 каждого облака своя специализация: AWS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Azure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широкие экосистемы с глубокой интеграцией сервисов;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сильные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бессерверные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решения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Run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для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stateless‑микросервисов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переменной нагрузкой;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Yandex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удобная связка с аналитическими инструментами и сервисами для гибридных сценариев. Выбор платформы влияет на скорость развёртывания, стоимость владения и удобство масштабирования.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сравнении учитывают не только функционал, но и модель оплаты (узлы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фактическое потребление ресурсов), наличие грантов и бесплатных лимитов, требования к хранению данных и переносимости. Для учебных проектов это хороший повод потренироваться в обоснованном выборе: сопоставить требования приложения (нагрузка, тип данных, интеграция) с возможностями платформ и аргументировать, почему один вариант подходит лучше другого.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serverless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вычисления: функции как услуга (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FaaS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 триггеры, ограничения по времени и памяти, интеграция с очередями и хранилищами;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Serverless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FaaS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позволяет запускать код только по событию, не управляя серверами: платформа сама масштабирует и поддерживает доступность. Это снижает операционные затраты и идеально подходит для распределённых приложений с переменной нагрузкой, где важно быстро реагировать на всплески трафика.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Функции запускаются по триггерам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HTTP‑запросы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файлы, сообщения, таймеры) и имеют жёсткие лимиты по времени и памяти — они рассчитаны на короткие, быстрые задачи. Если задача долгая, её разбивают на этапы или переносят на другой ресурс, чтобы сохранить преимущества модели.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Интеграция с очередями и хранилищами делает архитектуру надёжной: очереди буферизируют нагрузку и гарантируют доставку, хранилища хранят данные вне функции, делая её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stateless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Такой подход упрощает масштабирование и повышает отказоустойчивость распределённой системы, позволяя компонентам работать независимо и асинхронно.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Гибридные и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мультиоблачные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архитектуры: управление конфигурациями, единый мониторинг, переносимость приложений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Гибридные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мультиоблачные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архитектуры дают гибкость и отказоустойчивость: критичные данные можно держать локально, а эластичные нагрузки — в облаках. Но они усложняют управление: чтобы не потерять контроль, нужны единые подходы к конфигурациям, мониторингу и переносимости приложений.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Управление конфигурациями через код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Ansible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Terraform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делает развертывание воспроизводимым в любой среде. Единый мониторинг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Prometheus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OpenTelemetry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собирает метрики,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логи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трейсы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со всех площадок и даёт целостную картину производительности и ошибок — это необходимо, чтобы быстро находить узкие места в распределённой системе.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Переносимость достигается за счёт абстракций и стандартов: контейнеры,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Kubernetes‑манифесты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внешние секреты и настройки, отказ от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проприетарных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API в коде. Такой подход позволяет гибко перераспределять нагрузку между средами, снижать риски привязки к одному провайдеру и упрощать миграцию — ключевые требования к современным распределённым приложениям.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CI/CD для распределённых систем: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пайплайны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стратегии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деплоя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rolling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update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blue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green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canary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 автоматизация тестирования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CI/CD автоматизирует доставку обновлений в распределённых системах: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пайплайны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собирают, тестируют и развёртывают код, гарантируя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воспроизводимость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контроль качества. Для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микросервисов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важно синхронизировать релизы и проверять совместимость API, чтобы избежать сбоев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из‑за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несовместимых версий.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Стратегии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деплоя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помогают обновлять сервисы с разным уровнем риска: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Rolling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update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плавная замена подов без простоев;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Blue‑Green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безопасное переключение между средами с мгновенным откатом;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Canary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поэтапный выпуск на часть трафика для проверки метрик. Выбор стратегии зависит от критичности сервиса и требований к доступности.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Автоматизация тестирования включает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unit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‑,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integration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‑,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contract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‑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end‑to‑end‑тесты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а также нагрузочные проверки: это позволяет выявлять ошибки до релиза и блокировать рискованные изменения. Такой подход делает обновления предсказуемыми, снижает влияние на пользователей и повышает надёжность распределённой системы в целом.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управление секретами и конфигурациями: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Vault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ConfigMaps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Secrets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централизованное управление.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распределённых приложениях конфигурации и секреты нельзя хранить в коде: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ConfigMaps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используют для публичных настроек (URL, таймауты), а чувствительные данные (пароли,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токены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Secrets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Такой подход отделяет настройки от кода, делает развёртывания гибкими и позволяет запускать один образ в разных окружениях без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пересборки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надёжного управления секретами применяют централизованные решения вроде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Vault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они дают шифрование, контроль доступа, автоматическую ротацию и аудит.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Kubernetes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Vault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интегрируют 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Sidecar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CSI‑драйверы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или операторов, чтобы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микросервисы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получали секреты безопасно и только по необходимости — это снижает риски утечек и упрощает соблюдение политик безопасности.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Централизованное управление включает процессы: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версионирование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доставку через CI/CD, разграничение прав (RBAC), мониторинг и ротацию. Такой подход обеспечивает согласованность настроек во всех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микросервисах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прозрачность изменений и предсказуемость поведения распределённой системы — ключевые требования к современным облачным и гибридным архитектурам.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1698</Words>
  <Application>Microsoft Office PowerPoint</Application>
  <PresentationFormat>Экран (4:3)</PresentationFormat>
  <Paragraphs>41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Контейнеризация, оркестрация и облачные платформы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</cp:revision>
  <dcterms:created xsi:type="dcterms:W3CDTF">2026-10-25T12:59:33Z</dcterms:created>
  <dcterms:modified xsi:type="dcterms:W3CDTF">2026-10-25T13:17:19Z</dcterms:modified>
</cp:coreProperties>
</file>
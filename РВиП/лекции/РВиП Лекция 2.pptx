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D225B-36E9-41EA-BE2C-3A45DE311A3C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4DE8E-4333-49B3-A827-6A748C4771BE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Технологии распределённых вычислений и межсистемная интеграция (SOAP, WSDL, COM)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571456"/>
            <a:ext cx="6286544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архитектура </a:t>
            </a:r>
            <a:r>
              <a:rPr kumimoji="0" lang="ru-RU" sz="16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клиент‑сервер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паттерны проектирования (REST, RPC, </a:t>
            </a:r>
            <a:r>
              <a:rPr kumimoji="0" lang="ru-RU" sz="16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Publish‑Subscribe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особенности реализации и ограничения;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857232"/>
            <a:ext cx="4600575" cy="5133975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786182" y="0"/>
            <a:ext cx="1309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RPC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avatars.mds.yandex.net/i?id=4f8c716545af3377157644c7df1478f0_l-5221636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000240"/>
            <a:ext cx="7667564" cy="351281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786182" y="0"/>
            <a:ext cx="26661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Pub</a:t>
            </a:r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/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Sub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Разработка серверной части: ключевые аспекты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7803"/>
            <a:ext cx="91440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Выбор стека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Под задачу и команду: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Spring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Boot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стабильность, корпоративный стандарт;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скорость разработки, аналитика;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высокая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конкурентность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микросервисы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Node.js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I/O нагрузки.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С учётом интеграции: если есть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legacy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.NET или 1С — логично использовать C#; для быстрой аналитики и отчётов 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Для диплома: выбирайте стек, где можно показать измеримые метрики (RPS,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latency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архитектурные решения (очереди, кэширование).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Обработка конкурентных запросов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Модель параллелизма: потоки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thread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pool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для CPU нагрузок; асинхронность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async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await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loop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для I/O (БД, внешние API).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Ограничение параллелизма: лимиты на число одновременных задач,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backpressure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limiting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чтобы не «уронить» сервис при всплесках.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Идемпотентность операций: повторные запросы не должны дублировать действия (актуально для платежей, отчётов).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Пулы соединений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К базе данных: фиксированный размер пула (например, 20–50 соединений), таймауты на получение соединения, метрики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active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idle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waiting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К внешним сервисам: отдельные пулы для разных зависимостей — изоляция отказов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Переиспользование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снижает накладные расходы на установку соединений и защищает БД от перегрузки.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Таймауты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На каждом уровне: HTTP запрос (3–10 с), соединение с БД (2–5 с), вызов внешнего API (5–15 с).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Дедлайны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отмена: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propagate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cancellation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CancellationToken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.NET,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asyncio.timeout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Обработка ошибок: возвращать понятные коды (504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Timeout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503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Unavailable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логировать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причины — это критично для диагностики в экономических системах (расчёты, отчёты).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Разработка клиентского приложения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63969"/>
            <a:ext cx="9144000" cy="629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Стратегии повторных попыток (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Экспоненциальный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backoff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jitter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задержка между попытками растёт экспоненциально (2 с → 4 с → 8 с),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джиттер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(случайное смещение) предотвращает «эффект стадности» при массовых запросах.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Ограничение числа попыток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обычно 3–5 попыток — дальше считаем ошибку устойчивой.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Фильтрация по типам ошибок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повторять только временные сбои (503, таймауты, сетевые разрывы); не повторять клиентские ошибки (400, 401, 404).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Идемпотентность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для операций с побочными эффектами (платёж, заказ) гарантировать, что повтор не создаст дубликат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идемпотентности, ключи корреляции).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Инструменты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готовые библиотеки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Polly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.NET,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tenacity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resilience4j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 вместо «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самописных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» циклов.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Обработка ошибок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Слой абстракции ошибок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переводить низкоуровневые исключения (сеть,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парсинг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JSON) в понятные доменные ошибки («Не удалось получить данные», «Ошибка авторизации»).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Градация сообщений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пользователю — кратко и конструктивно («Попробуйте позже» + кнопка «Повторить»);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полный контекст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RequestId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URL, статус, тело запроса/ответа без секретов).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Fallback-стратегии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при недоступности сервиса — показать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закэшированные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данные,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демо-режим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статические шаблоны отчётов.</a:t>
            </a:r>
          </a:p>
          <a:p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если сервис стабильно падает, временно блокировать запросы к нему, чтобы не «забивать» клиент и не тратить ресурсы.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Мониторинг и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алерты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фиксировать всплески ошибок и задержки; для экономических задач критично отличать «медленно, но верно» от «совсем не работает».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Кэширование ответов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Уровни кэширования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In-memory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(быстрый, но теряется при перезапуске) — для временных данных (курсы валют на 1–5 минут).</a:t>
            </a:r>
          </a:p>
          <a:p>
            <a:pPr lvl="1"/>
            <a:r>
              <a:rPr lang="ru-RU" sz="1300" i="1" dirty="0" smtClean="0">
                <a:latin typeface="Times New Roman" pitchFamily="18" charset="0"/>
                <a:cs typeface="Times New Roman" pitchFamily="18" charset="0"/>
              </a:rPr>
              <a:t>Локальный файл/</a:t>
            </a:r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офлайн-доступа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сохранения справочников.</a:t>
            </a:r>
          </a:p>
          <a:p>
            <a:pPr lvl="1"/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для распределённых клиентов и согласованности.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Политика TTL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жёстко задавать время жизни (например, курсы валют — 5 минут, справочник товаров — 24 часа). Избегать «вечного»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кэша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Инвалидация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 событию (обновление справочника), по версии API или по HTTP-заголовкам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ETag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Last-Modified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Кэш-ключи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включать версию API, параметры запроса и идентификатор клиента (если данные персонализированы).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HTTP-кэширование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использовать заголовки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Cache-Control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ETag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на уровне HTTP-клиента (особенно для GET-запросов отчётов и справочников).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305049"/>
            <a:ext cx="5657850" cy="45529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WSDL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Description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 язык описания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веб-сервисов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 основе XML. Он служит контрактом: позволяет клиентам понять, какие операции доступны, какие данные нужны и как их передавать.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32297"/>
            <a:ext cx="9144000" cy="5625703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SOAP‑сообщение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XML‑конверт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Envelope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который содержит заголовок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 метаданными (например, для безопасности или маршрутизации) и тело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 вызовом операции и параметрами либо с ошибкой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Fault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вся структура строго типизирована и стандартизована для надёжного обмена данными между системами.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548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14282" y="285728"/>
          <a:ext cx="8715436" cy="5762244"/>
        </p:xfrm>
        <a:graphic>
          <a:graphicData uri="http://schemas.openxmlformats.org/drawingml/2006/table">
            <a:tbl>
              <a:tblPr/>
              <a:tblGrid>
                <a:gridCol w="2178859"/>
                <a:gridCol w="2178859"/>
                <a:gridCol w="2178859"/>
                <a:gridCol w="2178859"/>
              </a:tblGrid>
              <a:tr h="7490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Инструмент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Что делает с WSDL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Уровень автоматизации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Когда удобно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728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SoapUI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Загружает WSDL, генерирует все шаблоны запросов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Высокий: кликнул → отправил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Отладка, тестирование, документирование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55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latin typeface="Times New Roman"/>
                          <a:ea typeface="Times New Roman"/>
                          <a:cs typeface="Times New Roman"/>
                        </a:rPr>
                        <a:t>Postman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Можно импортировать WSDL, но чаще пишешь XML вручную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Средний: нужно знать формат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Быстрый разовый запрос, проверка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728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Встроенный клиент (C#, Python, 1С)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Загружает WSDL, генерирует </a:t>
                      </a:r>
                      <a:r>
                        <a:rPr lang="ru-RU" sz="2200" dirty="0" err="1">
                          <a:latin typeface="Times New Roman"/>
                          <a:ea typeface="Times New Roman"/>
                          <a:cs typeface="Times New Roman"/>
                        </a:rPr>
                        <a:t>прокси-классы</a:t>
                      </a: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 и методы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Высокий: работа как с обычной функцией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В коде приложения, автоматизация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214942" cy="3911207"/>
          </a:xfrm>
          <a:prstGeom prst="rect">
            <a:avLst/>
          </a:prstGeom>
          <a:noFill/>
        </p:spPr>
      </p:pic>
      <p:pic>
        <p:nvPicPr>
          <p:cNvPr id="23556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3326448"/>
            <a:ext cx="4714876" cy="353155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5214942" y="428604"/>
            <a:ext cx="39290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Интерфейс в COM — это строго типизированная таблица указателей на функции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vtable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), которая определяет набор методов, которые объект обязуется реализовать. Доступ к методам объекта осуществляется исключительно через эти интерфейсы.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718679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Жизненный цикл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COM‑объекта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управляется через подсчёт ссылок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AddRef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базовом интерфейсе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IUnknown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при создании счётчик инициализируется единицей, каждое получение интерфейса увеличивает его, освобождение — уменьшает, а при достижении нуля объект автоматически уничтожает себя; при этом расположение компонента (в DLL или EXE) и его доступность прозрачны для клиента.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209</Words>
  <Application>Microsoft Office PowerPoint</Application>
  <PresentationFormat>Экран (4:3)</PresentationFormat>
  <Paragraphs>66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Технологии распределённых вычислений и межсистемная интеграция (SOAP, WSDL, COM)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2026-09-09T13:42:56Z</dcterms:created>
  <dcterms:modified xsi:type="dcterms:W3CDTF">2026-09-09T13:55:55Z</dcterms:modified>
</cp:coreProperties>
</file>
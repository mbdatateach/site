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Распределённое хранение </a:t>
            </a:r>
            <a:r>
              <a:rPr lang="ru-RU" b="1" dirty="0" smtClean="0"/>
              <a:t>данных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CAP-теорема: почему нельзя иметь всё сразу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Когда данные хранятся на нескольких серверах, всегда есть три желания: чтобы все сервера показывали одинаковые данные (согласованность), чтобы система всегда отвечала на запросы (доступность) и чтобы система не ломалась при сбоях сети между серверами (устойчивость к разделению). CAP-теорема говорит, что получить всё три одновременно невозможно — надо выбрать два из трёх. На практике сеть всегда может дать сбой, поэтому реально выбор сводится к одному: при аварии сети мы либо временно отказываемся отвечать, но зато данные точные (CP-системы — банки, бронирование), либо продолжаем отвечать, но данные могут немного устареть (AP-системы 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соцсети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каталоги). Это не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баг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а закон физики распределённых систем: с ним нужно работать, а не пытаться обойти.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6270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200" b="1" dirty="0" smtClean="0">
                <a:latin typeface="Times New Roman"/>
                <a:ea typeface="Times New Roman"/>
                <a:cs typeface="Times New Roman"/>
              </a:rPr>
              <a:t>Модели согласованности: насколько «одинаковыми» должны быть данные</a:t>
            </a:r>
            <a:endParaRPr lang="ru-RU" sz="2200" dirty="0" smtClean="0"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Согласованность — это не переключатель «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вкл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/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выкл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», а шкала. На одном конце — строгая согласованность: все сервера видят одно и то же прямо сейчас, как будто данные хранятся в одном месте. Это нужно для денег и билетов, но дорого: каждая операция ждёт подтверждения от большинства серверов. Дальше идёт последовательная — все видят операции в одном порядке, но не обязательно по реальному времени (подходит для игр, совместного редактирования). Причинная — связанные события идут по порядку, а независимые могут переставляться (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мессенджеры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комментарии в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соцсетях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). Слабая и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eventual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(согласованность в конечном счёте) — никаких гарантий прямо сейчас, но через какое-то время все сервера придут к одинаковому состоянию. Это самый дешёвый вариант: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кэши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счётчики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лайков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ленты новостей. Выбор модели — это ответ на вопрос «насколько свежие данные нужны пользователю прямо сейчас».</a:t>
            </a:r>
            <a:endParaRPr lang="ru-RU" sz="2200" dirty="0" smtClean="0">
              <a:ea typeface="Times New Roman"/>
              <a:cs typeface="Times New Roman"/>
            </a:endParaRPr>
          </a:p>
          <a:p>
            <a:pPr algn="ctr"/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5901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200" b="1" dirty="0" smtClean="0">
                <a:latin typeface="Times New Roman"/>
                <a:ea typeface="Times New Roman"/>
                <a:cs typeface="Times New Roman"/>
              </a:rPr>
              <a:t>Репликация: копии данных на нескольких серверах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Репликация — это когда одни и те же данные хранятся на нескольких серверах. Если один упадёт, данные останутся на других. Бывает синхронная: лидер (главный сервер) записывает данные и ждёт, пока копии подтвердят, что тоже сохранили — только тогда отвечает клиенту «готово». Никакая информация не теряется, но запись медленная. Используется в финансах и бронировании. Бывает асинхронная: лидер записывает и сразу отвечает, а копии подтягивают данные позже в фоне. Быстро, но при сбое лидера последние операции могут потеряться. Подходит для сайтов, логов, новостей. Бывает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кворумная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: запись подтверждается W серверами из N, чтение — R серверами. Главное правило — сумма W + R должна быть больше N, тогда чтение гарантированно попадёт на сервер с актуальными данными. Это даёт гибкость: можно настраивать баланс между скоростью и надёжностью под конкретную задачу.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6290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200" b="1" dirty="0" err="1" smtClean="0">
                <a:latin typeface="Times New Roman"/>
                <a:ea typeface="Times New Roman"/>
                <a:cs typeface="Times New Roman"/>
              </a:rPr>
              <a:t>Шардирование</a:t>
            </a:r>
            <a:r>
              <a:rPr lang="ru-RU" sz="2200" b="1" dirty="0" smtClean="0">
                <a:latin typeface="Times New Roman"/>
                <a:ea typeface="Times New Roman"/>
                <a:cs typeface="Times New Roman"/>
              </a:rPr>
              <a:t>: деление данных на части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Когда данных слишком много для одного сервера, их режут на куски (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шарды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) и раскладывают по разным машинам. В отличие от репликации (где копии одинаковые), здесь каждый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шард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хранит свою часть данных. Делить можно по диапазону (пользователи с ID от 1 до 100 000 — на одном сервере, от 100 001 до 200 000 — на другом): удобно для отчётов по периодам, но может возникнуть перекос, если на один диапазон выпадает пик нагрузки. Можно по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хешу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(ID пропускается через функцию, и результат определяет сервер): данные распределяются равномерно, но сложно делать выборки по диапазону. Можно по географии (пользователи из Европы — на сервере в Европе): снижает задержки и соответствует законам о хранении данных. При добавлении новых серверов данные нужно перераспределять (миграция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шардов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), и если один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шард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перегружен, а остальные простаивают (перекос), систему приходится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перебалансировать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— менять ключ разбиения или переносить часть данных.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629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200" b="1" dirty="0" smtClean="0">
                <a:latin typeface="Times New Roman"/>
                <a:ea typeface="Times New Roman"/>
                <a:cs typeface="Times New Roman"/>
              </a:rPr>
              <a:t>NoSQL-системы: хранилища под конкретные задачи</a:t>
            </a:r>
            <a:endParaRPr lang="ru-RU" sz="2200" dirty="0" smtClean="0"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Реляционные базы (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PostgreSQL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MySQL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) — универсалы, но плохо масштабируются горизонтально. NoSQL-системы создавались под конкретные задачи и паттерны доступа.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Key-value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(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Redis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DynamoDB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) — сверхбыстрое хранение по ключу: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кэши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сессии, очереди.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Документоориентированные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(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MongoDB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Couchbase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) — гибкая структура данных в формате JSON, где у каждой записи могут быть разные поля: каталоги товаров, профили пользователей, CMS. Колоночные (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Cassandra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HBase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) — массовая потоковая запись и быстрое чтение по ключу: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логи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метрики, временные ряды, IoT-телеметрия.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Графовые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(Neo4j) — хранение связей между сущностями и быстрый обход этих связей: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соцсети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рекомендации,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антифрод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цепочки транзакций. В реальных системах часто используют несколько хранилищ одновременно: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MongoDB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для каталога,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Redis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для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кэша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,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Cassandra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для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логов, Neo4j для рекомендаций. Это называется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polyglot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persistence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— разные данные в разных базах, каждая из которых лучше всего подходит для своего типа нагрузки.</a:t>
            </a:r>
            <a:endParaRPr lang="ru-RU" sz="2200" dirty="0"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5732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000" b="1" dirty="0" smtClean="0">
                <a:latin typeface="Times New Roman"/>
                <a:ea typeface="Times New Roman"/>
                <a:cs typeface="Times New Roman"/>
              </a:rPr>
              <a:t>Распределённые файловые системы: большие файлы на многих серверах</a:t>
            </a:r>
            <a:endParaRPr lang="ru-RU" sz="2000" dirty="0" smtClean="0"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Когда нужно хранить не структурированные записи, а файлы (гигабайты и терабайты), на помощь приходят распределённые файловые системы. HDFS — часть экосистемы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Hadoop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, оптимизирована для больших файлов и пакетной аналитики: один мастер хранит метаданные, подчинённые — блоки данных по 128 МБ, три копии каждого блока. Не подходит для частых мелких операций, но отлично работает для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MapReduce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и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Spark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GlusterFS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— простая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бессерверная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система: сервера равноправны, данные раскладываются по томам (реплицируемым, распределённым или комбинированным). Легко разворачивать, хорошо для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медиафайлов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и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бэкапов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Ceph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— самая мощная и сложная: один кластер одновременно даёт блочный доступ (для виртуальных машин), файловый (для пользователей) и объектный (S3-совместимый). Использует алгоритм CRUSH, который сам вычисляет, где лежат данные, без центрального справочника. Выбор зависит от задачи: HDFS для аналитики больших данных,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GlusterFS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для простого файлового хранилища,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Ceph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для универсальных крупных инсталляций.</a:t>
            </a:r>
            <a:endParaRPr lang="ru-RU" sz="2000" dirty="0"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5727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000" b="1" dirty="0" smtClean="0">
                <a:latin typeface="Times New Roman"/>
                <a:ea typeface="Times New Roman"/>
                <a:cs typeface="Times New Roman"/>
              </a:rPr>
              <a:t>Транзакции в распределённых системах: как согласовать изменения в нескольких местах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Когда одна операция затрагивает несколько баз или сервисов (например, оформление заказа: списать деньги, зарезервировать товар, отправить письмо), нужно, чтобы все шаги либо выполнились вместе, либо откатились. Двухфазный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коммит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(2PC) делает так: координатор спрашивает всех «вы готовы?», и если все ответили «да», даёт команду «фиксируем». Гарантирует строгую согласованность, но медленный и может зависнуть при сбое координатора — участники останутся с заблокированными ресурсами. Трёхфазный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коммит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(3PC) добавляет промежуточный шаг, чтобы снизить риск зависания, но на практике почти не используется из-за сложности. SAGA — совсем другой подход: вместо одной большой транзакции делаем цепочку маленьких локальных транзакций. Если что-то пошло не так, выполняются компенсирующие операции (вернуть деньги, освободить товар). Система временно находится в промежуточном состоянии, но в итоге приходит к согласованному результату. Это стандарт для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микросервисов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: медленно, надёжно и масштабируемо, без глобальных блокировок.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551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200" b="1" dirty="0" smtClean="0">
                <a:latin typeface="Times New Roman"/>
                <a:ea typeface="Times New Roman"/>
                <a:cs typeface="Times New Roman"/>
              </a:rPr>
              <a:t>Индексация и поиск: как быстро находить текст</a:t>
            </a:r>
            <a:endParaRPr lang="ru-RU" sz="2200" dirty="0" smtClean="0"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Когда нужно искать по содержимому документов (не по ID, а по словам и фразам), обычные индексы баз данных не справляются. Поисковые системы строят инвертированный индекс: для каждого слова хранится список документов, где оно встречается.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Elasticsearch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и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Solr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— две главные системы, обе на базе библиотеки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Lucene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Elasticsearch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удобнее в API, лучше масштабируется, популярен для логов (ELK-стек) и поиска в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интернет-магазинах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Solr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сильнее в лингвистическом анализе: синонимы, морфология, фонетика для разных языков. В распределённой среде индексы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шардируются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: каждый узел ищет по своей части, а координатор объединяет результаты. Главная сложность — корректная сортировка по релевантности: каждый </a:t>
            </a:r>
            <a:r>
              <a:rPr lang="ru-RU" sz="2200" dirty="0" err="1" smtClean="0">
                <a:latin typeface="Times New Roman"/>
                <a:ea typeface="Times New Roman"/>
                <a:cs typeface="Times New Roman"/>
              </a:rPr>
              <a:t>шард</a:t>
            </a:r>
            <a:r>
              <a:rPr lang="ru-RU" sz="2200" dirty="0" smtClean="0">
                <a:latin typeface="Times New Roman"/>
                <a:ea typeface="Times New Roman"/>
                <a:cs typeface="Times New Roman"/>
              </a:rPr>
              <a:t> считает локальные оценки, не зная общей статистики, и оценки могут искажаться. Для этого существуют дополнительные раунды сбора статистики (DFS-запросы).</a:t>
            </a:r>
            <a:endParaRPr lang="ru-RU" sz="2200" dirty="0"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610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000" b="1" dirty="0" smtClean="0">
                <a:latin typeface="Times New Roman"/>
                <a:ea typeface="Times New Roman"/>
                <a:cs typeface="Times New Roman"/>
              </a:rPr>
              <a:t>Резервное копирование: последний рубеж защиты</a:t>
            </a:r>
            <a:endParaRPr lang="ru-RU" sz="2000" dirty="0" smtClean="0"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Репликация спасает от отказа серверов, но не от человеческих ошибок: если кто-то случайно удалит таблицу или выполнит неверный UPDATE, эта операция реплицируется на все копии.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— это независимая копия на определённый момент времени, до которой можно откатиться. Полный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копирует всё (надёжно, но долго и занимает много места). Инкрементальный — только изменения с прошлого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бэкапа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(быстро и мало места, но восстановление требует цепочки копий).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Снапшот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— мгновенный снимок состояния на уровне файловой системы (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copy-on-write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): делается за секунды, но растёт по мере изменения данных. RPO (сколько данных готовы потерять) определяет частоту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бэкапов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: если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раз в сутки, то RPO — 24 часа. RTO (сколько времени готовы не работать) определяет процесс восстановления: полный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на 10 ТБ восстанавливается часами,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снапшот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— за секунды. Для финансов RPO близок к нулю (непрерывная архивация логов + репликация), для аналитического хранилища RPO может быть сутками. Главное правило: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без тестирования восстановления — это не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, а надежда. Регулярные учения по восстановлению — обязательная часть любой стратегии.</a:t>
            </a:r>
            <a:endParaRPr lang="ru-RU" sz="2000" dirty="0"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1513</Words>
  <PresentationFormat>Экран (4:3)</PresentationFormat>
  <Paragraphs>19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Распределённое хранение данных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Распределённое хранение данных </dc:title>
  <dc:creator>user</dc:creator>
  <cp:lastModifiedBy>user</cp:lastModifiedBy>
  <cp:revision>1</cp:revision>
  <dcterms:created xsi:type="dcterms:W3CDTF">2026-09-27T20:17:34Z</dcterms:created>
  <dcterms:modified xsi:type="dcterms:W3CDTF">2026-09-27T20:21:40Z</dcterms:modified>
</cp:coreProperties>
</file>
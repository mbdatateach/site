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934" y="-10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E2F7E-1D3A-4535-ADE3-523CE7CBECC4}" type="datetimeFigureOut">
              <a:rPr lang="ru-RU" smtClean="0"/>
              <a:pPr/>
              <a:t>19.09.2025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Форматирование сложного документа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928670"/>
            <a:ext cx="9144000" cy="30003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0" y="3929066"/>
            <a:ext cx="9144000" cy="23574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MS Word </a:t>
            </a:r>
            <a:r>
              <a:rPr lang="ru-RU" dirty="0" smtClean="0"/>
              <a:t>как </a:t>
            </a:r>
            <a:r>
              <a:rPr lang="ru-RU" dirty="0" smtClean="0"/>
              <a:t>технология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857232"/>
            <a:ext cx="9144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Приложение поддерживает многочисленные инструменты для изменения внешнего вида текста, добавления изображений, графики и таблиц, а также автоматической проверки орфографии и пунктуации. Все эти операции выполняются автоматически и быстро благодаря вычислительным мощностям компьютера.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Пользователи могут систематизировать большие объемы данных, создавая организованные структуры в документах (заголовки, подразделы, таблицы, формулы и т.п.). Такой подход помогает эффективно управлять большими объемами информации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MS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стал стандартом де-факто для большинства офисных работников, студентов и профессионалов, работающих с текстом. Его популярность обусловлена удобством интерфейса, функциональностью и совместимостью с различными операционными системами и устройствами. Программа активно используется в бизнесе, образовании, науке и творчестве, обеспечивая эффективный процесс подготовки документации любого уровня сложности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таблицами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857232"/>
            <a:ext cx="8358214" cy="2514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3643306" y="3357562"/>
            <a:ext cx="18610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Вставка таблицы</a:t>
            </a: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214818"/>
            <a:ext cx="4638664" cy="2418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/>
          <p:nvPr/>
        </p:nvCxnSpPr>
        <p:spPr>
          <a:xfrm rot="10800000" flipV="1">
            <a:off x="4071934" y="5429264"/>
            <a:ext cx="1285884" cy="4286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5357818" y="4286256"/>
            <a:ext cx="378618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Заливка ячеек и прочие функции. Для вызова немного нажать правой кнопкой мыши по выделенной ячейке. Для выделения установите курсор в ячейку и сдвигайте его с помощью комбинаций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Shift+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стрелки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формулами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857232"/>
            <a:ext cx="7029446" cy="276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2357422" y="3643314"/>
            <a:ext cx="47355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Word 2013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вкладка называется «Уравнения»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4786322"/>
            <a:ext cx="350043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рукописного ввода уравнения воспользуйтесь элементами, представленными во второй и третьей группе инструментов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вкладки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«Конструктор»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«Символы»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«Структуры»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4" descr="Инструменты для записи уравнения в программе Microsoft Wor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66743" y="4357694"/>
            <a:ext cx="5677257" cy="26431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рисунками</a:t>
            </a:r>
            <a:endParaRPr lang="ru-RU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928670"/>
            <a:ext cx="8062935" cy="5152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 flipV="1">
            <a:off x="2285984" y="4286256"/>
            <a:ext cx="1500198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0" y="4857760"/>
            <a:ext cx="235742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Чтобы вызвать контекстное меню – щелчок правой кнопкой мыши по рисунку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разрывами</a:t>
            </a:r>
            <a:endParaRPr lang="ru-RU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000108"/>
            <a:ext cx="8367715" cy="5232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/>
          <p:nvPr/>
        </p:nvCxnSpPr>
        <p:spPr>
          <a:xfrm flipV="1">
            <a:off x="285720" y="2928934"/>
            <a:ext cx="1500198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Работа с разрывами</a:t>
            </a:r>
            <a:endParaRPr lang="ru-RU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857232"/>
            <a:ext cx="8824907" cy="3384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4429132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Разрывы страниц в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нужны для более удобной разметки документа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Например, чтобы новая глава начиналась всегда с новой страницы, независимо от правок в другой части документа. Без разрыва новая глава бы «прыгала» и начиналась то с новой страницы, то с середины. 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Также разрывы страниц помогают: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Разместить заголовки и подзаголовки на отдельных страницах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Это делает текст более структурированным и удобочитаемым. 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Структурировать листы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Например, разбить их на колонки, части и т. п.. 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Настроить альбомную или портретную ориентацию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Например, для размещения громоздких таблиц, схем, рисунков и графиков.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Номера страниц</a:t>
            </a:r>
            <a:endParaRPr lang="ru-RU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857232"/>
            <a:ext cx="8639236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3500438"/>
            <a:ext cx="8467739" cy="1770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32" y="5572140"/>
            <a:ext cx="91439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Колонтитулы также можно редактировать: изменять текст или стиль</a:t>
            </a:r>
            <a:endParaRPr lang="ru-RU" sz="2400" i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Стили</a:t>
            </a:r>
            <a:endParaRPr lang="ru-RU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32"/>
            <a:ext cx="404812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/>
          <p:nvPr/>
        </p:nvCxnSpPr>
        <p:spPr>
          <a:xfrm rot="10800000">
            <a:off x="1071538" y="1357298"/>
            <a:ext cx="3429024" cy="1428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4500562" y="857232"/>
            <a:ext cx="350043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Чтобы изменить стиль нужно нажать по нему правой кнопкой мыши на панели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Главная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2571744"/>
            <a:ext cx="4493557" cy="4286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Прямая со стрелкой 12"/>
          <p:cNvCxnSpPr/>
          <p:nvPr/>
        </p:nvCxnSpPr>
        <p:spPr>
          <a:xfrm rot="10800000" flipV="1">
            <a:off x="714348" y="4214818"/>
            <a:ext cx="4429156" cy="150019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5143504" y="3714752"/>
            <a:ext cx="35004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Различные аспекты стиля можно менять из выпадающего меню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Оглавление</a:t>
            </a:r>
            <a:endParaRPr lang="ru-RU" dirty="0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1736" y="857232"/>
            <a:ext cx="3810000" cy="558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6643702" y="857232"/>
            <a:ext cx="250029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Оглавление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это перечень частей и разделов документа с указанием страниц, на которых они расположены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429388" y="4000504"/>
            <a:ext cx="271461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Оно помогает быстро сориентироваться в объёмном материале, структурирует текст и показывает затронутые в нём темы.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1428736"/>
            <a:ext cx="257173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Оглавление может создаваться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автоматически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или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вручную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В первом случае текстовый редактор создаёт его из отформатированных заголовков. Во втором — пользователь самостоятельно вводит названия глав и номера страниц.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US" dirty="0" err="1" smtClean="0"/>
              <a:t>SmartArt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92867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SmartArt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инструмент для создания ярких и информативных визуализаций. С его помощью можно кратко и наглядно излагать важную информацию в графическом виде.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285992"/>
            <a:ext cx="7124029" cy="4572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326</Words>
  <Application>Microsoft Office PowerPoint</Application>
  <PresentationFormat>Экран (4:3)</PresentationFormat>
  <Paragraphs>31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Форматирование сложного документа</vt:lpstr>
      <vt:lpstr>MS Word как технология</vt:lpstr>
      <vt:lpstr>Работа с таблицами</vt:lpstr>
      <vt:lpstr>Работа с формулами</vt:lpstr>
      <vt:lpstr>Работа с рисунками</vt:lpstr>
      <vt:lpstr>Работа с разрывами</vt:lpstr>
      <vt:lpstr>Работа с разрывами</vt:lpstr>
      <vt:lpstr>Номера страниц</vt:lpstr>
      <vt:lpstr>Стили</vt:lpstr>
      <vt:lpstr>Оглавление</vt:lpstr>
      <vt:lpstr>SmartArt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Форматирование сложного документа</dc:title>
  <dc:creator>user</dc:creator>
  <cp:lastModifiedBy>user</cp:lastModifiedBy>
  <cp:revision>13</cp:revision>
  <dcterms:created xsi:type="dcterms:W3CDTF">2025-02-07T10:21:27Z</dcterms:created>
  <dcterms:modified xsi:type="dcterms:W3CDTF">2025-09-19T18:16:06Z</dcterms:modified>
</cp:coreProperties>
</file>
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7" r:id="rId4"/>
    <p:sldId id="258" r:id="rId5"/>
    <p:sldId id="259" r:id="rId6"/>
    <p:sldId id="266" r:id="rId7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>
        <p:scale>
          <a:sx n="66" d="100"/>
          <a:sy n="66" d="100"/>
        </p:scale>
        <p:origin x="-2934" y="-10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E2F7E-1D3A-4535-ADE3-523CE7CBECC4}" type="datetimeFigureOut">
              <a:rPr lang="ru-RU" smtClean="0"/>
              <a:pPr/>
              <a:t>04.10.2025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18B4A-D24F-48D2-A927-FD67349E3991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E2F7E-1D3A-4535-ADE3-523CE7CBECC4}" type="datetimeFigureOut">
              <a:rPr lang="ru-RU" smtClean="0"/>
              <a:pPr/>
              <a:t>04.10.2025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18B4A-D24F-48D2-A927-FD67349E3991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E2F7E-1D3A-4535-ADE3-523CE7CBECC4}" type="datetimeFigureOut">
              <a:rPr lang="ru-RU" smtClean="0"/>
              <a:pPr/>
              <a:t>04.10.2025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18B4A-D24F-48D2-A927-FD67349E3991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E2F7E-1D3A-4535-ADE3-523CE7CBECC4}" type="datetimeFigureOut">
              <a:rPr lang="ru-RU" smtClean="0"/>
              <a:pPr/>
              <a:t>04.10.2025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18B4A-D24F-48D2-A927-FD67349E3991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E2F7E-1D3A-4535-ADE3-523CE7CBECC4}" type="datetimeFigureOut">
              <a:rPr lang="ru-RU" smtClean="0"/>
              <a:pPr/>
              <a:t>04.10.2025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18B4A-D24F-48D2-A927-FD67349E3991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E2F7E-1D3A-4535-ADE3-523CE7CBECC4}" type="datetimeFigureOut">
              <a:rPr lang="ru-RU" smtClean="0"/>
              <a:pPr/>
              <a:t>04.10.2025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18B4A-D24F-48D2-A927-FD67349E3991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E2F7E-1D3A-4535-ADE3-523CE7CBECC4}" type="datetimeFigureOut">
              <a:rPr lang="ru-RU" smtClean="0"/>
              <a:pPr/>
              <a:t>04.10.2025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18B4A-D24F-48D2-A927-FD67349E3991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E2F7E-1D3A-4535-ADE3-523CE7CBECC4}" type="datetimeFigureOut">
              <a:rPr lang="ru-RU" smtClean="0"/>
              <a:pPr/>
              <a:t>04.10.2025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18B4A-D24F-48D2-A927-FD67349E3991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E2F7E-1D3A-4535-ADE3-523CE7CBECC4}" type="datetimeFigureOut">
              <a:rPr lang="ru-RU" smtClean="0"/>
              <a:pPr/>
              <a:t>04.10.2025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18B4A-D24F-48D2-A927-FD67349E3991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E2F7E-1D3A-4535-ADE3-523CE7CBECC4}" type="datetimeFigureOut">
              <a:rPr lang="ru-RU" smtClean="0"/>
              <a:pPr/>
              <a:t>04.10.2025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18B4A-D24F-48D2-A927-FD67349E3991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E2F7E-1D3A-4535-ADE3-523CE7CBECC4}" type="datetimeFigureOut">
              <a:rPr lang="ru-RU" smtClean="0"/>
              <a:pPr/>
              <a:t>04.10.2025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18B4A-D24F-48D2-A927-FD67349E3991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CE2F7E-1D3A-4535-ADE3-523CE7CBECC4}" type="datetimeFigureOut">
              <a:rPr lang="ru-RU" smtClean="0"/>
              <a:pPr/>
              <a:t>04.10.2025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818B4A-D24F-48D2-A927-FD67349E3991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Форматирование сложного документа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0" y="3429000"/>
            <a:ext cx="9144000" cy="3429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Прямоугольник 3"/>
          <p:cNvSpPr/>
          <p:nvPr/>
        </p:nvSpPr>
        <p:spPr>
          <a:xfrm>
            <a:off x="0" y="1142984"/>
            <a:ext cx="9144000" cy="2000264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 smtClean="0"/>
              <a:t>MS Word </a:t>
            </a:r>
            <a:r>
              <a:rPr lang="ru-RU" dirty="0" smtClean="0"/>
              <a:t>как технология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0" y="1081707"/>
            <a:ext cx="9144000" cy="5847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200" b="1" dirty="0" err="1" smtClean="0">
                <a:latin typeface="Times New Roman" pitchFamily="18" charset="0"/>
                <a:cs typeface="Times New Roman" pitchFamily="18" charset="0"/>
              </a:rPr>
              <a:t>Microsoft</a:t>
            </a:r>
            <a:r>
              <a:rPr lang="ru-RU" sz="22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200" b="1" dirty="0" err="1" smtClean="0">
                <a:latin typeface="Times New Roman" pitchFamily="18" charset="0"/>
                <a:cs typeface="Times New Roman" pitchFamily="18" charset="0"/>
              </a:rPr>
              <a:t>Word</a:t>
            </a:r>
            <a:r>
              <a:rPr lang="ru-RU" sz="22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представляет собой одну из наиболее популярных цифровых технологий обработки текста, используемую пользователями разных уровней подготовки практически повсеместно. Программа является частью пакета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Microsoft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Office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 и обладает обширным набором функций, облегчающих создание документов различного уровня сложности.</a:t>
            </a: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22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Пользователи могут вставлять таблицы прямо внутри текста, настраивать ширину столбцов, высоту строк, границы ячеек и даже применять встроенные шаблоны стилей. Таблицы позволяют эффективно представлять числовую информацию и структурировать данные. Помимо таблиц,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Word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 поддерживает автоматическое построение графиков и диаграмм на основе введенных данных. </a:t>
            </a: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Можно легко добавить фотографии, рисунки, графики, схемы и даже видео-файлы внутрь документа. Пользователь получает доступ к различным инструментам для коррекции изображений, наложению теней, рамок и другим эффектам, повышающим эстетичность документа. </a:t>
            </a:r>
            <a:endParaRPr lang="ru-RU" sz="22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AutoShape 2" descr="https://resh.edu.ru/uploads/lesson_extract/7331/20200113122043/OEBPS/objects/t_info_7_14_13/5dccff2ae200247758101ba5.png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2" name="Заголовок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1143000"/>
          </a:xfrm>
        </p:spPr>
        <p:txBody>
          <a:bodyPr>
            <a:normAutofit/>
          </a:bodyPr>
          <a:lstStyle/>
          <a:p>
            <a:r>
              <a:rPr lang="ru-RU" dirty="0" smtClean="0"/>
              <a:t>Таблицы</a:t>
            </a:r>
            <a:endParaRPr lang="ru-RU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0" y="928670"/>
            <a:ext cx="9144000" cy="120032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Таблица в программе </a:t>
            </a:r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Word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 —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это совокупность строк и столбцов, которые состоят из прямоугольных блоков — ячеек. В них можно заполнять текстовыми или графическими данными.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0" y="2143116"/>
            <a:ext cx="4572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Способ создания №1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Перейдите: меню «Вставка» → «Таблица».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 сетке выделите нужное количество строк и столбцов. Например, 3×4.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Нажмите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Enter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— таблица появится в документе.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85852" y="3786190"/>
            <a:ext cx="2635208" cy="3071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Прямоугольник 8"/>
          <p:cNvSpPr/>
          <p:nvPr/>
        </p:nvSpPr>
        <p:spPr>
          <a:xfrm>
            <a:off x="4572000" y="2031864"/>
            <a:ext cx="4572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Способ создания №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2</a:t>
            </a:r>
            <a:endParaRPr lang="ru-RU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Перейдите: меню «Вставка» → «Таблица» → «Нарисовать таблицу».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Курсор превратится в карандаш. Нарисуйте прямоугольник — это будет граница таблицы.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Проведите линии внутри, чтобы добавить строки и столбцы.</a:t>
            </a:r>
          </a:p>
          <a:p>
            <a:pPr algn="just"/>
            <a:endParaRPr lang="ru-RU" dirty="0" smtClean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000760" y="4026005"/>
            <a:ext cx="1656599" cy="2831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/>
          <a:lstStyle/>
          <a:p>
            <a:r>
              <a:rPr lang="ru-RU" dirty="0" smtClean="0"/>
              <a:t>Работа с таблицами</a:t>
            </a:r>
            <a:endParaRPr lang="ru-RU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4214818"/>
            <a:ext cx="4638664" cy="24189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7" name="Прямая со стрелкой 6"/>
          <p:cNvCxnSpPr/>
          <p:nvPr/>
        </p:nvCxnSpPr>
        <p:spPr>
          <a:xfrm rot="10800000" flipV="1">
            <a:off x="4071934" y="5429264"/>
            <a:ext cx="1285884" cy="42862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Прямоугольник 8"/>
          <p:cNvSpPr/>
          <p:nvPr/>
        </p:nvSpPr>
        <p:spPr>
          <a:xfrm>
            <a:off x="5357818" y="4286256"/>
            <a:ext cx="3786182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Заливка ячеек и прочие функции. Для вызова немного нажать правой кнопкой мыши по выделенной ячейке. Для выделения установите курсор в ячейку и сдвигайте его с помощью комбинаций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Shift+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стрелки</a:t>
            </a:r>
            <a:endParaRPr lang="ru-RU" dirty="0"/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928670"/>
            <a:ext cx="4071934" cy="28641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Прямоугольник 9"/>
          <p:cNvSpPr/>
          <p:nvPr/>
        </p:nvSpPr>
        <p:spPr>
          <a:xfrm>
            <a:off x="5072066" y="1214422"/>
            <a:ext cx="3786182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Сортировка данных в таблице в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Word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позволяет упорядочить текст, цифры или даты внутри таблиц для повышения наглядности и удобства использования.</a:t>
            </a:r>
            <a:endParaRPr lang="ru-RU" dirty="0"/>
          </a:p>
        </p:txBody>
      </p:sp>
      <p:cxnSp>
        <p:nvCxnSpPr>
          <p:cNvPr id="11" name="Прямая со стрелкой 10"/>
          <p:cNvCxnSpPr>
            <a:stCxn id="10" idx="1"/>
          </p:cNvCxnSpPr>
          <p:nvPr/>
        </p:nvCxnSpPr>
        <p:spPr>
          <a:xfrm rot="10800000">
            <a:off x="1428728" y="1357298"/>
            <a:ext cx="3643338" cy="59578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/>
          <a:lstStyle/>
          <a:p>
            <a:r>
              <a:rPr lang="ru-RU" dirty="0" smtClean="0"/>
              <a:t>Работа с формулами</a:t>
            </a:r>
            <a:endParaRPr lang="ru-RU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85852" y="857232"/>
            <a:ext cx="7029446" cy="2766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Прямоугольник 9"/>
          <p:cNvSpPr/>
          <p:nvPr/>
        </p:nvSpPr>
        <p:spPr>
          <a:xfrm>
            <a:off x="2357422" y="3643314"/>
            <a:ext cx="47355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Word 2013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вкладка называется «Уравнения»</a:t>
            </a:r>
            <a:endParaRPr lang="ru-RU" dirty="0"/>
          </a:p>
        </p:txBody>
      </p:sp>
      <p:sp>
        <p:nvSpPr>
          <p:cNvPr id="11" name="Прямоугольник 10"/>
          <p:cNvSpPr/>
          <p:nvPr/>
        </p:nvSpPr>
        <p:spPr>
          <a:xfrm>
            <a:off x="0" y="4786322"/>
            <a:ext cx="350043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Для рукописного ввода уравнения воспользуйтесь элементами, представленными во второй и третьей группе инструментов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вкладки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«Конструктор»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—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«Символы»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и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«Структуры»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2" name="Picture 4" descr="Инструменты для записи уравнения в программе Microsoft Word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466743" y="4357694"/>
            <a:ext cx="5677257" cy="264318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/>
          <a:lstStyle/>
          <a:p>
            <a:r>
              <a:rPr lang="en-US" dirty="0" err="1" smtClean="0"/>
              <a:t>SmartArt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0" y="928670"/>
            <a:ext cx="9144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SmartArt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 в </a:t>
            </a:r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Microsoft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Word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 — инструмент для создания ярких и информативных визуализаций. С его помощью можно кратко и наглядно излагать важную информацию в графическом виде.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28662" y="2285992"/>
            <a:ext cx="7124029" cy="45720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287</Words>
  <Application>Microsoft Office PowerPoint</Application>
  <PresentationFormat>Экран (4:3)</PresentationFormat>
  <Paragraphs>22</Paragraphs>
  <Slides>6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7" baseType="lpstr">
      <vt:lpstr>Тема Office</vt:lpstr>
      <vt:lpstr>Форматирование сложного документа</vt:lpstr>
      <vt:lpstr>MS Word как технология</vt:lpstr>
      <vt:lpstr>Таблицы</vt:lpstr>
      <vt:lpstr>Работа с таблицами</vt:lpstr>
      <vt:lpstr>Работа с формулами</vt:lpstr>
      <vt:lpstr>SmartArt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Форматирование сложного документа</dc:title>
  <dc:creator>user</dc:creator>
  <cp:lastModifiedBy>user</cp:lastModifiedBy>
  <cp:revision>17</cp:revision>
  <dcterms:created xsi:type="dcterms:W3CDTF">2025-02-07T10:21:27Z</dcterms:created>
  <dcterms:modified xsi:type="dcterms:W3CDTF">2025-10-04T18:08:39Z</dcterms:modified>
</cp:coreProperties>
</file>
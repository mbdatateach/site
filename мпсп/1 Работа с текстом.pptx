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4" r:id="rId12"/>
    <p:sldId id="266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текстом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214422"/>
            <a:ext cx="9144000" cy="485778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Цифровая технология — 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это технология, основанная на использовании цифровой информации и обработке данных с помощью компьютеров и электронных устройств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Цифровые технологии - частный случай информационных</a:t>
            </a: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Информационные </a:t>
            </a:r>
            <a:r>
              <a:rPr lang="ru-RU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технологии (ИТ)</a:t>
            </a: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— это совокупность методов, процессов и программных инструментов, используемых для сбора, хранения, обработки и передачи информации.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этом контексте MS </a:t>
            </a:r>
            <a:r>
              <a:rPr lang="ru-RU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выступает как один из инструментов ИТ, поскольку он помогает пользователям создавать, редактировать, форматировать и обмениваться текстовыми документами, таблицами, графиками и другой информацией.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Microsoft Word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357430"/>
            <a:ext cx="9144000" cy="4500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11430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Microsoft Word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8283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полнофункциональная прикладная программа для редактирования и обработки текстовой и графической информации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создания документов как в электронном виде, так и в виде печатных копий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Некоторые возможности программы: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создание нового документа с помощью специальных шаблонов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одновременное открытие и работа с большим количеством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автоматическая проверка орфографии, грамматики и даже стилистики при вводе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работы с математическими формулами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автоматического создания указателей и оглавления документа; 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расширенные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возможности форматирования документа, например, выравнивание по обоим краям, многоколоночная вёрстка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использование стилей для быстрого форматирования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автоматизации ввода повторяющихся и стандартных элементов текста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автоматизация формирования и работы со списками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удобные механизмы работы с ссылками, сносками,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колонтитулами.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Рабочее поле </a:t>
            </a:r>
            <a:r>
              <a:rPr lang="en-US" dirty="0" smtClean="0"/>
              <a:t>MS Word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857232"/>
            <a:ext cx="7972425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Шрифт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92" name="Picture 8" descr="Группа Шрифт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928670"/>
            <a:ext cx="2857497" cy="1507434"/>
          </a:xfrm>
          <a:prstGeom prst="rect">
            <a:avLst/>
          </a:prstGeom>
          <a:noFill/>
        </p:spPr>
      </p:pic>
      <p:sp>
        <p:nvSpPr>
          <p:cNvPr id="19" name="Прямоугольник 18"/>
          <p:cNvSpPr/>
          <p:nvPr/>
        </p:nvSpPr>
        <p:spPr>
          <a:xfrm>
            <a:off x="0" y="2428868"/>
            <a:ext cx="91440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Данная группа объединяет в себе все функции по работе с оформлением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1. Шрифт – выбор начертания текста из большого списка предустановленных шрифтов.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2. Размер шрифта – размер текста на странице.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3. Увеличение размера шрифта – при нажатии на данную кнопку каждый раз происходит увеличение размера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4. Уменьшение размера шрифта – при нажатии на данную кнопку каждый раз происходит уменьшение размера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5. Регистр – позволяет привести регистр букв в тесте к одному виду. Это может быть оформление как в предложениях – Первая буква после точки с заглавная, все строчные, ВСЕ ПРОПИСНЫЕ, Каждое Слово Начинается С Прописных и инвертирование регистра 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зАГЛАВНЫЕ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 СТАНУТ СТРОЧНЫМИ, А СТРОЧНЫЕ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зАГЛАВНЫМИ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6. Удалить форматирование – убирается все форматирование текста. Остается лишь текст со стандартным оформлением.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7. Полужирный – выделение фрагмента текста полужирным начертанием.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8. Курсив – выделение фрагмента текста </a:t>
            </a:r>
            <a:r>
              <a:rPr lang="ru-RU" sz="1300" i="1" dirty="0">
                <a:latin typeface="Times New Roman" pitchFamily="18" charset="0"/>
                <a:cs typeface="Times New Roman" pitchFamily="18" charset="0"/>
              </a:rPr>
              <a:t>курсивным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 начертанием.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9. Подчеркнутый – подчеркивание выделенного фрагмента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10. Зачеркнутый – зачеркивание выделенного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11. Подстрочный текст – написание текста под основным текстом: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r>
              <a:rPr lang="ru-RU" sz="1400" baseline="300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12. Надстрочный текст – написание текста над основным текстом: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r>
              <a:rPr lang="ru-RU" sz="1400" baseline="-250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13. Текстовые эффекты и оформление – здесь вы сможете оформить текст: добавить к нему цвет, тень, отражение, подсветку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14. Цвет выделения текста – это своеобразный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текстовыделитель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 – меняется цвет фона. Вы сможете выделить текст любым цветом.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15. Цвет текста – здесь задается цвет текста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Шрифт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928670"/>
            <a:ext cx="572452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4429124" y="2285992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214810" y="2071678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389" name="Picture 5" descr="Вкладка Шрифт 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2542" y="2786058"/>
            <a:ext cx="3173970" cy="3286148"/>
          </a:xfrm>
          <a:prstGeom prst="rect">
            <a:avLst/>
          </a:prstGeom>
          <a:noFill/>
        </p:spPr>
      </p:pic>
      <p:cxnSp>
        <p:nvCxnSpPr>
          <p:cNvPr id="10" name="Прямая со стрелкой 9"/>
          <p:cNvCxnSpPr>
            <a:endCxn id="16389" idx="0"/>
          </p:cNvCxnSpPr>
          <p:nvPr/>
        </p:nvCxnSpPr>
        <p:spPr>
          <a:xfrm rot="10800000" flipV="1">
            <a:off x="4699528" y="2571746"/>
            <a:ext cx="801171" cy="2143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6072206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 этой вкладке содержатся дополнительные параметры для видоизменения текста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Абзац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4" name="Picture 2" descr="Группа Абзац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857232"/>
            <a:ext cx="2390772" cy="1421540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2235869"/>
            <a:ext cx="9144000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Здесь располагаются все функции, которые предполагают работу со списками, выравниванием текста и отступами.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1. Маркированный список 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список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, значения которого разделяются знаками: точкой, кружком, галкой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2. Нумерованный список 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список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, значения которого автоматически нумеруются. Нумерованный список может быть арабскими, римскими цифрами, буквами латинского алфавита.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3. Многоуровневый список – такой список подразумевает наличие подуровней на каждом уровне списка. То есть у номер 1, могут быть подуровни 1.1, 1.2, 1.1.1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4. Уменьшить отступ – позволяет уменьшить отступ от края листа.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5. Увеличить отступ – позволяет увеличить отступ от края листа.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6. Сортировка – упорядочивает список по алфавиту или по числовым значениям. Чаще всего используется для упорядочивания списка в таблицах.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7. Отобразить все знаки – кнопка, которая отображает все скрытые знаки форматирования. Особенно полезна при выполнении сложного форматирования.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8. Выравнивание по левому краю – выравнивает текст по левому краю, правый край при этом получается «рваным».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9. Выравнивание по центру – текст располагается посередине листа, с правой и с левой стороны отступ от края листа одинаковый.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10. Выравнивание по правому краю – текст выравнивается по правому краю, при этом левый край текста будет неровным.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11. Выравнивание по ширине – как правая, так и левая сторона текста будет ровная. Текст автоматически распределяется по листу.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12. Интервал – позволяет увеличить отступ между строками текста. По умолчанию устанавливается интервал, равный 1,15. Для оформления рефератов и различных работ обычно используется полуторный или двойной интервал.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13. Заливка – с помощью данной кнопки вы сможете поменять цвет фона у выделенного текста или ячейки таблицы.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14. Границы – данная кнопка предназначена для работы с границами таблиц. Позволяет добавлять или убирать видимые границы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 введенному тексту.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Узорная заливка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298132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0475" y="1071546"/>
            <a:ext cx="53435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-1" y="5500702"/>
            <a:ext cx="9144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Кроме выделения границами текста и закрашивания цветом можно также залить его каким либо узором</a:t>
            </a:r>
            <a:endParaRPr lang="ru-RU" sz="2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4076705" cy="4226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-1" y="5500702"/>
            <a:ext cx="9144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Все параметры форматирования можно применять к отдельным словам или фразам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 щелчку правой кнопкой мыши</a:t>
            </a:r>
            <a:endParaRPr lang="ru-RU" sz="2200" b="1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3714744" y="2143116"/>
            <a:ext cx="178595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1785926"/>
            <a:ext cx="3643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Быстрое сочетание клавиш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Ctrl+C</a:t>
            </a:r>
            <a:endParaRPr lang="ru-RU" sz="2200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500694" y="3000372"/>
            <a:ext cx="3643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Быстрое сочетание клавиш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endParaRPr lang="ru-RU" sz="2200" b="1" dirty="0"/>
          </a:p>
        </p:txBody>
      </p:sp>
      <p:cxnSp>
        <p:nvCxnSpPr>
          <p:cNvPr id="16" name="Прямая со стрелкой 15"/>
          <p:cNvCxnSpPr>
            <a:stCxn id="15" idx="1"/>
          </p:cNvCxnSpPr>
          <p:nvPr/>
        </p:nvCxnSpPr>
        <p:spPr>
          <a:xfrm rot="10800000">
            <a:off x="3571868" y="2714621"/>
            <a:ext cx="1928826" cy="6704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0800000" flipV="1">
            <a:off x="3500430" y="1571612"/>
            <a:ext cx="2357454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5500694" y="500042"/>
            <a:ext cx="364330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Удалить текст из текущей позиции + операция «Скопировать»</a:t>
            </a:r>
            <a:endParaRPr lang="ru-RU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000108"/>
            <a:ext cx="367665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Меню Вставка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2143116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«Рисунок»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позволяет вставить существующий рисунок, сохранённый на компьютере или съёмном носителе. При нажатии на кнопку «Рисунок» откроется окно выбора файла,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после выбора рисунок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будет вставлен в документ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коллекции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«Клип»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хранится подборка картинок текстового редактора.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«Фигуры»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используется для добавления графических примитивов. Необходимо выбранный примитив методом протягивания разместить на странице. Для сохранения правильных пропорций фигур при рисовании нужно удерживать клавишу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При выделенной фигуре на ленте появляется дополнительная вкладка Формат инструмента Средства рисования.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Объекты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используются для быстрого создания различных красочных схем.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«Диаграмма»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 визуально передавать данные и указывать на соотношения в таблице, которые можно не заметить.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Сноски</a:t>
            </a:r>
            <a:endParaRPr lang="ru-R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981681"/>
            <a:ext cx="6653189" cy="3876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92867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Чтобы вставить сноску в документе MS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выполните следующие действия: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Установите курсор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то место текста, где необходимо вставить сноску. 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Перейдите на вкладку «Ссылки»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верхнем меню. 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Нажмите на кнопку «Вставить сноску»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 </a:t>
            </a:r>
          </a:p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автоматически создаст нумерованную сноску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внизу страницы и переместит курсор в область её редактирования. Здесь можно ввести необходимый текст, который будет привязан к основному содержанию документа через специальный знак сноски.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WordArt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коллекция текстовых стилей, которые можно добавлять в документы для создания декоративных эффектов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таких как тени или отражённый текст. 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можно, например, растянуть заголовок, наклонить текст, вписать текст в фигуру или применить градиентную заливку.</a:t>
            </a:r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3161131"/>
            <a:ext cx="4929158" cy="36968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246</Words>
  <Application>Microsoft Office PowerPoint</Application>
  <PresentationFormat>Экран (4:3)</PresentationFormat>
  <Paragraphs>82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Работа с текстом</vt:lpstr>
      <vt:lpstr>Microsoft Word</vt:lpstr>
      <vt:lpstr>Microsoft Word</vt:lpstr>
      <vt:lpstr>Рабочее поле MS Word</vt:lpstr>
      <vt:lpstr>Вкладка Шрифт</vt:lpstr>
      <vt:lpstr>Вкладка Шрифт</vt:lpstr>
      <vt:lpstr>Вкладка Абзац</vt:lpstr>
      <vt:lpstr>Узорная заливка</vt:lpstr>
      <vt:lpstr>Слайд 9</vt:lpstr>
      <vt:lpstr>Меню Вставка</vt:lpstr>
      <vt:lpstr>Сноски</vt:lpstr>
      <vt:lpstr>WordArt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текстом</dc:title>
  <dc:creator>user</dc:creator>
  <cp:lastModifiedBy>user</cp:lastModifiedBy>
  <cp:revision>11</cp:revision>
  <dcterms:created xsi:type="dcterms:W3CDTF">2025-02-07T10:21:27Z</dcterms:created>
  <dcterms:modified xsi:type="dcterms:W3CDTF">2025-09-19T18:12:36Z</dcterms:modified>
</cp:coreProperties>
</file>
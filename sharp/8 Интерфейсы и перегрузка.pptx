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71" r:id="rId4"/>
    <p:sldId id="268" r:id="rId5"/>
    <p:sldId id="269" r:id="rId6"/>
    <p:sldId id="270" r:id="rId7"/>
    <p:sldId id="266" r:id="rId8"/>
    <p:sldId id="267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8046" autoAdjust="0"/>
    <p:restoredTop sz="92386" autoAdjust="0"/>
  </p:normalViewPr>
  <p:slideViewPr>
    <p:cSldViewPr>
      <p:cViewPr varScale="1">
        <p:scale>
          <a:sx n="114" d="100"/>
          <a:sy n="114" d="100"/>
        </p:scale>
        <p:origin x="-187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assing-arrays-as-arguments-in-c-sharp/?ysclid=m2gamn3onq165133707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etanit.com/sharp/tutorial/3.37.php?ysclid=m541r3afa762416542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Интерфейсы и перегрузка </a:t>
            </a:r>
            <a:r>
              <a:rPr lang="ru-RU" b="1" dirty="0" smtClean="0"/>
              <a:t>базовых операторов и типов данных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56323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r>
              <a:rPr lang="ru-RU" sz="2400" b="1" i="1" dirty="0" smtClean="0">
                <a:latin typeface="Cambria" pitchFamily="18" charset="0"/>
              </a:rPr>
              <a:t>Перегрузка методов, операторов и конструкторов в C#</a:t>
            </a:r>
          </a:p>
          <a:p>
            <a:r>
              <a:rPr lang="en-US" sz="2400" b="1" dirty="0" smtClean="0">
                <a:latin typeface="Cambria" pitchFamily="18" charset="0"/>
                <a:hlinkClick r:id="rId3"/>
              </a:rPr>
              <a:t>https://skillbox.ru/media/code/oop_chast_4_polimorfizm_peregruzka_metodov/?ysclid=m2glk0jdxl582727442</a:t>
            </a:r>
          </a:p>
          <a:p>
            <a:endParaRPr lang="en-US" sz="2400" b="1" dirty="0" smtClean="0">
              <a:latin typeface="Cambria" pitchFamily="18" charset="0"/>
              <a:hlinkClick r:id="rId3"/>
            </a:endParaRPr>
          </a:p>
          <a:p>
            <a:r>
              <a:rPr lang="ru-RU" sz="2400" i="1" dirty="0" smtClean="0">
                <a:latin typeface="Cambria" pitchFamily="18" charset="0"/>
              </a:rPr>
              <a:t>Перегрузка операций преобразования типов</a:t>
            </a:r>
          </a:p>
          <a:p>
            <a:r>
              <a:rPr lang="en-US" sz="2400" dirty="0" smtClean="0">
                <a:latin typeface="Cambria" pitchFamily="18" charset="0"/>
                <a:hlinkClick r:id="rId4"/>
              </a:rPr>
              <a:t>https://metanit.com/sharp/tutorial/3.37.php?ysclid=m541r3afa7624165424</a:t>
            </a:r>
            <a:endParaRPr lang="en-US" sz="2400" dirty="0" smtClean="0">
              <a:latin typeface="Cambria" pitchFamily="18" charset="0"/>
            </a:endParaRPr>
          </a:p>
          <a:p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0" y="3429000"/>
            <a:ext cx="5143504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00084"/>
            <a:ext cx="329565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485774"/>
            <a:ext cx="3009899" cy="2673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>
            <a:stCxn id="1026" idx="3"/>
            <a:endCxn id="1027" idx="1"/>
          </p:cNvCxnSpPr>
          <p:nvPr/>
        </p:nvCxnSpPr>
        <p:spPr>
          <a:xfrm>
            <a:off x="3724246" y="1814509"/>
            <a:ext cx="1347820" cy="79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43108" y="3000372"/>
            <a:ext cx="457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Взаимодействие класса и интерфейса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3357562"/>
            <a:ext cx="514350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i="1" dirty="0" smtClean="0">
                <a:latin typeface="Times New Roman" pitchFamily="18" charset="0"/>
                <a:cs typeface="Times New Roman" pitchFamily="18" charset="0"/>
              </a:rPr>
              <a:t>Примечание: Зачем нужен интерфейс?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Вы, конечно, можете описать нужный метод в каждом классе наследнике. Но вот представьте себе ситуацию: есть массив/массивы экземпляров классов-наследников, (каждый экземпляр –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object).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Как в таком случае вызвать свой метод?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 имея единый массив с элементами типа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nterface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можно вызвать на нем любой метод объявленный в этом интерфейсе. 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Этого эффекта, конечно, можно было добиться используя абстрактный класс или унаследовать их все от одного конкретного класса, но т.к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# нет множественного наследования,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Microsoft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 захотела так ограничивать разработчиков и ввела интерфейсы.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3571876"/>
            <a:ext cx="3929058" cy="309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68501"/>
            <a:ext cx="5529308" cy="6289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82734" y="3357562"/>
            <a:ext cx="4161266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Соединительная линия уступом 9"/>
          <p:cNvCxnSpPr>
            <a:endCxn id="1027" idx="0"/>
          </p:cNvCxnSpPr>
          <p:nvPr/>
        </p:nvCxnSpPr>
        <p:spPr>
          <a:xfrm rot="16200000" flipH="1">
            <a:off x="5531931" y="1826126"/>
            <a:ext cx="1571636" cy="1491235"/>
          </a:xfrm>
          <a:prstGeom prst="bentConnector3">
            <a:avLst>
              <a:gd name="adj1" fmla="val -793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571480"/>
            <a:ext cx="757629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06" y="2500306"/>
            <a:ext cx="8945280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3786190"/>
            <a:ext cx="9143968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модификаторов 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идет ключевое слово 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explicit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(если преобразование явное, то есть нужна операция приведения типов) или 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implicit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(если преобразование неявное). Затем идет ключевое слово 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 далее возвращаемый тип, в который надо преобразовать объект. В скобках в качестве параметра передается объект, который надо преобразовать.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642918"/>
            <a:ext cx="6743387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4143380"/>
            <a:ext cx="68199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3*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3333750" cy="4581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1928802"/>
            <a:ext cx="5286380" cy="3095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3*: </a:t>
            </a:r>
            <a:r>
              <a:rPr lang="ru-RU" b="1" dirty="0" smtClean="0"/>
              <a:t>матрицы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928670"/>
            <a:ext cx="4523763" cy="471490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43475" y="2643182"/>
            <a:ext cx="42005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>
            <a:stCxn id="8" idx="0"/>
          </p:cNvCxnSpPr>
          <p:nvPr/>
        </p:nvCxnSpPr>
        <p:spPr>
          <a:xfrm rot="16200000" flipV="1">
            <a:off x="4714868" y="2786066"/>
            <a:ext cx="357190" cy="435770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5500694" y="5143512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Переопределение сложения матриц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165</Words>
  <Application>Microsoft Office PowerPoint</Application>
  <PresentationFormat>Экран (4:3)</PresentationFormat>
  <Paragraphs>25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Интерфейсы и перегрузка базовых операторов и типов данных</vt:lpstr>
      <vt:lpstr>Дополнительные материалы</vt:lpstr>
      <vt:lpstr>Задание 1 </vt:lpstr>
      <vt:lpstr>Задание 2 </vt:lpstr>
      <vt:lpstr>Задание 2 </vt:lpstr>
      <vt:lpstr>Задание 2 </vt:lpstr>
      <vt:lpstr>Задание 3*</vt:lpstr>
      <vt:lpstr>Задание 3*: матрицы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Перегрузка</dc:title>
  <dc:creator>user</dc:creator>
  <cp:lastModifiedBy>user</cp:lastModifiedBy>
  <cp:revision>102</cp:revision>
  <dcterms:created xsi:type="dcterms:W3CDTF">2024-02-01T09:49:19Z</dcterms:created>
  <dcterms:modified xsi:type="dcterms:W3CDTF">2026-04-14T18:32:08Z</dcterms:modified>
</cp:coreProperties>
</file>
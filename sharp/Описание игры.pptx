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86" r:id="rId2"/>
    <p:sldId id="289" r:id="rId3"/>
    <p:sldId id="292" r:id="rId4"/>
    <p:sldId id="287" r:id="rId5"/>
    <p:sldId id="288" r:id="rId6"/>
    <p:sldId id="290" r:id="rId7"/>
    <p:sldId id="291" r:id="rId8"/>
    <p:sldId id="295" r:id="rId9"/>
    <p:sldId id="293" r:id="rId10"/>
    <p:sldId id="294" r:id="rId11"/>
    <p:sldId id="296" r:id="rId12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DE0F2"/>
    <a:srgbClr val="DDE3F2"/>
  </p:clrMru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5620"/>
    <p:restoredTop sz="92386" autoAdjust="0"/>
  </p:normalViewPr>
  <p:slideViewPr>
    <p:cSldViewPr>
      <p:cViewPr>
        <p:scale>
          <a:sx n="75" d="100"/>
          <a:sy n="75" d="100"/>
        </p:scale>
        <p:origin x="-2580" y="-9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2B9B73-3143-4350-BBED-DEE082F6FAFE}" type="datetimeFigureOut">
              <a:rPr lang="ru-RU" smtClean="0"/>
              <a:pPr/>
              <a:t>28.04.2026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DC9B77-AA25-4C4C-9D5F-EEB1395BF952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28.04.2026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28.04.2026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28.04.2026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28.04.2026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28.04.2026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28.04.2026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28.04.2026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28.04.2026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28.04.2026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28.04.2026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7147C-2AAC-473E-AD87-1A0FFEE67DAA}" type="datetimeFigureOut">
              <a:rPr lang="ru-RU" smtClean="0"/>
              <a:pPr/>
              <a:t>28.04.2026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F7147C-2AAC-473E-AD87-1A0FFEE67DAA}" type="datetimeFigureOut">
              <a:rPr lang="ru-RU" smtClean="0"/>
              <a:pPr/>
              <a:t>28.04.2026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A7951B-177F-4FB1-B83B-CDA154B005A9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0" y="0"/>
            <a:ext cx="9144000" cy="65556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sz="21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Описание игры</a:t>
            </a:r>
            <a:endParaRPr kumimoji="0" lang="ru-RU" sz="2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cs typeface="Times New Roman" pitchFamily="18" charset="0"/>
            </a:endParaRP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sz="2100" dirty="0" smtClean="0">
                <a:latin typeface="Times New Roman" pitchFamily="18" charset="0"/>
                <a:cs typeface="Times New Roman" pitchFamily="18" charset="0"/>
              </a:rPr>
              <a:t>Игра представляла собой компьютерное приложение в жанре «Приключение» – в роли программиста Вы отправляетесь в путешествие по острову, чтобы найти определенные предметы. В ходе прохождения Вы встретитесь с разными персонажами, решите ряд образовательных задач (в том числе, на программирование) и сможете приобрести во </a:t>
            </a:r>
            <a:r>
              <a:rPr lang="ru-RU" sz="2100" dirty="0" err="1" smtClean="0">
                <a:latin typeface="Times New Roman" pitchFamily="18" charset="0"/>
                <a:cs typeface="Times New Roman" pitchFamily="18" charset="0"/>
              </a:rPr>
              <a:t>внутриигровом</a:t>
            </a:r>
            <a:r>
              <a:rPr lang="ru-RU" sz="2100" dirty="0" smtClean="0">
                <a:latin typeface="Times New Roman" pitchFamily="18" charset="0"/>
                <a:cs typeface="Times New Roman" pitchFamily="18" charset="0"/>
              </a:rPr>
              <a:t> магазине дополнительные предметы и учебные материалы по языку </a:t>
            </a:r>
            <a:r>
              <a:rPr lang="en-US" sz="2100" dirty="0" smtClean="0">
                <a:latin typeface="Times New Roman" pitchFamily="18" charset="0"/>
                <a:cs typeface="Times New Roman" pitchFamily="18" charset="0"/>
              </a:rPr>
              <a:t>C</a:t>
            </a:r>
            <a:r>
              <a:rPr lang="ru-RU" sz="2100" dirty="0" smtClean="0">
                <a:latin typeface="Times New Roman" pitchFamily="18" charset="0"/>
                <a:cs typeface="Times New Roman" pitchFamily="18" charset="0"/>
              </a:rPr>
              <a:t>#. Также встроенная в программу авторская система тестирования кода проверит Вашу способность создавать простейшие консольные программы с помощью знаний базовых алгоритмических конструкций.</a:t>
            </a:r>
          </a:p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100" dirty="0" smtClean="0">
              <a:latin typeface="Times New Roman" pitchFamily="18" charset="0"/>
              <a:cs typeface="Times New Roman" pitchFamily="18" charset="0"/>
            </a:endParaRP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sz="21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Управление</a:t>
            </a:r>
            <a:endParaRPr kumimoji="0" lang="ru-RU" sz="2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cs typeface="Times New Roman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Перемещение по локации осуществляется с помощью клавиш </a:t>
            </a:r>
            <a:r>
              <a:rPr kumimoji="0" lang="en-US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WASD</a:t>
            </a:r>
            <a:r>
              <a:rPr kumimoji="0" lang="ru-RU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, вращение камеры с помощью мыши;</a:t>
            </a:r>
            <a:endParaRPr kumimoji="0" lang="ru-RU" sz="2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cs typeface="Times New Roman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Двери открываются на букву «</a:t>
            </a:r>
            <a:r>
              <a:rPr kumimoji="0" lang="ru-RU" sz="21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Е</a:t>
            </a:r>
            <a:r>
              <a:rPr kumimoji="0" lang="ru-RU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»;</a:t>
            </a:r>
            <a:endParaRPr kumimoji="0" lang="ru-RU" sz="2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cs typeface="Times New Roman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У Вас есть инвентарь</a:t>
            </a:r>
            <a:r>
              <a:rPr kumimoji="0" lang="en-US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 (</a:t>
            </a:r>
            <a:r>
              <a:rPr kumimoji="0" lang="en-US" sz="21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I</a:t>
            </a:r>
            <a:r>
              <a:rPr kumimoji="0" lang="en-US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)</a:t>
            </a:r>
            <a:r>
              <a:rPr kumimoji="0" lang="ru-RU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, с</a:t>
            </a:r>
            <a:r>
              <a:rPr kumimoji="0" lang="ru-RU" sz="21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 предметами в котором можно взаимодействовать по нажатию </a:t>
            </a:r>
            <a:r>
              <a:rPr kumimoji="0" lang="ru-RU" sz="2100" b="1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левой кнопки мыши</a:t>
            </a:r>
            <a:r>
              <a:rPr kumimoji="0" lang="ru-RU" sz="21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 </a:t>
            </a:r>
            <a:r>
              <a:rPr kumimoji="0" lang="ru-RU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и список заданий (</a:t>
            </a:r>
            <a:r>
              <a:rPr kumimoji="0" lang="en-US" sz="21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Q</a:t>
            </a:r>
            <a:r>
              <a:rPr kumimoji="0" lang="ru-RU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)</a:t>
            </a:r>
            <a:r>
              <a:rPr lang="en-US" sz="2100" dirty="0" smtClean="0">
                <a:latin typeface="Times New Roman" pitchFamily="18" charset="0"/>
                <a:ea typeface="Calibri" pitchFamily="34" charset="0"/>
                <a:cs typeface="Times New Roman" pitchFamily="18" charset="0"/>
              </a:rPr>
              <a:t>. </a:t>
            </a:r>
            <a:r>
              <a:rPr lang="ru-RU" sz="2100" dirty="0" smtClean="0">
                <a:latin typeface="Times New Roman" pitchFamily="18" charset="0"/>
                <a:ea typeface="Calibri" pitchFamily="34" charset="0"/>
                <a:cs typeface="Times New Roman" pitchFamily="18" charset="0"/>
              </a:rPr>
              <a:t>Закрыть их – </a:t>
            </a:r>
            <a:r>
              <a:rPr lang="ru-RU" sz="2100" b="1" dirty="0" smtClean="0">
                <a:latin typeface="Times New Roman" pitchFamily="18" charset="0"/>
                <a:ea typeface="Calibri" pitchFamily="34" charset="0"/>
                <a:cs typeface="Times New Roman" pitchFamily="18" charset="0"/>
              </a:rPr>
              <a:t>Пробел</a:t>
            </a:r>
            <a:r>
              <a:rPr kumimoji="0" lang="ru-RU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;</a:t>
            </a:r>
            <a:endParaRPr kumimoji="0" lang="ru-RU" sz="2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cs typeface="Times New Roman" pitchFamily="18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В домах выбрать нужный вариант можно с помощью левой кнопки мыши</a:t>
            </a:r>
            <a:r>
              <a:rPr kumimoji="0" lang="en-US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 (</a:t>
            </a:r>
            <a:r>
              <a:rPr kumimoji="0" lang="ru-RU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вариант ответа подсветится желтым</a:t>
            </a:r>
            <a:r>
              <a:rPr kumimoji="0" lang="en-US" sz="2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)</a:t>
            </a:r>
            <a:r>
              <a:rPr lang="en-US" sz="2100" dirty="0" smtClean="0">
                <a:latin typeface="Times New Roman" pitchFamily="18" charset="0"/>
                <a:ea typeface="Calibri" pitchFamily="34" charset="0"/>
                <a:cs typeface="Times New Roman" pitchFamily="18" charset="0"/>
              </a:rPr>
              <a:t>.</a:t>
            </a:r>
            <a:endParaRPr kumimoji="0" lang="ru-RU" sz="21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214338"/>
            <a:ext cx="8229600" cy="1143000"/>
          </a:xfrm>
        </p:spPr>
        <p:txBody>
          <a:bodyPr/>
          <a:lstStyle/>
          <a:p>
            <a:r>
              <a:rPr lang="ru-RU" dirty="0" smtClean="0"/>
              <a:t>Карта игры</a:t>
            </a:r>
            <a:endParaRPr lang="ru-RU" dirty="0"/>
          </a:p>
        </p:txBody>
      </p:sp>
      <p:sp>
        <p:nvSpPr>
          <p:cNvPr id="4" name="TextBox 3"/>
          <p:cNvSpPr txBox="1"/>
          <p:nvPr/>
        </p:nvSpPr>
        <p:spPr>
          <a:xfrm>
            <a:off x="4572000" y="2214554"/>
            <a:ext cx="4572000" cy="203132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1 – Главное здание (основное задание)</a:t>
            </a: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2 – Задание по поиску ошибок в коде</a:t>
            </a: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3 – Тестирование в </a:t>
            </a:r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UNITY-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приложении</a:t>
            </a: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4 – задача на восстановление кода класса</a:t>
            </a: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5 – задача с одномерным массивом</a:t>
            </a: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6 – магазин</a:t>
            </a:r>
            <a:endParaRPr lang="en-US" b="1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7 – 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решение задач в консоли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928670"/>
            <a:ext cx="4457712" cy="5572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214338"/>
            <a:ext cx="8229600" cy="1143000"/>
          </a:xfrm>
        </p:spPr>
        <p:txBody>
          <a:bodyPr/>
          <a:lstStyle/>
          <a:p>
            <a:r>
              <a:rPr lang="ru-RU" dirty="0" smtClean="0"/>
              <a:t>Условие победы</a:t>
            </a:r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0" y="714356"/>
            <a:ext cx="9144000" cy="707886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Вам необходимо выполнить основное задание, выданное в доме №1. Для этого придется взаимодействовать с жителями острова и выполнять их задания. 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0" y="6027003"/>
            <a:ext cx="9144000" cy="830997"/>
          </a:xfrm>
          <a:prstGeom prst="rect">
            <a:avLst/>
          </a:prstGeom>
          <a:solidFill>
            <a:srgbClr val="DDE0F2"/>
          </a:solidFill>
        </p:spPr>
        <p:txBody>
          <a:bodyPr wrap="square">
            <a:spAutoFit/>
          </a:bodyPr>
          <a:lstStyle/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После полного выполнения основного задания на экране появится статистика прохождения игры.</a:t>
            </a:r>
            <a:endParaRPr lang="ru-RU" sz="2400" b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071538" y="1500174"/>
            <a:ext cx="6643734" cy="44438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1714488"/>
            <a:ext cx="7740343" cy="45790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214338"/>
            <a:ext cx="8229600" cy="1143000"/>
          </a:xfrm>
        </p:spPr>
        <p:txBody>
          <a:bodyPr/>
          <a:lstStyle/>
          <a:p>
            <a:r>
              <a:rPr lang="ru-RU" dirty="0" smtClean="0"/>
              <a:t>Диалоговая система</a:t>
            </a:r>
            <a:endParaRPr lang="ru-RU" dirty="0"/>
          </a:p>
        </p:txBody>
      </p:sp>
      <p:cxnSp>
        <p:nvCxnSpPr>
          <p:cNvPr id="8" name="Прямая со стрелкой 7"/>
          <p:cNvCxnSpPr/>
          <p:nvPr/>
        </p:nvCxnSpPr>
        <p:spPr>
          <a:xfrm rot="5400000">
            <a:off x="6572264" y="2143116"/>
            <a:ext cx="1714512" cy="1285884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 стрелкой 8"/>
          <p:cNvCxnSpPr/>
          <p:nvPr/>
        </p:nvCxnSpPr>
        <p:spPr>
          <a:xfrm rot="5400000">
            <a:off x="6572264" y="2643182"/>
            <a:ext cx="2214578" cy="785818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/>
          <p:nvPr/>
        </p:nvCxnSpPr>
        <p:spPr>
          <a:xfrm rot="5400000">
            <a:off x="5857884" y="2571744"/>
            <a:ext cx="2857520" cy="1571636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86710" y="1000108"/>
            <a:ext cx="1000100" cy="923330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Левая кнопка мыши</a:t>
            </a:r>
            <a:endParaRPr lang="ru-RU" b="1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>
          <a:xfrm>
            <a:off x="5643570" y="3571876"/>
            <a:ext cx="3500430" cy="3046988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Иногда будут появляться дополнительные окна с заданиями. В таком случае необходимо выполнить его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(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ввести или выбрать ответ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), 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а затем нажать на кнопку 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закончить</a:t>
            </a:r>
            <a:endParaRPr lang="ru-RU" sz="24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214338"/>
            <a:ext cx="8229600" cy="1143000"/>
          </a:xfrm>
        </p:spPr>
        <p:txBody>
          <a:bodyPr/>
          <a:lstStyle/>
          <a:p>
            <a:r>
              <a:rPr lang="ru-RU" dirty="0" smtClean="0"/>
              <a:t>Взаимодействие с миром</a:t>
            </a:r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0" y="1428736"/>
            <a:ext cx="5286380" cy="120032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Чтобы зайти в дом, 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необходимо подойти к двери, встать напротив нее и нажать 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клавишу «Е»</a:t>
            </a:r>
            <a:endParaRPr lang="ru-RU" sz="2400" b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4714884"/>
            <a:ext cx="4705350" cy="7334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14" name="Прямая со стрелкой 13"/>
          <p:cNvCxnSpPr>
            <a:stCxn id="13" idx="1"/>
            <a:endCxn id="3076" idx="3"/>
          </p:cNvCxnSpPr>
          <p:nvPr/>
        </p:nvCxnSpPr>
        <p:spPr>
          <a:xfrm rot="10800000">
            <a:off x="4705350" y="5081598"/>
            <a:ext cx="938220" cy="13772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>
          <a:xfrm>
            <a:off x="4143372" y="3611123"/>
            <a:ext cx="5000628" cy="224676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Все купленные или полученные в ходе заданий предметы будут находиться в рюкзаке главного героя. Чтобы открыть рюкзак, нужно нажать клавишу «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I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»</a:t>
            </a:r>
            <a:endParaRPr lang="en-US" sz="20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2000" i="1" dirty="0" smtClean="0">
                <a:latin typeface="Times New Roman" pitchFamily="18" charset="0"/>
                <a:cs typeface="Times New Roman" pitchFamily="18" charset="0"/>
              </a:rPr>
              <a:t>Примечание: описание каждого полученного предмета можно прочитать, если нажать по нему левой кнопкой мыши.</a:t>
            </a:r>
            <a:endParaRPr lang="ru-RU" sz="2000" i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214338"/>
            <a:ext cx="8229600" cy="1143000"/>
          </a:xfrm>
        </p:spPr>
        <p:txBody>
          <a:bodyPr/>
          <a:lstStyle/>
          <a:p>
            <a:r>
              <a:rPr lang="ru-RU" dirty="0" smtClean="0"/>
              <a:t>Взаимодействие с миром</a:t>
            </a:r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0" y="857232"/>
            <a:ext cx="3500430" cy="224676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У главного героя есть листок, на котором отмечаются все задания. Как только какое-то задание выполняется, оно исчезает из списка. Чтобы открыть список, нужно нажать на клавишу «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Q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»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14" name="Прямая со стрелкой 13"/>
          <p:cNvCxnSpPr>
            <a:stCxn id="10" idx="3"/>
          </p:cNvCxnSpPr>
          <p:nvPr/>
        </p:nvCxnSpPr>
        <p:spPr>
          <a:xfrm>
            <a:off x="3500430" y="1980617"/>
            <a:ext cx="1071570" cy="19623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572000" y="642918"/>
            <a:ext cx="3209919" cy="26432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124" name="Picture 4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0" y="3357562"/>
            <a:ext cx="2574493" cy="27146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12" name="Прямая со стрелкой 11"/>
          <p:cNvCxnSpPr>
            <a:stCxn id="13" idx="1"/>
            <a:endCxn id="5124" idx="3"/>
          </p:cNvCxnSpPr>
          <p:nvPr/>
        </p:nvCxnSpPr>
        <p:spPr>
          <a:xfrm rot="10800000">
            <a:off x="2574494" y="4714884"/>
            <a:ext cx="1568879" cy="19624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Прямоугольник 18"/>
          <p:cNvSpPr/>
          <p:nvPr/>
        </p:nvSpPr>
        <p:spPr>
          <a:xfrm>
            <a:off x="1714480" y="6027027"/>
            <a:ext cx="5429256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400" b="1" i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Чтобы убрать список или закрыть рюкзак, нажмите Пробел</a:t>
            </a:r>
            <a:endParaRPr lang="ru-RU" sz="2400" b="1" i="1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>
          <a:xfrm>
            <a:off x="5572132" y="3214686"/>
            <a:ext cx="3571868" cy="3416320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Магазин – место на карте, где Вы сможете потратить монеты за решенные в консоли задачи. Все купленные предметы будут отображаться в инвентаре. 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Не забудьте почитать их описание. </a:t>
            </a:r>
            <a:endParaRPr lang="ru-RU" sz="24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214338"/>
            <a:ext cx="8229600" cy="1143000"/>
          </a:xfrm>
        </p:spPr>
        <p:txBody>
          <a:bodyPr/>
          <a:lstStyle/>
          <a:p>
            <a:r>
              <a:rPr lang="ru-RU" dirty="0" smtClean="0"/>
              <a:t>Взаимодействие с миром</a:t>
            </a:r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0" y="785794"/>
            <a:ext cx="9144000" cy="1569660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Если нажать на некоторые предметы в инвентаре, могут открыться дополнительные ресурсы (например, дополнительные теоретические материалы). </a:t>
            </a:r>
            <a:r>
              <a:rPr lang="ru-RU" sz="2400" smtClean="0">
                <a:latin typeface="Times New Roman" pitchFamily="18" charset="0"/>
                <a:cs typeface="Times New Roman" pitchFamily="18" charset="0"/>
              </a:rPr>
              <a:t>Также 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в описании некоторых предметов могут быть ссылки на дополнительные материалы.</a:t>
            </a:r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3762768"/>
            <a:ext cx="4893383" cy="23094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8" name="Прямая со стрелкой 7"/>
          <p:cNvCxnSpPr>
            <a:stCxn id="13" idx="1"/>
            <a:endCxn id="6146" idx="3"/>
          </p:cNvCxnSpPr>
          <p:nvPr/>
        </p:nvCxnSpPr>
        <p:spPr>
          <a:xfrm rot="10800000">
            <a:off x="4893384" y="4917488"/>
            <a:ext cx="678749" cy="5359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757256"/>
            <a:ext cx="4152900" cy="5314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6" name="Прямая со стрелкой 5"/>
          <p:cNvCxnSpPr/>
          <p:nvPr/>
        </p:nvCxnSpPr>
        <p:spPr>
          <a:xfrm rot="10800000">
            <a:off x="2571736" y="1357298"/>
            <a:ext cx="3214710" cy="428628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786446" y="1357298"/>
            <a:ext cx="314324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Необходимо передать путь до файла с расширением 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.exe,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в котором содержится решение задачи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786314" y="5226784"/>
            <a:ext cx="4357686" cy="16312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Проще всего 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exe-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файлы загружать в папку с самой игрой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тогда в драйвер можно передать только название файла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например:</a:t>
            </a:r>
          </a:p>
          <a:p>
            <a:pPr algn="just"/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solution.exe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Заголовок 1"/>
          <p:cNvSpPr>
            <a:spLocks noGrp="1"/>
          </p:cNvSpPr>
          <p:nvPr>
            <p:ph type="title"/>
          </p:nvPr>
        </p:nvSpPr>
        <p:spPr>
          <a:xfrm>
            <a:off x="457200" y="-214338"/>
            <a:ext cx="8229600" cy="1143000"/>
          </a:xfrm>
        </p:spPr>
        <p:txBody>
          <a:bodyPr/>
          <a:lstStyle/>
          <a:p>
            <a:r>
              <a:rPr lang="ru-RU" dirty="0" smtClean="0"/>
              <a:t>Консольные задачи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785794"/>
            <a:ext cx="4152900" cy="5314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6" name="Прямая со стрелкой 5"/>
          <p:cNvCxnSpPr/>
          <p:nvPr/>
        </p:nvCxnSpPr>
        <p:spPr>
          <a:xfrm rot="10800000" flipV="1">
            <a:off x="4000496" y="1928802"/>
            <a:ext cx="1785950" cy="571504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Прямоугольник 7"/>
          <p:cNvSpPr/>
          <p:nvPr/>
        </p:nvSpPr>
        <p:spPr>
          <a:xfrm>
            <a:off x="0" y="1857364"/>
            <a:ext cx="4000496" cy="13573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/>
          <p:cNvSpPr txBox="1"/>
          <p:nvPr/>
        </p:nvSpPr>
        <p:spPr>
          <a:xfrm>
            <a:off x="5786446" y="1500174"/>
            <a:ext cx="314324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Условие задачи, которую необходимо решить с помощью языка 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C#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11" name="Прямая со стрелкой 10"/>
          <p:cNvCxnSpPr/>
          <p:nvPr/>
        </p:nvCxnSpPr>
        <p:spPr>
          <a:xfrm rot="10800000">
            <a:off x="2571736" y="3000372"/>
            <a:ext cx="1857388" cy="71438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429124" y="3071810"/>
            <a:ext cx="471487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После условия записано, каким образом должны передаваться параметры на вход и какой ответ должна возвращать программа</a:t>
            </a:r>
          </a:p>
          <a:p>
            <a:pPr algn="just"/>
            <a:endParaRPr lang="ru-RU" sz="20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2000" i="1" dirty="0" smtClean="0">
                <a:latin typeface="Times New Roman" pitchFamily="18" charset="0"/>
                <a:cs typeface="Times New Roman" pitchFamily="18" charset="0"/>
              </a:rPr>
              <a:t>Например, в этом случае данные могут передаваться так:</a:t>
            </a:r>
            <a:endParaRPr lang="ru-RU" sz="2000" i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2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214842" y="5314969"/>
            <a:ext cx="4857752" cy="4000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Заголовок 1"/>
          <p:cNvSpPr>
            <a:spLocks noGrp="1"/>
          </p:cNvSpPr>
          <p:nvPr>
            <p:ph type="title"/>
          </p:nvPr>
        </p:nvSpPr>
        <p:spPr>
          <a:xfrm>
            <a:off x="457200" y="-214338"/>
            <a:ext cx="8229600" cy="1143000"/>
          </a:xfrm>
        </p:spPr>
        <p:txBody>
          <a:bodyPr/>
          <a:lstStyle/>
          <a:p>
            <a:r>
              <a:rPr lang="ru-RU" dirty="0" smtClean="0"/>
              <a:t>Консольные задачи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991100" y="0"/>
            <a:ext cx="4152900" cy="5314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0" y="0"/>
            <a:ext cx="4152900" cy="5314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11" name="Прямая со стрелкой 10"/>
          <p:cNvCxnSpPr/>
          <p:nvPr/>
        </p:nvCxnSpPr>
        <p:spPr>
          <a:xfrm rot="5400000" flipH="1" flipV="1">
            <a:off x="4107653" y="4464851"/>
            <a:ext cx="1500198" cy="857256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/>
          <p:nvPr/>
        </p:nvCxnSpPr>
        <p:spPr>
          <a:xfrm rot="10800000">
            <a:off x="2428860" y="4143380"/>
            <a:ext cx="2000264" cy="1500198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000496" y="5572140"/>
            <a:ext cx="3143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Результат проверки тестов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  <p:cxnSp>
        <p:nvCxnSpPr>
          <p:cNvPr id="21" name="Прямая со стрелкой 20"/>
          <p:cNvCxnSpPr/>
          <p:nvPr/>
        </p:nvCxnSpPr>
        <p:spPr>
          <a:xfrm rot="16200000" flipV="1">
            <a:off x="1785918" y="5286388"/>
            <a:ext cx="571504" cy="142876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2910" y="5643578"/>
            <a:ext cx="31432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Если возникли ошибки, можно перерешать задачу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/>
          <p:cNvSpPr>
            <a:spLocks noChangeArrowheads="1"/>
          </p:cNvSpPr>
          <p:nvPr/>
        </p:nvSpPr>
        <p:spPr bwMode="auto">
          <a:xfrm>
            <a:off x="0" y="6027003"/>
            <a:ext cx="9144000" cy="830997"/>
          </a:xfrm>
          <a:prstGeom prst="rect">
            <a:avLst/>
          </a:prstGeom>
          <a:solidFill>
            <a:srgbClr val="FFFF00"/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just" fontAlgn="base">
              <a:spcBef>
                <a:spcPct val="0"/>
              </a:spcBef>
              <a:spcAft>
                <a:spcPct val="0"/>
              </a:spcAft>
            </a:pPr>
            <a:r>
              <a:rPr kumimoji="0" lang="ru-RU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После прохождения</a:t>
            </a:r>
            <a:r>
              <a:rPr kumimoji="0" 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 </a:t>
            </a:r>
            <a:r>
              <a:rPr kumimoji="0" lang="ru-RU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Calibri" pitchFamily="34" charset="0"/>
                <a:cs typeface="Times New Roman" pitchFamily="18" charset="0"/>
              </a:rPr>
              <a:t>игры пройдите также, пожалуйста, опрос по ссылке: </a:t>
            </a:r>
            <a:r>
              <a:rPr lang="en-US" sz="2400" b="1" dirty="0" smtClean="0">
                <a:latin typeface="Times New Roman" pitchFamily="18" charset="0"/>
                <a:ea typeface="Calibri" pitchFamily="34" charset="0"/>
                <a:cs typeface="Times New Roman" pitchFamily="18" charset="0"/>
              </a:rPr>
              <a:t>https://forms.gle/kqqAHNFHCafzWAPAA</a:t>
            </a:r>
            <a:endParaRPr kumimoji="0" lang="ru-RU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857356" y="357166"/>
            <a:ext cx="5257800" cy="5257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888</TotalTime>
  <Words>552</Words>
  <Application>Microsoft Office PowerPoint</Application>
  <PresentationFormat>Экран (4:3)</PresentationFormat>
  <Paragraphs>44</Paragraphs>
  <Slides>11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2" baseType="lpstr">
      <vt:lpstr>Тема Office</vt:lpstr>
      <vt:lpstr>Слайд 1</vt:lpstr>
      <vt:lpstr>Карта игры</vt:lpstr>
      <vt:lpstr>Условие победы</vt:lpstr>
      <vt:lpstr>Диалоговая система</vt:lpstr>
      <vt:lpstr>Взаимодействие с миром</vt:lpstr>
      <vt:lpstr>Взаимодействие с миром</vt:lpstr>
      <vt:lpstr>Взаимодействие с миром</vt:lpstr>
      <vt:lpstr>Консольные задачи</vt:lpstr>
      <vt:lpstr>Консольные задачи</vt:lpstr>
      <vt:lpstr>Слайд 10</vt:lpstr>
      <vt:lpstr>Слайд 11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Описание игры</dc:title>
  <dc:creator>user</dc:creator>
  <cp:lastModifiedBy>user</cp:lastModifiedBy>
  <cp:revision>113</cp:revision>
  <dcterms:created xsi:type="dcterms:W3CDTF">2024-02-01T09:49:19Z</dcterms:created>
  <dcterms:modified xsi:type="dcterms:W3CDTF">2026-04-28T18:54:19Z</dcterms:modified>
</cp:coreProperties>
</file>
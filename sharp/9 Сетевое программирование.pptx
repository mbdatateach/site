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83" r:id="rId4"/>
    <p:sldId id="284" r:id="rId5"/>
    <p:sldId id="285" r:id="rId6"/>
    <p:sldId id="289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5795" autoAdjust="0"/>
  </p:normalViewPr>
  <p:slideViewPr>
    <p:cSldViewPr>
      <p:cViewPr>
        <p:scale>
          <a:sx n="75" d="100"/>
          <a:sy n="75" d="100"/>
        </p:scale>
        <p:origin x="-2664" y="-9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21.04.2025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jvu.online/file/G214Bk35fWuMT?ysclid=m45opnsgj3793532433" TargetMode="External"/><Relationship Id="rId2" Type="http://schemas.openxmlformats.org/officeDocument/2006/relationships/hyperlink" Target="http://www.cbr.ru/DailyInfoWebServ/DailyInfo.asmx?WSD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webdevtutor.net/blog/c-sharp-wsdl-soap-client-example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hyperlink" Target="http://www.cbr.ru/DailyInfoWebServ/DailyInfo.asmx?WSDL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Сетевое программирование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024954"/>
            <a:ext cx="9144000" cy="427809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2800" b="1" i="1" dirty="0" smtClean="0">
                <a:latin typeface="Cambria" pitchFamily="18" charset="0"/>
              </a:rPr>
              <a:t>Сервис для подключения</a:t>
            </a:r>
            <a:endParaRPr lang="en-US" sz="2800" b="1" i="1" dirty="0" smtClean="0">
              <a:latin typeface="Cambria" pitchFamily="18" charset="0"/>
            </a:endParaRPr>
          </a:p>
          <a:p>
            <a:pPr algn="ctr"/>
            <a:r>
              <a:rPr lang="en-US" sz="2800" b="1" dirty="0" smtClean="0">
                <a:hlinkClick r:id="rId2"/>
              </a:rPr>
              <a:t>http://www.cbr.ru/DailyInfoWebServ/DailyInfo.asmx?WSDL</a:t>
            </a:r>
            <a:endParaRPr lang="ru-RU" sz="2800" b="1" dirty="0" smtClean="0"/>
          </a:p>
          <a:p>
            <a:endParaRPr lang="en-US" sz="2400" i="1" dirty="0" smtClean="0">
              <a:latin typeface="Cambria" pitchFamily="18" charset="0"/>
            </a:endParaRPr>
          </a:p>
          <a:p>
            <a:r>
              <a:rPr lang="ru-RU" sz="2400" i="1" dirty="0" smtClean="0">
                <a:latin typeface="Cambria" pitchFamily="18" charset="0"/>
              </a:rPr>
              <a:t>Пример 133. Получение </a:t>
            </a:r>
            <a:r>
              <a:rPr lang="ru-RU" sz="2400" i="1" dirty="0" err="1" smtClean="0">
                <a:latin typeface="Cambria" pitchFamily="18" charset="0"/>
              </a:rPr>
              <a:t>веб-приложением</a:t>
            </a:r>
            <a:r>
              <a:rPr lang="ru-RU" sz="2400" i="1" dirty="0" smtClean="0">
                <a:latin typeface="Cambria" pitchFamily="18" charset="0"/>
              </a:rPr>
              <a:t> данных от </a:t>
            </a:r>
            <a:r>
              <a:rPr lang="ru-RU" sz="2400" i="1" dirty="0" err="1" smtClean="0">
                <a:latin typeface="Cambria" pitchFamily="18" charset="0"/>
              </a:rPr>
              <a:t>веб-службы</a:t>
            </a:r>
            <a:r>
              <a:rPr lang="ru-RU" sz="2400" i="1" dirty="0" smtClean="0">
                <a:latin typeface="Cambria" pitchFamily="18" charset="0"/>
              </a:rPr>
              <a:t> Центрального банка РФ (стр. 424)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3"/>
              </a:rPr>
              <a:t>https://djvu.online/file/G214Bk35fWuMT?ysclid=m45opnsgj3793532433</a:t>
            </a:r>
            <a:endParaRPr lang="ru-RU" sz="2400" dirty="0" smtClean="0">
              <a:latin typeface="Cambria" pitchFamily="18" charset="0"/>
            </a:endParaRPr>
          </a:p>
          <a:p>
            <a:pPr fontAlgn="base"/>
            <a:endParaRPr lang="en-US" sz="2400" dirty="0" smtClean="0">
              <a:latin typeface="Cambria" pitchFamily="18" charset="0"/>
            </a:endParaRPr>
          </a:p>
          <a:p>
            <a:pPr fontAlgn="base"/>
            <a:r>
              <a:rPr lang="en-US" sz="2400" i="1" dirty="0" smtClean="0">
                <a:latin typeface="Cambria" pitchFamily="18" charset="0"/>
              </a:rPr>
              <a:t>How to Create a SOAP Client in C# Using WSDL</a:t>
            </a:r>
          </a:p>
          <a:p>
            <a:pPr fontAlgn="base"/>
            <a:r>
              <a:rPr lang="en-US" sz="2400" dirty="0" smtClean="0">
                <a:latin typeface="Cambria" pitchFamily="18" charset="0"/>
                <a:hlinkClick r:id="rId4"/>
              </a:rPr>
              <a:t>https://www.webdevtutor.net/blog/c-sharp-wsdl-soap-client-example</a:t>
            </a:r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Теоретический материал</a:t>
            </a:r>
            <a:endParaRPr lang="ru-RU" dirty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1000108"/>
            <a:ext cx="9144000" cy="5847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SOAP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Simple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Object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Access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Protocol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kumimoji="0" lang="ru-RU" sz="2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– это два протокол обмена данными между клиентом и сервером. Он может использоваться для создания </a:t>
            </a:r>
            <a:r>
              <a:rPr kumimoji="0" lang="ru-RU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веб-сервисов</a:t>
            </a: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SOAP использует более сложную структуру сообщений, чем XML-RPC. В SOAP сообщениях есть несколько частей, таких как заголовок, тело и фактические данные.</a:t>
            </a: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WSDL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Description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и ASMX (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Asp.Net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) – это два разных способа описания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веб-сервисов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Они используются для создания интерфейсов к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веб-сервисам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и обеспечения взаимодействия между клиентом и сервером.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Основное отличие между WSDL и ASMX заключается в том, что WSDL является стандартным языком описания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веб-сервисов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который поддерживается множеством платформ и языков программирования. ASMX же является специфическим для платформы .NET и используется для создания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веб-сервисов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на основе ASP.NET.</a:t>
            </a:r>
          </a:p>
          <a:p>
            <a:pPr marL="0" marR="0" lvl="0" indent="45085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Подключение к </a:t>
            </a:r>
            <a:r>
              <a:rPr lang="ru-RU" b="1" dirty="0" err="1" smtClean="0"/>
              <a:t>веб-сервису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44" y="3143248"/>
            <a:ext cx="5057775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000108"/>
            <a:ext cx="40957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hape 7"/>
          <p:cNvCxnSpPr>
            <a:stCxn id="1029" idx="2"/>
            <a:endCxn id="1028" idx="1"/>
          </p:cNvCxnSpPr>
          <p:nvPr/>
        </p:nvCxnSpPr>
        <p:spPr>
          <a:xfrm rot="16200000" flipH="1">
            <a:off x="2453847" y="3418268"/>
            <a:ext cx="1212082" cy="1309711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1571612"/>
            <a:ext cx="4101527" cy="10715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5090686" y="2643182"/>
            <a:ext cx="3553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Создание объекта класса сервиса</a:t>
            </a:r>
            <a:endParaRPr lang="ru-RU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i="1" dirty="0" smtClean="0">
                <a:latin typeface="Cambria" pitchFamily="18" charset="0"/>
              </a:rPr>
              <a:t>Сервис для подключения</a:t>
            </a:r>
            <a:endParaRPr lang="en-US" b="1" i="1" dirty="0" smtClean="0">
              <a:latin typeface="Cambria" pitchFamily="18" charset="0"/>
            </a:endParaRPr>
          </a:p>
          <a:p>
            <a:pPr algn="ctr"/>
            <a:r>
              <a:rPr lang="en-US" b="1" dirty="0" smtClean="0">
                <a:hlinkClick r:id="rId5"/>
              </a:rPr>
              <a:t>http://www.cbr.ru/DailyInfoWebServ/DailyInfo.asmx?WSDL</a:t>
            </a:r>
            <a:endParaRPr lang="ru-RU" b="1" dirty="0" smtClean="0"/>
          </a:p>
        </p:txBody>
      </p:sp>
      <p:cxnSp>
        <p:nvCxnSpPr>
          <p:cNvPr id="12" name="Прямая со стрелкой 11"/>
          <p:cNvCxnSpPr/>
          <p:nvPr/>
        </p:nvCxnSpPr>
        <p:spPr>
          <a:xfrm rot="5400000">
            <a:off x="5929322" y="1357298"/>
            <a:ext cx="642942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95825" y="928670"/>
            <a:ext cx="4448175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5000636"/>
            <a:ext cx="314324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Обращаться к функционалу сервиса можно через его объект. </a:t>
            </a:r>
            <a:endParaRPr lang="en-US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b="1" dirty="0" err="1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service.GetLatestDateSeld</a:t>
            </a:r>
            <a:r>
              <a:rPr lang="en-US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()</a:t>
            </a:r>
            <a:endParaRPr lang="en-US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78" y="4714884"/>
            <a:ext cx="5505438" cy="1552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000500"/>
            <a:ext cx="285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2051" idx="1"/>
            <a:endCxn id="2052" idx="3"/>
          </p:cNvCxnSpPr>
          <p:nvPr/>
        </p:nvCxnSpPr>
        <p:spPr>
          <a:xfrm rot="10800000">
            <a:off x="2857500" y="5429250"/>
            <a:ext cx="357178" cy="61922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071802" y="6286520"/>
            <a:ext cx="5840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Добавление строки о первой валюте в таблицу  (пункт 2)</a:t>
            </a:r>
            <a:endParaRPr lang="ru-RU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500042"/>
            <a:ext cx="6485752" cy="3333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500042"/>
            <a:ext cx="7534275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5357826"/>
            <a:ext cx="9144000" cy="164307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637930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85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Более подробную информацию по визуализации данных можно получить в файле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chart.pdf</a:t>
            </a:r>
            <a:endParaRPr lang="ru-RU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1541" y="3467113"/>
            <a:ext cx="797242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Прямоугольник 14"/>
          <p:cNvSpPr/>
          <p:nvPr/>
        </p:nvSpPr>
        <p:spPr>
          <a:xfrm>
            <a:off x="3929058" y="4929198"/>
            <a:ext cx="1568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Работа с </a:t>
            </a:r>
            <a:r>
              <a:rPr lang="en-US" b="1" dirty="0" smtClean="0"/>
              <a:t>chart</a:t>
            </a:r>
            <a:endParaRPr lang="ru-RU" b="1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1714480" y="2857496"/>
            <a:ext cx="5417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Получение динамики цен за определенный период</a:t>
            </a:r>
            <a:endParaRPr lang="ru-RU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235</Words>
  <Application>Microsoft Office PowerPoint</Application>
  <PresentationFormat>Экран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Сетевое программирование </vt:lpstr>
      <vt:lpstr>Дополнительные материалы</vt:lpstr>
      <vt:lpstr>Теоретический материал</vt:lpstr>
      <vt:lpstr>Подключение к веб-сервису</vt:lpstr>
      <vt:lpstr>Задание 1 </vt:lpstr>
      <vt:lpstr>Задание 1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Сетевое программирование</dc:title>
  <dc:creator>user</dc:creator>
  <cp:lastModifiedBy>user</cp:lastModifiedBy>
  <cp:revision>95</cp:revision>
  <dcterms:created xsi:type="dcterms:W3CDTF">2024-02-01T09:49:19Z</dcterms:created>
  <dcterms:modified xsi:type="dcterms:W3CDTF">2025-04-21T15:41:18Z</dcterms:modified>
</cp:coreProperties>
</file>
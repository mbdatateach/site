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7" r:id="rId10"/>
    <p:sldId id="262" r:id="rId11"/>
    <p:sldId id="265" r:id="rId12"/>
    <p:sldId id="263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2386" autoAdjust="0"/>
  </p:normalViewPr>
  <p:slideViewPr>
    <p:cSldViewPr>
      <p:cViewPr varScale="1">
        <p:scale>
          <a:sx n="118" d="100"/>
          <a:sy n="11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Знакомство со средой разработки </a:t>
            </a:r>
            <a:r>
              <a:rPr lang="ru-RU" b="1" dirty="0" err="1" smtClean="0"/>
              <a:t>SharpDevelop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1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2928934"/>
            <a:ext cx="9144000" cy="1928826"/>
          </a:xfrm>
          <a:prstGeom prst="rect">
            <a:avLst/>
          </a:prstGeom>
          <a:solidFill>
            <a:srgbClr val="DDE3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072074"/>
            <a:ext cx="9144000" cy="17859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Среда разработки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2214546" y="1071546"/>
            <a:ext cx="692945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SharpDevelop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свободная среда разработки для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C#, Visual Basic .NET, Boo, IronPython, IronRuby, F#, C++.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Обычно используется как альтернатива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 Studio .NET.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 descr="Логотип программы SharpDevelo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1857375" cy="2124075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0" y="5072896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Возможности и особенности</a:t>
            </a:r>
            <a:r>
              <a:rPr lang="en-US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Подсветка синтаксиса для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C#, IronPython, HTML, ASP, ASP.NET, VBScript, VB.NET, XML, XAML.</a:t>
            </a: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Визуальный редактор для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WPF 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 форм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Windows Forms (COM-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компоненты не поддерживаются).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2857496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.NET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Framework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программная платформа, разработанная компанией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Она предоставляет среду выполнения для приложений на языках программирования C#,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.NET и других языках, совместимых с платформой .NET.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Платформа предоставляет разработчикам мощные инструменты и библиотеки для создания разнообразных приложений, включая настольные программы,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веб-сайты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мобильные приложения и службы в облаке.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Начало работы</a:t>
            </a:r>
            <a:endParaRPr lang="ru-RU" b="1" dirty="0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2" y="1571612"/>
            <a:ext cx="6476992" cy="399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/>
          <p:nvPr/>
        </p:nvCxnSpPr>
        <p:spPr>
          <a:xfrm rot="16200000" flipH="1">
            <a:off x="535785" y="1393017"/>
            <a:ext cx="2143140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rot="10800000">
            <a:off x="0" y="100010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142876" y="21429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928934"/>
            <a:ext cx="4786314" cy="367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Прямая со стрелкой 31"/>
          <p:cNvCxnSpPr>
            <a:endCxn id="33" idx="0"/>
          </p:cNvCxnSpPr>
          <p:nvPr/>
        </p:nvCxnSpPr>
        <p:spPr>
          <a:xfrm rot="5400000">
            <a:off x="6733002" y="2160976"/>
            <a:ext cx="1928824" cy="46434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2"/>
          <p:cNvSpPr/>
          <p:nvPr/>
        </p:nvSpPr>
        <p:spPr>
          <a:xfrm>
            <a:off x="6072198" y="3357562"/>
            <a:ext cx="2786082" cy="13573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rot="10800000">
            <a:off x="7929586" y="1428736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8072462" y="64291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4714876" y="5429264"/>
            <a:ext cx="400052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/>
          <p:cNvCxnSpPr>
            <a:endCxn id="40" idx="1"/>
          </p:cNvCxnSpPr>
          <p:nvPr/>
        </p:nvCxnSpPr>
        <p:spPr>
          <a:xfrm flipV="1">
            <a:off x="2500298" y="5643578"/>
            <a:ext cx="221457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 rot="10800000">
            <a:off x="2143108" y="6215082"/>
            <a:ext cx="35719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2071670" y="542926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571472" y="415333"/>
            <a:ext cx="3214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Создать новый проект можно непосредственно в Главном меню</a:t>
            </a:r>
            <a:endParaRPr lang="ru-RU" sz="1600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5500694" y="422956"/>
            <a:ext cx="27146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дисциплины нам понадобятся «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Консольное 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и «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Windows-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1600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0" y="5637930"/>
            <a:ext cx="21431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задать только имя и расположение (лучше создать новую папку)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8042019" cy="4676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5575" y="3600450"/>
            <a:ext cx="64484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endCxn id="11266" idx="0"/>
          </p:cNvCxnSpPr>
          <p:nvPr/>
        </p:nvCxnSpPr>
        <p:spPr>
          <a:xfrm>
            <a:off x="2214546" y="857232"/>
            <a:ext cx="3705242" cy="27432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Скругленный прямоугольник 22"/>
          <p:cNvSpPr/>
          <p:nvPr/>
        </p:nvSpPr>
        <p:spPr>
          <a:xfrm>
            <a:off x="1928794" y="642918"/>
            <a:ext cx="285752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1571604" y="2285992"/>
            <a:ext cx="2500330" cy="11430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>
            <a:endCxn id="24" idx="3"/>
          </p:cNvCxnSpPr>
          <p:nvPr/>
        </p:nvCxnSpPr>
        <p:spPr>
          <a:xfrm rot="10800000" flipV="1">
            <a:off x="4071934" y="2071678"/>
            <a:ext cx="3571900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rot="10800000">
            <a:off x="7643834" y="207167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7286644" y="1714488"/>
            <a:ext cx="18573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Область ввода кода</a:t>
            </a:r>
            <a:endParaRPr lang="ru-RU" sz="16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1071538" y="214290"/>
            <a:ext cx="18573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Запуск программы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57208" y="0"/>
            <a:ext cx="9201208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r>
              <a:rPr lang="ru-RU" b="1" dirty="0" smtClean="0"/>
              <a:t>Типы данных</a:t>
            </a:r>
            <a:r>
              <a:rPr lang="en-US" b="1" dirty="0" smtClean="0"/>
              <a:t>, </a:t>
            </a:r>
            <a:r>
              <a:rPr lang="ru-RU" b="1" dirty="0" smtClean="0"/>
              <a:t>Консольный ввод/вывод</a:t>
            </a:r>
            <a:endParaRPr lang="ru-RU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16277"/>
            <a:ext cx="4491051" cy="5741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54763" y="1223957"/>
            <a:ext cx="4389237" cy="56340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r>
              <a:rPr lang="en-US" b="1" dirty="0" smtClean="0"/>
              <a:t> (a)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Примерный результат вычисления</a:t>
            </a:r>
            <a:endParaRPr lang="ru-RU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643314"/>
            <a:ext cx="5234014" cy="1800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714488"/>
            <a:ext cx="7778475" cy="4619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32772" idx="2"/>
            <a:endCxn id="32771" idx="0"/>
          </p:cNvCxnSpPr>
          <p:nvPr/>
        </p:nvCxnSpPr>
        <p:spPr>
          <a:xfrm rot="16200000" flipH="1">
            <a:off x="3376915" y="2903056"/>
            <a:ext cx="1466862" cy="1365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r>
              <a:rPr lang="en-US" b="1" dirty="0" smtClean="0"/>
              <a:t> (</a:t>
            </a:r>
            <a:r>
              <a:rPr lang="ru-RU" b="1" dirty="0" smtClean="0"/>
              <a:t>б</a:t>
            </a:r>
            <a:r>
              <a:rPr lang="en-US" b="1" dirty="0" smtClean="0"/>
              <a:t>)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Примерный результат вычисления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1009" y="1557322"/>
            <a:ext cx="7701050" cy="514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2071678"/>
            <a:ext cx="9144000" cy="1938992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Здесь мы видим, что строка в 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Console.WriteLine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содержит некие числа в фигурных скобках: {0}, {1}, {2}. Это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плейсхолдеры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вместо которых при выводе строки на консоль будут подставляться некоторые значения. Подставляемые значения указываются после строки через запятую.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786446" y="1571612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928670"/>
            <a:ext cx="33575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Смена вкладок для переключения между работой с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WinForms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кодом</a:t>
            </a:r>
            <a:endParaRPr lang="ru-RU" sz="1600" dirty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58926"/>
            <a:ext cx="4097253" cy="60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857356" y="6357958"/>
            <a:ext cx="1285884" cy="5000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5400000">
            <a:off x="1946662" y="2768192"/>
            <a:ext cx="5036365" cy="26432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357158" y="1428736"/>
            <a:ext cx="1428760" cy="10001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733925"/>
            <a:ext cx="18383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1" name="Прямая со стрелкой 20"/>
          <p:cNvCxnSpPr>
            <a:endCxn id="18" idx="3"/>
          </p:cNvCxnSpPr>
          <p:nvPr/>
        </p:nvCxnSpPr>
        <p:spPr>
          <a:xfrm rot="10800000">
            <a:off x="1785918" y="1928802"/>
            <a:ext cx="4572032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6429388" y="2571744"/>
            <a:ext cx="19288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файлы проекта</a:t>
            </a:r>
            <a:endParaRPr lang="ru-RU" sz="1600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rot="10800000">
            <a:off x="6429388" y="292893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857884" y="1281585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857884" y="642918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Форма для создания графического интерфейса</a:t>
            </a:r>
            <a:endParaRPr lang="ru-RU" sz="1600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642918"/>
            <a:ext cx="3513437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500166" y="857232"/>
            <a:ext cx="2286016" cy="22145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10800000" flipV="1">
            <a:off x="3786182" y="1285859"/>
            <a:ext cx="2071702" cy="67866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71438" y="642918"/>
            <a:ext cx="1357290" cy="5715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428728" y="2071677"/>
            <a:ext cx="4143404" cy="30718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5500694" y="1500174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Возможные для размещения на форме элементы</a:t>
            </a:r>
            <a:endParaRPr lang="ru-RU" sz="1600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rot="10800000">
            <a:off x="5572132" y="2071678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364065"/>
            <a:ext cx="1507312" cy="4493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>
            <a:endCxn id="35842" idx="1"/>
          </p:cNvCxnSpPr>
          <p:nvPr/>
        </p:nvCxnSpPr>
        <p:spPr>
          <a:xfrm rot="16200000" flipH="1">
            <a:off x="5409744" y="3662826"/>
            <a:ext cx="967719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rot="10800000">
            <a:off x="4286248" y="3643314"/>
            <a:ext cx="1152532" cy="13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4357686" y="3643314"/>
            <a:ext cx="15716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Свойства добавляемых элементов (правая панель) –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клавиша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F4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714356"/>
            <a:ext cx="9144000" cy="70788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Можете создать два отдельных обработчика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двойной щелчок по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кнопке на редакторе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кнопок и прописать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в них условия изменения 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Label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292417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0025" y="1500174"/>
            <a:ext cx="3556160" cy="5000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Скругленный прямоугольник 8"/>
          <p:cNvSpPr/>
          <p:nvPr/>
        </p:nvSpPr>
        <p:spPr>
          <a:xfrm>
            <a:off x="857224" y="2428868"/>
            <a:ext cx="2071702" cy="17859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>
            <a:endCxn id="9" idx="0"/>
          </p:cNvCxnSpPr>
          <p:nvPr/>
        </p:nvCxnSpPr>
        <p:spPr>
          <a:xfrm rot="16200000" flipH="1">
            <a:off x="1267994" y="1803787"/>
            <a:ext cx="642940" cy="60722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rot="10800000">
            <a:off x="1285852" y="1785926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1714480" y="1428736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Двойной щелчок</a:t>
            </a:r>
            <a:endParaRPr lang="ru-RU" sz="1600" dirty="0"/>
          </a:p>
        </p:txBody>
      </p:sp>
      <p:cxnSp>
        <p:nvCxnSpPr>
          <p:cNvPr id="14" name="Прямая со стрелкой 13"/>
          <p:cNvCxnSpPr>
            <a:stCxn id="9" idx="3"/>
            <a:endCxn id="15" idx="1"/>
          </p:cNvCxnSpPr>
          <p:nvPr/>
        </p:nvCxnSpPr>
        <p:spPr>
          <a:xfrm>
            <a:off x="2928926" y="3321843"/>
            <a:ext cx="2571768" cy="235745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14"/>
          <p:cNvSpPr/>
          <p:nvPr/>
        </p:nvSpPr>
        <p:spPr>
          <a:xfrm>
            <a:off x="5500694" y="5357826"/>
            <a:ext cx="3000396" cy="642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785794"/>
            <a:ext cx="9144000" cy="70788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А можете создать общий обработчик для двух кнопок и назначить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его при загрузке формы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643050"/>
            <a:ext cx="518160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4462377"/>
            <a:ext cx="2457446" cy="2395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5857852" y="1643050"/>
            <a:ext cx="328614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событие, которое срабатывает перед первым отображением формы.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добавляется в код двойным щелчком по форме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stCxn id="7" idx="1"/>
          </p:cNvCxnSpPr>
          <p:nvPr/>
        </p:nvCxnSpPr>
        <p:spPr>
          <a:xfrm rot="10800000">
            <a:off x="1928794" y="1857364"/>
            <a:ext cx="3929058" cy="5243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rot="10800000" flipV="1">
            <a:off x="3286116" y="5214950"/>
            <a:ext cx="1000132" cy="42862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286248" y="5000636"/>
            <a:ext cx="3286148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Возможный внешний вид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2928934"/>
            <a:ext cx="9144000" cy="39290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 (</a:t>
            </a:r>
            <a:r>
              <a:rPr lang="ru-RU" b="1" dirty="0" smtClean="0"/>
              <a:t>Дополнительно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928670"/>
            <a:ext cx="9144000" cy="163121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Можете разместить на форме несколько кнопок и у каждой прописать обработчик, который скрывает или показывает определенные кнопки. Тогда у игры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будет одно верное решение.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Можете добавить генератор случайных чисел или прописать общий обработчик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000628" y="4868741"/>
            <a:ext cx="41433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Решение у головоломки было такое: запомнить, какие переключатели стоят вертикально в начале уровня. Нажать все по очереди на те, которые были вертикально в самом начале.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97237"/>
            <a:ext cx="4539534" cy="256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5" idx="1"/>
            <a:endCxn id="12" idx="3"/>
          </p:cNvCxnSpPr>
          <p:nvPr/>
        </p:nvCxnSpPr>
        <p:spPr>
          <a:xfrm rot="10800000" flipV="1">
            <a:off x="3571868" y="5607404"/>
            <a:ext cx="1428760" cy="1488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3000364" y="5440221"/>
            <a:ext cx="571504" cy="6319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3297105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Одним из аналогов 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этой задачи является 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головоломка на холодильнике 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из </a:t>
            </a:r>
            <a:r>
              <a:rPr lang="ru-RU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игры-квеста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«Братья Пилоты» (1997). Головоломка заключается в том, чтобы выставить все вентили-кнопки в горизонтальное положение.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286116" y="2857496"/>
            <a:ext cx="27051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Интересный факт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293</Words>
  <Application>Microsoft Office PowerPoint</Application>
  <PresentationFormat>Экран (4:3)</PresentationFormat>
  <Paragraphs>44</Paragraphs>
  <Slides>12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Знакомство со средой разработки SharpDevelop</vt:lpstr>
      <vt:lpstr>Среда разработки</vt:lpstr>
      <vt:lpstr>Начало работы</vt:lpstr>
      <vt:lpstr>Задание 1</vt:lpstr>
      <vt:lpstr>Задание 1 Типы данных, Консольный ввод/вывод</vt:lpstr>
      <vt:lpstr>Задание 1 (a) Примерный результат вычисления</vt:lpstr>
      <vt:lpstr>Задание 1 (б) Примерный результат вычисления</vt:lpstr>
      <vt:lpstr>Задание 2 </vt:lpstr>
      <vt:lpstr>Задание 2 </vt:lpstr>
      <vt:lpstr>Задание 2</vt:lpstr>
      <vt:lpstr>Задание 2</vt:lpstr>
      <vt:lpstr>Задание 3 (Дополнительно)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со средой разработки SharpDevelop</dc:title>
  <dc:creator>user</dc:creator>
  <cp:lastModifiedBy>user</cp:lastModifiedBy>
  <cp:revision>74</cp:revision>
  <dcterms:created xsi:type="dcterms:W3CDTF">2024-02-01T09:49:19Z</dcterms:created>
  <dcterms:modified xsi:type="dcterms:W3CDTF">2025-02-17T19:23:03Z</dcterms:modified>
</cp:coreProperties>
</file>
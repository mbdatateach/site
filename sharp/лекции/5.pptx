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1D741-BC4F-44B3-9C1C-5BEE5889E36C}" type="datetimeFigureOut">
              <a:rPr lang="ru-RU" smtClean="0"/>
              <a:pPr/>
              <a:t>24.03.2026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43AB-499A-4604-9612-F3160683050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1D741-BC4F-44B3-9C1C-5BEE5889E36C}" type="datetimeFigureOut">
              <a:rPr lang="ru-RU" smtClean="0"/>
              <a:pPr/>
              <a:t>24.03.2026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43AB-499A-4604-9612-F3160683050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1D741-BC4F-44B3-9C1C-5BEE5889E36C}" type="datetimeFigureOut">
              <a:rPr lang="ru-RU" smtClean="0"/>
              <a:pPr/>
              <a:t>24.03.2026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43AB-499A-4604-9612-F3160683050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1D741-BC4F-44B3-9C1C-5BEE5889E36C}" type="datetimeFigureOut">
              <a:rPr lang="ru-RU" smtClean="0"/>
              <a:pPr/>
              <a:t>24.03.2026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43AB-499A-4604-9612-F3160683050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1D741-BC4F-44B3-9C1C-5BEE5889E36C}" type="datetimeFigureOut">
              <a:rPr lang="ru-RU" smtClean="0"/>
              <a:pPr/>
              <a:t>24.03.2026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43AB-499A-4604-9612-F3160683050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1D741-BC4F-44B3-9C1C-5BEE5889E36C}" type="datetimeFigureOut">
              <a:rPr lang="ru-RU" smtClean="0"/>
              <a:pPr/>
              <a:t>24.03.2026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43AB-499A-4604-9612-F3160683050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1D741-BC4F-44B3-9C1C-5BEE5889E36C}" type="datetimeFigureOut">
              <a:rPr lang="ru-RU" smtClean="0"/>
              <a:pPr/>
              <a:t>24.03.2026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43AB-499A-4604-9612-F3160683050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1D741-BC4F-44B3-9C1C-5BEE5889E36C}" type="datetimeFigureOut">
              <a:rPr lang="ru-RU" smtClean="0"/>
              <a:pPr/>
              <a:t>24.03.2026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43AB-499A-4604-9612-F3160683050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1D741-BC4F-44B3-9C1C-5BEE5889E36C}" type="datetimeFigureOut">
              <a:rPr lang="ru-RU" smtClean="0"/>
              <a:pPr/>
              <a:t>24.03.2026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43AB-499A-4604-9612-F3160683050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1D741-BC4F-44B3-9C1C-5BEE5889E36C}" type="datetimeFigureOut">
              <a:rPr lang="ru-RU" smtClean="0"/>
              <a:pPr/>
              <a:t>24.03.2026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43AB-499A-4604-9612-F3160683050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1D741-BC4F-44B3-9C1C-5BEE5889E36C}" type="datetimeFigureOut">
              <a:rPr lang="ru-RU" smtClean="0"/>
              <a:pPr/>
              <a:t>24.03.2026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43AB-499A-4604-9612-F3160683050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91D741-BC4F-44B3-9C1C-5BEE5889E36C}" type="datetimeFigureOut">
              <a:rPr lang="ru-RU" smtClean="0"/>
              <a:pPr/>
              <a:t>24.03.2026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0943AB-499A-4604-9612-F3160683050C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to/kevinwalker/nunit-vs-xunit-vs-mstest-differences-between-them-33mm?ysclid=mn0q193ek2615718352" TargetMode="External"/><Relationship Id="rId2" Type="http://schemas.openxmlformats.org/officeDocument/2006/relationships/hyperlink" Target="https://metanit.com/sharp/tutorial/9.3.php?ysclid=mmz0sc7smi533010303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metanit.com/sharp/tutorial/21.1.php?ysclid=mn0qnn23lo303952396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</p:spPr>
        <p:txBody>
          <a:bodyPr>
            <a:normAutofit fontScale="90000"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b="1" dirty="0" smtClean="0">
                <a:latin typeface="Times New Roman"/>
                <a:ea typeface="Times New Roman"/>
                <a:cs typeface="Times New Roman"/>
              </a:rPr>
              <a:t>Интеграция C# с другими языками и </a:t>
            </a:r>
            <a:r>
              <a:rPr lang="ru-RU" b="1" dirty="0" smtClean="0">
                <a:latin typeface="Times New Roman"/>
                <a:ea typeface="Times New Roman"/>
                <a:cs typeface="Times New Roman"/>
              </a:rPr>
              <a:t>средами</a:t>
            </a:r>
            <a:r>
              <a:rPr lang="ru-RU" sz="4000" dirty="0" smtClean="0">
                <a:ea typeface="Times New Roman"/>
                <a:cs typeface="Times New Roman"/>
              </a:rPr>
              <a:t/>
            </a:r>
            <a:br>
              <a:rPr lang="ru-RU" sz="4000" dirty="0" smtClean="0">
                <a:ea typeface="Times New Roman"/>
                <a:cs typeface="Times New Roman"/>
              </a:rPr>
            </a:b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Дополнительные материалы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214422"/>
            <a:ext cx="9144000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Использование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IronPython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в .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NET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https://metanit.com/sharp/tutorial/9.3.php?ysclid=mmz0sc7smi533010303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Фреймоврки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для тестирования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https://dev.to/kevinwalker/nunit-vs-xunit-vs-mstest-differences-between-them-33mm?ysclid=mn0q193ek2615718352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C#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Службы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https://metanit.com/sharp/tutorial/21.1.php?ysclid=mn0qnn23lo303952396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sun9-66.userapi.com/s/v1/ig2/tJNH781-gNrHhVJJOMktGVPoDIMMCOx1AtqikQpdXooLn8I17j88VgC0W1GcIZ7Pft1x5B9HkrYC0vTYmclnvK-o.jpg?quality=95&amp;as=32x25,48x38,72x57,108x85,160x126,240x190,360x284,438x346&amp;from=bu&amp;cs=438x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5516416" cy="4357718"/>
          </a:xfrm>
          <a:prstGeom prst="rect">
            <a:avLst/>
          </a:prstGeom>
          <a:noFill/>
        </p:spPr>
      </p:pic>
      <p:pic>
        <p:nvPicPr>
          <p:cNvPr id="1028" name="Picture 4" descr="https://sun9-66.userapi.com/s/v1/ig2/gl1iZKlmyjGsM87l_Fw73tkC7Gz6P6eoUqapAd8vS7aLkKpCHDYKKTYNeG_nxu-r4i7-KCK3k3DgyKDRqcGQ3_Gb.jpg?quality=95&amp;as=32x14,48x22,72x33,108x49,160x72,240x108,360x163,480x217,540x244,640x289,715x323&amp;from=bu&amp;cs=715x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33625" y="3781425"/>
            <a:ext cx="6810375" cy="3076575"/>
          </a:xfrm>
          <a:prstGeom prst="rect">
            <a:avLst/>
          </a:prstGeom>
          <a:noFill/>
        </p:spPr>
      </p:pic>
      <p:sp>
        <p:nvSpPr>
          <p:cNvPr id="4" name="Прямоугольник 3"/>
          <p:cNvSpPr/>
          <p:nvPr/>
        </p:nvSpPr>
        <p:spPr>
          <a:xfrm>
            <a:off x="0" y="4786322"/>
            <a:ext cx="23574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pip install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pythonnet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Прямая со стрелкой 5"/>
          <p:cNvCxnSpPr>
            <a:stCxn id="4" idx="0"/>
          </p:cNvCxnSpPr>
          <p:nvPr/>
        </p:nvCxnSpPr>
        <p:spPr>
          <a:xfrm rot="5400000" flipH="1" flipV="1">
            <a:off x="1375161" y="3804062"/>
            <a:ext cx="785818" cy="117870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https://sun9-36.userapi.com/s/v1/ig2/uiX0L1GMSUDMpuqNjkIBCn2-jhGXk1i1F18t767YxjAB5n4N5v2wZa81Dp-9neUOfltcPipGORmRWONI3BVUy687.jpg?quality=95&amp;as=32x20,48x30,72x44,108x66,160x98,240x148,360x221,480x295,540x332,640x394,720x443,751x462&amp;from=bu&amp;cs=751x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63526" y="1"/>
            <a:ext cx="4180473" cy="2571743"/>
          </a:xfrm>
          <a:prstGeom prst="rect">
            <a:avLst/>
          </a:prstGeom>
          <a:noFill/>
        </p:spPr>
      </p:pic>
      <p:sp>
        <p:nvSpPr>
          <p:cNvPr id="8" name="Прямоугольник 7"/>
          <p:cNvSpPr/>
          <p:nvPr/>
        </p:nvSpPr>
        <p:spPr>
          <a:xfrm>
            <a:off x="2643174" y="0"/>
            <a:ext cx="23574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DLL</a:t>
            </a:r>
            <a:endParaRPr lang="ru-RU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6072198" y="2571744"/>
            <a:ext cx="23574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DLL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создается через библиотеку классов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516437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71934" y="3460763"/>
            <a:ext cx="5072066" cy="3397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3143240" y="0"/>
            <a:ext cx="23574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COM</a:t>
            </a:r>
            <a:endParaRPr lang="ru-RU" sz="32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85860"/>
            <a:ext cx="3571868" cy="360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875" y="0"/>
            <a:ext cx="55721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642910" y="0"/>
            <a:ext cx="23574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WEB</a:t>
            </a:r>
            <a:endParaRPr lang="ru-RU" sz="32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28662" y="0"/>
            <a:ext cx="62865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Вызов Питона из файла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C#</a:t>
            </a:r>
            <a:endParaRPr lang="ru-RU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9458" name="Picture 2" descr="https://sun4-21.userapi.com/s/v1/ig2/AXY4AC8Vik38Put6tyvAYLfg82VjRjBa3RHlYZanjyn51ukYwHKKPQO8ZZPlwCQ06_29MRBjXpj98Oi-3YkDLGkj.jpg?quality=95&amp;as=32x46,48x70,72x104,108x157,160x232,240x348,360x522,480x696,528x766&amp;from=bu&amp;cs=528x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714356"/>
            <a:ext cx="5029200" cy="614364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5572164" cy="5394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555" y="4260285"/>
            <a:ext cx="5786446" cy="2597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2643174" y="0"/>
            <a:ext cx="51435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Вызов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C#-</a:t>
            </a:r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файла из Питон</a:t>
            </a:r>
            <a:endParaRPr lang="ru-RU" sz="32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28670"/>
            <a:ext cx="4714876" cy="1340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1" y="2285992"/>
            <a:ext cx="4885355" cy="4572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4786314" y="571480"/>
            <a:ext cx="435768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Arrange: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создали экземпляр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Calculator,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задали входные числа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указали ожидаемый результат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expected.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Act: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вызвали метод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Add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 аргументами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сохранили результат в переменную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result.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Assert: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проверили, что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result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равен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expected (8 = 8).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071670" y="0"/>
            <a:ext cx="51435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Тестирование</a:t>
            </a:r>
            <a:endParaRPr lang="ru-RU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29190" y="3305175"/>
            <a:ext cx="3800475" cy="355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102</Words>
  <Application>Microsoft Office PowerPoint</Application>
  <PresentationFormat>Экран (4:3)</PresentationFormat>
  <Paragraphs>22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Интеграция C# с другими языками и средами </vt:lpstr>
      <vt:lpstr>Дополнительные материалы</vt:lpstr>
      <vt:lpstr>Слайд 3</vt:lpstr>
      <vt:lpstr>Слайд 4</vt:lpstr>
      <vt:lpstr>Слайд 5</vt:lpstr>
      <vt:lpstr>Слайд 6</vt:lpstr>
      <vt:lpstr>Слайд 7</vt:lpstr>
      <vt:lpstr>Слайд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14</cp:revision>
  <dcterms:created xsi:type="dcterms:W3CDTF">2026-03-20T14:55:51Z</dcterms:created>
  <dcterms:modified xsi:type="dcterms:W3CDTF">2026-03-24T14:59:21Z</dcterms:modified>
</cp:coreProperties>
</file>
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F2F08-77E9-4D5A-BDFB-DF2633486EF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2AB50-7A97-4E3F-BA31-585E9AA365E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tanit.com/sharp/aspnet6/11.1.php?ysclid=mmb0fc7mgh55599540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epik.org/lesson/1253156/step/1?unit=1267076" TargetMode="External"/><Relationship Id="rId2" Type="http://schemas.openxmlformats.org/officeDocument/2006/relationships/hyperlink" Target="https://telegrambots.github.io/book/1/quickstart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i/m--e7LQFAFgBlQ" TargetMode="External"/><Relationship Id="rId2" Type="http://schemas.openxmlformats.org/officeDocument/2006/relationships/hyperlink" Target="https://metanit.com/sharp/tutorial/3.46.php?ysclid=mmb1rpxbus531260456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etanit.com/sharp/patterns/1.1.php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Паттерны и проекты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5429256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ASP.NET расширяет платформу .NET инструментами и библиотеками, специально предназначенными для создания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веб-приложений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Вот некоторые вещи, которые ASP.NET добавляет к платформе .NET: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Базовая структура для обработки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веб-запросов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 C# или F#.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Синтаксис шаблонов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известный как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Razor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для создания динамических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 использованием C#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Библиотеки для распространенных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веб-шаблонов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например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Controller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(модель — представление — контроллер)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Система проверки подлинности, включающая библиотеки, базу данных и страницы шаблонов для обработки входов в систему, включая многофакторную проверку подлинности и внешнюю проверку подлинности с помощью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X и т. д.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Расширения редактора, обеспечивающие подсветку синтаксиса, завершение кода и другие функции, специально предназначенные для разработки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ucarecdn.stepik.net/5ef73d84-0a5d-44c3-b576-1ca640fd4dfe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8325" y="0"/>
            <a:ext cx="3495675" cy="4781551"/>
          </a:xfrm>
          <a:prstGeom prst="rect">
            <a:avLst/>
          </a:prstGeom>
          <a:noFill/>
        </p:spPr>
      </p:pic>
      <p:pic>
        <p:nvPicPr>
          <p:cNvPr id="1028" name="Picture 4" descr="https://ucarecdn.stepik.net/6a1090f1-2d06-4dee-bd54-e1af47656d08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5450" y="4591049"/>
            <a:ext cx="3638550" cy="2266951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6000768"/>
            <a:ext cx="5429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https://metanit.com/sharp/aspnet6/11.1.php?ysclid=mmb0fc7mgh555995401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https://telegrambots.github.io/book/1/quickstart.html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https://stepik.org/lesson/1253156/step/1?unit=1267076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 descr="https://ucarecdn.stepik.net/1f6f10d9-b67a-49af-8e9d-2a9a206ae0d9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95850" y="2214554"/>
            <a:ext cx="4248150" cy="240982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1285860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Ключевые шаги разработки: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Создать бота у @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BotFather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получить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токен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Создать проект на C# (.NET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Console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App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API).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Установить библиотеку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Telegram.Bot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Написать код, который обрабатывает сообщения.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Запустить программу и проверить работу бота.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Подключение к </a:t>
            </a:r>
            <a:r>
              <a:rPr lang="ru-RU" b="1" dirty="0" err="1" smtClean="0"/>
              <a:t>веб-сервису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86225" y="3000372"/>
            <a:ext cx="505777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000108"/>
            <a:ext cx="40957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hape 7"/>
          <p:cNvCxnSpPr>
            <a:stCxn id="1029" idx="2"/>
            <a:endCxn id="1028" idx="1"/>
          </p:cNvCxnSpPr>
          <p:nvPr/>
        </p:nvCxnSpPr>
        <p:spPr>
          <a:xfrm rot="16200000" flipH="1">
            <a:off x="2588397" y="3283719"/>
            <a:ext cx="1314464" cy="1681192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1571612"/>
            <a:ext cx="4101527" cy="10715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5090686" y="2643182"/>
            <a:ext cx="355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Создание объекта класса сервиса</a:t>
            </a:r>
            <a:endParaRPr lang="ru-RU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072074"/>
            <a:ext cx="4224976" cy="142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alglib</a:t>
            </a:r>
            <a:r>
              <a:rPr lang="en-US" sz="3200" dirty="0" smtClean="0"/>
              <a:t>:</a:t>
            </a:r>
            <a:r>
              <a:rPr lang="ru-RU" sz="3200" dirty="0" smtClean="0"/>
              <a:t>Подключение </a:t>
            </a:r>
            <a:r>
              <a:rPr lang="ru-RU" sz="3200" dirty="0" smtClean="0"/>
              <a:t>библиотеки к проекту</a:t>
            </a:r>
            <a:endParaRPr lang="ru-RU" sz="3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85860"/>
            <a:ext cx="427672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4" y="3214686"/>
            <a:ext cx="4323555" cy="3224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 flipV="1">
            <a:off x="3857620" y="1643050"/>
            <a:ext cx="2643206" cy="207170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6500826" y="1643050"/>
            <a:ext cx="150019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29322" y="714356"/>
            <a:ext cx="2881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Вот здесь нужно найти ссылку на файл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alglibnet2.dll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DLL</a:t>
            </a:r>
          </a:p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https://metanit.com/sharp/tutorial/3.46.php?ysclid=mmb1rpxbus531260456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импортировать DLL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https://disk.yandex.ru/i/m--e7LQFAFgBlQ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224" y="1928802"/>
            <a:ext cx="7397459" cy="492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14414" y="857232"/>
            <a:ext cx="71272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https://metanit.com/sharp/patterns/1.1.php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Паттерны проектирования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2274838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Паттерны проектирования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 (шаблоны проектирования) — это типовые решения часто встречающихся задач при создании программного обеспечения. Они не описывают готовый код — задают структуру взаимодействия объектов, классов и методов, чтобы решать задачи повторяемым и проверенным способом.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643438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928934"/>
            <a:ext cx="4643438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91075" y="28575"/>
            <a:ext cx="4352925" cy="5400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86446" y="4766541"/>
            <a:ext cx="3357554" cy="209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232</Words>
  <Application>Microsoft Office PowerPoint</Application>
  <PresentationFormat>Экран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Паттерны и проекты</vt:lpstr>
      <vt:lpstr>Слайд 2</vt:lpstr>
      <vt:lpstr>Слайд 3</vt:lpstr>
      <vt:lpstr>Подключение к веб-сервису</vt:lpstr>
      <vt:lpstr>alglib:Подключение библиотеки к проекту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13</cp:revision>
  <dcterms:created xsi:type="dcterms:W3CDTF">2026-03-03T19:32:17Z</dcterms:created>
  <dcterms:modified xsi:type="dcterms:W3CDTF">2026-03-03T21:41:18Z</dcterms:modified>
</cp:coreProperties>
</file>
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944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3.7.php" TargetMode="External"/><Relationship Id="rId2" Type="http://schemas.openxmlformats.org/officeDocument/2006/relationships/hyperlink" Target="https://proglib.io/p/samouchitel-po-c-dlya-nachinayushchih-za-30-minut-chast-2-oop-i-kollekcii-2022-03-08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utube.ru/video/c76639a566af6fdb23663f01324912d2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Windows Forms</a:t>
            </a:r>
            <a:r>
              <a:rPr lang="ru-RU" b="1" dirty="0" smtClean="0"/>
              <a:t>: работа с таймером, анимация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11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52629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endParaRPr lang="en-US" sz="2400" i="1" dirty="0" smtClean="0">
              <a:latin typeface="Cambria" pitchFamily="18" charset="0"/>
            </a:endParaRPr>
          </a:p>
          <a:p>
            <a:r>
              <a:rPr lang="ru-RU" sz="2400" i="1" dirty="0" smtClean="0">
                <a:latin typeface="Cambria" pitchFamily="18" charset="0"/>
              </a:rPr>
              <a:t>ООП и коллекции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2"/>
              </a:rPr>
              <a:t>https://proglib.io/p/samouchitel-po-c-dlya-nachinayushchih-za-30-minut-chast-2-oop-i-kollekcii-2022-03-08</a:t>
            </a:r>
            <a:endParaRPr lang="en-US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Наследование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3"/>
              </a:rPr>
              <a:t>https://</a:t>
            </a:r>
            <a:r>
              <a:rPr lang="en-US" sz="2400" dirty="0" smtClean="0">
                <a:latin typeface="Cambria" pitchFamily="18" charset="0"/>
                <a:hlinkClick r:id="rId3"/>
              </a:rPr>
              <a:t>metanit.com/sharp/tutorial/3.7.php</a:t>
            </a:r>
            <a:endParaRPr lang="ru-RU" sz="2400" dirty="0" smtClean="0">
              <a:latin typeface="Cambria" pitchFamily="18" charset="0"/>
            </a:endParaRPr>
          </a:p>
          <a:p>
            <a:pPr fontAlgn="base"/>
            <a:endParaRPr lang="ru-RU" sz="2400" dirty="0" smtClean="0">
              <a:latin typeface="Cambria" pitchFamily="18" charset="0"/>
            </a:endParaRPr>
          </a:p>
          <a:p>
            <a:pPr fontAlgn="base"/>
            <a:r>
              <a:rPr lang="ru-RU" sz="2400" dirty="0" smtClean="0">
                <a:latin typeface="Cambria" pitchFamily="18" charset="0"/>
              </a:rPr>
              <a:t>Анимация человечка на </a:t>
            </a:r>
            <a:r>
              <a:rPr lang="en-US" sz="2400" dirty="0" smtClean="0">
                <a:latin typeface="Cambria" pitchFamily="18" charset="0"/>
              </a:rPr>
              <a:t>C# (</a:t>
            </a:r>
            <a:r>
              <a:rPr lang="ru-RU" sz="2400" dirty="0" smtClean="0">
                <a:latin typeface="Cambria" pitchFamily="18" charset="0"/>
              </a:rPr>
              <a:t>задание </a:t>
            </a:r>
            <a:r>
              <a:rPr lang="en-US" sz="2400" dirty="0" smtClean="0">
                <a:latin typeface="Cambria" pitchFamily="18" charset="0"/>
              </a:rPr>
              <a:t>2)</a:t>
            </a:r>
            <a:endParaRPr lang="ru-RU" sz="2400" dirty="0" smtClean="0">
              <a:latin typeface="Cambria" pitchFamily="18" charset="0"/>
            </a:endParaRPr>
          </a:p>
          <a:p>
            <a:pPr fontAlgn="base"/>
            <a:r>
              <a:rPr lang="en-US" sz="2400" dirty="0" smtClean="0">
                <a:latin typeface="Cambria" pitchFamily="18" charset="0"/>
                <a:hlinkClick r:id="rId4"/>
              </a:rPr>
              <a:t>https://rutube.ru/video/c76639a566af6fdb23663f01324912d2</a:t>
            </a:r>
            <a:r>
              <a:rPr lang="en-US" sz="2400" dirty="0" smtClean="0">
                <a:latin typeface="Cambria" pitchFamily="18" charset="0"/>
                <a:hlinkClick r:id="rId4"/>
              </a:rPr>
              <a:t>/</a:t>
            </a:r>
            <a:endParaRPr lang="ru-RU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428736"/>
            <a:ext cx="4638675" cy="4029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643042" y="5429264"/>
            <a:ext cx="1759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Основной класс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500694" y="2285992"/>
            <a:ext cx="3643306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Дополнительная возможность:</a:t>
            </a:r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Модификация пикселей. После загрузки изображения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Bitmap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получить доступ и изменить отдельные данные пикселей с помощью методов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GetPixel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SetPixel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1"/>
          </p:cNvCxnSpPr>
          <p:nvPr/>
        </p:nvCxnSpPr>
        <p:spPr>
          <a:xfrm rot="10800000" flipV="1">
            <a:off x="4143372" y="3301655"/>
            <a:ext cx="1357322" cy="559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215074" y="857232"/>
            <a:ext cx="2928926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PictureBox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5695965" cy="510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 flipV="1">
            <a:off x="1428728" y="1214422"/>
            <a:ext cx="4786346" cy="42863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0800000" flipV="1">
            <a:off x="1500166" y="1214422"/>
            <a:ext cx="4714908" cy="200026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10800000" flipV="1">
            <a:off x="428596" y="3571876"/>
            <a:ext cx="6215106" cy="164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6000760" y="1857364"/>
            <a:ext cx="2928942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Timer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Forms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на C#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компонент для запуска действий, повторяющихся через определённый промежуток времени.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81575" y="4357694"/>
            <a:ext cx="4162425" cy="1924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stCxn id="23555" idx="1"/>
          </p:cNvCxnSpPr>
          <p:nvPr/>
        </p:nvCxnSpPr>
        <p:spPr>
          <a:xfrm rot="10800000">
            <a:off x="500035" y="5286389"/>
            <a:ext cx="4481541" cy="3333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642918"/>
            <a:ext cx="5915025" cy="39147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2430288" y="4572008"/>
            <a:ext cx="4070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Общий шаблон класса представления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1928802"/>
            <a:ext cx="91440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получения размеров одного кадра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необходимо разделить полотно на нужное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количество кадров (и по ширине, и по высоте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Код для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PlayAnim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9638" y="3124200"/>
            <a:ext cx="73247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143240" y="3714752"/>
            <a:ext cx="2225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dirty="0" smtClean="0">
                <a:latin typeface="Cambria" pitchFamily="18" charset="0"/>
              </a:rPr>
              <a:t>Настройка таймера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4786322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2400" dirty="0" smtClean="0">
                <a:latin typeface="Cambria" pitchFamily="18" charset="0"/>
              </a:rPr>
              <a:t>Для работы функции </a:t>
            </a:r>
            <a:r>
              <a:rPr lang="en-US" sz="2400" b="1" dirty="0" smtClean="0">
                <a:latin typeface="Cambria" pitchFamily="18" charset="0"/>
              </a:rPr>
              <a:t>update</a:t>
            </a:r>
            <a:r>
              <a:rPr lang="ru-RU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err="1" smtClean="0">
                <a:latin typeface="Cambria" pitchFamily="18" charset="0"/>
              </a:rPr>
              <a:t>PlayAnim</a:t>
            </a:r>
            <a:r>
              <a:rPr lang="ru-RU" sz="2400" dirty="0" smtClean="0">
                <a:latin typeface="Cambria" pitchFamily="18" charset="0"/>
              </a:rPr>
              <a:t> также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необходимо создать переменную счетчика кадров </a:t>
            </a:r>
            <a:r>
              <a:rPr lang="en-US" sz="2400" b="1" dirty="0" err="1" smtClean="0">
                <a:latin typeface="Cambria" pitchFamily="18" charset="0"/>
              </a:rPr>
              <a:t>CurrFrame</a:t>
            </a:r>
            <a:r>
              <a:rPr lang="en-US" sz="2400" dirty="0" smtClean="0">
                <a:latin typeface="Cambria" pitchFamily="18" charset="0"/>
              </a:rPr>
              <a:t>. </a:t>
            </a:r>
            <a:r>
              <a:rPr lang="ru-RU" sz="2400" dirty="0" smtClean="0">
                <a:latin typeface="Cambria" pitchFamily="18" charset="0"/>
              </a:rPr>
              <a:t>Ее увеличение происходит в функции </a:t>
            </a:r>
            <a:r>
              <a:rPr lang="en-US" sz="2400" b="1" dirty="0" smtClean="0">
                <a:latin typeface="Cambria" pitchFamily="18" charset="0"/>
              </a:rPr>
              <a:t>update</a:t>
            </a:r>
            <a:r>
              <a:rPr lang="en-US" sz="2400" dirty="0" smtClean="0">
                <a:latin typeface="Cambria" pitchFamily="18" charset="0"/>
              </a:rPr>
              <a:t>. </a:t>
            </a:r>
            <a:r>
              <a:rPr lang="ru-RU" sz="2400" dirty="0" smtClean="0">
                <a:latin typeface="Cambria" pitchFamily="18" charset="0"/>
              </a:rPr>
              <a:t>Там же необходимо прописать проверку условия достижения последнего кадра.</a:t>
            </a:r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140</Words>
  <Application>Microsoft Office PowerPoint</Application>
  <PresentationFormat>Экран (4:3)</PresentationFormat>
  <Paragraphs>27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Windows Forms: работа с таймером, анимация</vt:lpstr>
      <vt:lpstr>Дополнительные материалы</vt:lpstr>
      <vt:lpstr>Задание 1 </vt:lpstr>
      <vt:lpstr>Задание 1 </vt:lpstr>
      <vt:lpstr>Задание 2 </vt:lpstr>
      <vt:lpstr>Задание 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таймером, анимация</dc:title>
  <dc:creator>user</dc:creator>
  <cp:lastModifiedBy>user</cp:lastModifiedBy>
  <cp:revision>97</cp:revision>
  <dcterms:created xsi:type="dcterms:W3CDTF">2024-02-01T09:49:19Z</dcterms:created>
  <dcterms:modified xsi:type="dcterms:W3CDTF">2025-04-11T20:11:29Z</dcterms:modified>
</cp:coreProperties>
</file>
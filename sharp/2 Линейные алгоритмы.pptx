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85" r:id="rId4"/>
    <p:sldId id="279" r:id="rId5"/>
    <p:sldId id="280" r:id="rId6"/>
    <p:sldId id="281" r:id="rId7"/>
    <p:sldId id="282" r:id="rId8"/>
    <p:sldId id="283" r:id="rId9"/>
    <p:sldId id="28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20.2.php?ysclid=m1c4t75sz6218180615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Введение в ООП: Линейные алгоритмы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2176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Math </a:t>
            </a:r>
            <a:r>
              <a:rPr lang="ru-RU" sz="2400" i="1" dirty="0" smtClean="0">
                <a:latin typeface="Cambria" pitchFamily="18" charset="0"/>
              </a:rPr>
              <a:t>Класс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https://learn.microsoft.com/ru-ru/dotnet/api/system.math?view=net-8.0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Операции со строками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https://metanit.com/sharp/tutorial/7.2.php?ysclid=m51ccmu34a23593086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структура класса в языке </a:t>
            </a:r>
            <a:r>
              <a:rPr lang="en-US" sz="4000" b="1" dirty="0" smtClean="0"/>
              <a:t>C</a:t>
            </a:r>
            <a:r>
              <a:rPr lang="ru-RU" sz="4000" b="1" dirty="0" smtClean="0"/>
              <a:t>#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786806"/>
            <a:ext cx="5005404" cy="607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500306"/>
            <a:ext cx="72390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1214414" y="3143248"/>
            <a:ext cx="1643074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3"/>
          </p:cNvCxnSpPr>
          <p:nvPr/>
        </p:nvCxnSpPr>
        <p:spPr>
          <a:xfrm rot="10800000" flipV="1">
            <a:off x="2857488" y="2214553"/>
            <a:ext cx="1285884" cy="10358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429256" y="3000372"/>
            <a:ext cx="714380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>
            <a:endCxn id="15" idx="0"/>
          </p:cNvCxnSpPr>
          <p:nvPr/>
        </p:nvCxnSpPr>
        <p:spPr>
          <a:xfrm>
            <a:off x="4143372" y="2214554"/>
            <a:ext cx="1643074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rot="10800000">
            <a:off x="4143372" y="221455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929190" y="1500174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Правой кнопкой мыши по проекту; Добавить класс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1142984"/>
            <a:ext cx="4071934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4071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Класс </a:t>
            </a:r>
            <a:r>
              <a:rPr lang="ru-RU" dirty="0" smtClean="0">
                <a:latin typeface="Cambria" pitchFamily="18" charset="0"/>
              </a:rPr>
              <a:t>—</a:t>
            </a:r>
            <a:r>
              <a:rPr lang="ru-RU" b="1" dirty="0" smtClean="0">
                <a:latin typeface="Cambria" pitchFamily="18" charset="0"/>
              </a:rPr>
              <a:t> </a:t>
            </a:r>
            <a:r>
              <a:rPr lang="ru-RU" dirty="0" smtClean="0">
                <a:latin typeface="Cambria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9144000" cy="4572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14422"/>
            <a:ext cx="8728602" cy="38893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428736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20" y="4286256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№1</a:t>
            </a:r>
            <a:endParaRPr lang="ru-RU" sz="20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1214422"/>
            <a:ext cx="3143272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4786314" y="2143116"/>
            <a:ext cx="1357322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643702" y="1785926"/>
            <a:ext cx="2500298" cy="50006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429388" y="1714488"/>
            <a:ext cx="30003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Количество входных полей зависит от задания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000496" y="4286256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№2</a:t>
            </a:r>
            <a:endParaRPr lang="ru-RU" sz="2000" dirty="0"/>
          </a:p>
        </p:txBody>
      </p:sp>
      <p:cxnSp>
        <p:nvCxnSpPr>
          <p:cNvPr id="8" name="Прямая со стрелкой 7"/>
          <p:cNvCxnSpPr>
            <a:stCxn id="11" idx="1"/>
            <a:endCxn id="7" idx="3"/>
          </p:cNvCxnSpPr>
          <p:nvPr/>
        </p:nvCxnSpPr>
        <p:spPr>
          <a:xfrm rot="10800000" flipV="1">
            <a:off x="6143636" y="2035959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285860"/>
            <a:ext cx="321471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450057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№3</a:t>
            </a:r>
            <a:endParaRPr lang="ru-RU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9952" y="1571612"/>
            <a:ext cx="5634048" cy="22012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4500562" y="378619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код класса вычислений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625" y="4572008"/>
            <a:ext cx="3000375" cy="1104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762625"/>
            <a:ext cx="9144000" cy="10953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>
            <a:off x="4143372" y="3714752"/>
            <a:ext cx="2071702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5400000">
            <a:off x="2536017" y="4607727"/>
            <a:ext cx="250033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5643570" y="1857364"/>
            <a:ext cx="2571768" cy="85725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4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143008" y="450057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№3</a:t>
            </a:r>
            <a:endParaRPr lang="ru-RU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64305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429256" y="1857364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Метод возвращает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</a:t>
            </a:r>
            <a:endParaRPr lang="ru-RU" sz="2400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3786182" y="2178834"/>
            <a:ext cx="1857388" cy="6072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104</Words>
  <Application>Microsoft Office PowerPoint</Application>
  <PresentationFormat>Экран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Введение в ООП: Линейные алгоритмы</vt:lpstr>
      <vt:lpstr>Дополнительные материалы</vt:lpstr>
      <vt:lpstr>структура класса в языке C#</vt:lpstr>
      <vt:lpstr>Задание 1-3 Решение с помощью ООП </vt:lpstr>
      <vt:lpstr>Задание 1-3 Решение с помощью ООП </vt:lpstr>
      <vt:lpstr>Задание 1-3 Решение с помощью ООП </vt:lpstr>
      <vt:lpstr>Задание 1-3 Решение с помощью ООП </vt:lpstr>
      <vt:lpstr>Задание 1-3 Решение с помощью ООП </vt:lpstr>
      <vt:lpstr>Задание 4 Решение с помощью ООП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ООП: Линейные алгоритмы</dc:title>
  <dc:creator>user</dc:creator>
  <cp:lastModifiedBy>user</cp:lastModifiedBy>
  <cp:revision>78</cp:revision>
  <dcterms:created xsi:type="dcterms:W3CDTF">2024-02-01T09:49:19Z</dcterms:created>
  <dcterms:modified xsi:type="dcterms:W3CDTF">2026-02-24T14:53:20Z</dcterms:modified>
</cp:coreProperties>
</file>
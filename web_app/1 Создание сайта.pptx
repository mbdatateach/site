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74" r:id="rId5"/>
    <p:sldId id="269" r:id="rId6"/>
    <p:sldId id="272" r:id="rId7"/>
    <p:sldId id="270" r:id="rId8"/>
    <p:sldId id="271" r:id="rId9"/>
    <p:sldId id="273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book.ru/?ysclid=m13cflot72936777122" TargetMode="External"/><Relationship Id="rId2" Type="http://schemas.openxmlformats.org/officeDocument/2006/relationships/hyperlink" Target="https://hcdev.ru/learn/html5/headings-and-sections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uperbwebsitebuilders.com/ru/kak-sozdat-svoj-prostoj-html-sajt-v-bloknote/?ysclid=m13cihn8w2598913438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cdev.ru/learn/html5/headings-and-sections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378565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i="1" dirty="0" smtClean="0">
                <a:latin typeface="Cambria" pitchFamily="18" charset="0"/>
              </a:rPr>
              <a:t>Заголовки и разделы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https://hcdev.ru/learn/html5/headings-and-sections/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Сайт для </a:t>
            </a:r>
            <a:r>
              <a:rPr lang="ru-RU" sz="2400" i="1" dirty="0" err="1" smtClean="0">
                <a:latin typeface="Cambria" pitchFamily="18" charset="0"/>
              </a:rPr>
              <a:t>веб-разработчика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https://htmlbook.ru/?ysclid=m13cflot72936777122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Как создать простой HTML сайт в блокноте</a:t>
            </a:r>
          </a:p>
          <a:p>
            <a:pPr algn="just"/>
            <a:r>
              <a:rPr lang="en-US" sz="2400" b="1" dirty="0" smtClean="0">
                <a:hlinkClick r:id="rId4"/>
              </a:rPr>
              <a:t>https://superbwebsitebuilders.com/ru/kak-sozdat-svoj-prostoj-html-sajt-v-bloknote/?ysclid=m13cihn8w2598913438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/>
        </p:nvSpPr>
        <p:spPr>
          <a:xfrm>
            <a:off x="0" y="3571876"/>
            <a:ext cx="9144000" cy="27860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0" y="857232"/>
            <a:ext cx="9144000" cy="22145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Основные разделы сайта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Сайт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набор связанных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которые обычно имеют общий домен и предназначены для предоставления информации пользователям. Сайты могут быть статическими или динамическими, но их основная цель — представление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Они могут включать текст, изображения, видео и другие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мультимедийные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элементы. Сайты часто создаются с использованием HTML, CSS и базового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что делает их относительно простыми в разработке и поддержке.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Примеры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Личный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блог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новостной портал, корпоративный сайт.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0" y="3571876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Веб-приложение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интерактивное программное обеспечение, доступное через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веб-браузер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Оно предназначено для выполнения конкретных задач и часто требует взаимодействия с пользователем.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Веб-приложения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могут включать сложные интерфейсы и функциональность, аналогичную настольным приложениям. Они часто разрабатываются с использованием серверных языков программирования (например,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Node.js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Ruby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Но можно использовать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(в том числе, его продвинутые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фреймворки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React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Angular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и готовые системы управления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контентом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сети Интернет. Примеры: Интернет-магазин, социальная сеть,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онлайн-банкинг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85776"/>
            <a:ext cx="9229668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Основные разделы классического сайта</a:t>
            </a:r>
            <a:endParaRPr lang="ru-RU" b="1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571612"/>
            <a:ext cx="4286280" cy="3220068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929190" y="642918"/>
            <a:ext cx="421481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Шапка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размещается в верхней части страницы и содержит название сайта, главное меню и поисковую форму.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643570" y="1857364"/>
            <a:ext cx="350043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Навигация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главное меню сайта, ссылки для перехода к основным разделам сайта.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857752" y="5429264"/>
            <a:ext cx="3786214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Футер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сайта — находится внизу страницы и содержит дополнительную информацию, такую как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копирайты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контакты, ссылки на социальные сети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643570" y="2928934"/>
            <a:ext cx="3500430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Боковая панель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часто используется для размещения вспомогательной информации, такой как навигационные ссылки, список категорий, последние новости или дополнительные ресурсы.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28596" y="5288340"/>
            <a:ext cx="3571868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Основной блок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содержит основное содержимое страницы, которое представляет главную цель и суть вашего сайта. Здесь размещаются тексты, изображения, видео, формы и другие важные элементы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12" name="Shape 11"/>
          <p:cNvCxnSpPr>
            <a:stCxn id="5" idx="1"/>
            <a:endCxn id="1026" idx="0"/>
          </p:cNvCxnSpPr>
          <p:nvPr/>
        </p:nvCxnSpPr>
        <p:spPr>
          <a:xfrm rot="10800000" flipV="1">
            <a:off x="2928926" y="1058416"/>
            <a:ext cx="2000264" cy="513195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hape 16"/>
          <p:cNvCxnSpPr>
            <a:stCxn id="8" idx="1"/>
            <a:endCxn id="1026" idx="3"/>
          </p:cNvCxnSpPr>
          <p:nvPr/>
        </p:nvCxnSpPr>
        <p:spPr>
          <a:xfrm rot="10800000">
            <a:off x="5072066" y="3181646"/>
            <a:ext cx="571504" cy="53211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6" idx="1"/>
          </p:cNvCxnSpPr>
          <p:nvPr/>
        </p:nvCxnSpPr>
        <p:spPr>
          <a:xfrm rot="10800000" flipV="1">
            <a:off x="5000628" y="2272862"/>
            <a:ext cx="642942" cy="1312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hape 16"/>
          <p:cNvCxnSpPr>
            <a:stCxn id="7" idx="0"/>
            <a:endCxn id="1026" idx="2"/>
          </p:cNvCxnSpPr>
          <p:nvPr/>
        </p:nvCxnSpPr>
        <p:spPr>
          <a:xfrm rot="16200000" flipV="1">
            <a:off x="4521101" y="3199505"/>
            <a:ext cx="637584" cy="382193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hape 16"/>
          <p:cNvCxnSpPr>
            <a:stCxn id="10" idx="0"/>
            <a:endCxn id="1026" idx="1"/>
          </p:cNvCxnSpPr>
          <p:nvPr/>
        </p:nvCxnSpPr>
        <p:spPr>
          <a:xfrm rot="16200000" flipV="1">
            <a:off x="446811" y="3520621"/>
            <a:ext cx="2106694" cy="1428744"/>
          </a:xfrm>
          <a:prstGeom prst="bentConnector4">
            <a:avLst>
              <a:gd name="adj1" fmla="val 11788"/>
              <a:gd name="adj2" fmla="val 141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571480"/>
            <a:ext cx="9144000" cy="1428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pic>
        <p:nvPicPr>
          <p:cNvPr id="17416" name="Picture 8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875" y="2026859"/>
            <a:ext cx="4385694" cy="3831033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2739458" y="5842337"/>
            <a:ext cx="36411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язык разметки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который определяет структуру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её содержание.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214554"/>
            <a:ext cx="2285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стилей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описывает внешний вид HTML-документов.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643702" y="2000240"/>
            <a:ext cx="25002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программирования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делает сайты интерактивными.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-71470" y="500042"/>
            <a:ext cx="92868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Хотя существуют инструменты и подходы, позволяющие разрабатывать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веб-приложения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без углубленного знания HTML и CSS, понимание базовых принципов этих технологий остаётся крайне полезным. Оно обеспечивает лучшее представление о структуре сайтов, облегчает процесс разработки и улучшения интерфейса, способствует повышению качества и доступности ваших продуктов.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931208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1) Откройте Блокнот и сохраните файл под именем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index.html </a:t>
            </a:r>
            <a:r>
              <a:rPr lang="en-US" sz="1600" u="sng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u="sng" dirty="0" smtClean="0">
                <a:latin typeface="Times New Roman" pitchFamily="18" charset="0"/>
                <a:cs typeface="Times New Roman" pitchFamily="18" charset="0"/>
              </a:rPr>
              <a:t>тип файла: все файлы</a:t>
            </a:r>
            <a:r>
              <a:rPr lang="en-US" sz="1600" u="sng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Чтобы его запустить как страницу сайта, необходимо открыть файл с помощью любого браузера;</a:t>
            </a: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 языковой тег.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Первый тег, который нужно добавить в Блокнот, указывает всему документу, что будет использоваться язык HTML. В Блокноте введите следующее: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 теги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Этот раздел HTML-документа содержит метаданные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веб-браузере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они не отображаются. Здесь может содержаться такая информация, как имя страницы, таблицы стилей (CSS),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так далее.</a:t>
            </a: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Введите имя страницы.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Оно должно находиться внутри раздела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 так что его нужно ввести между открывающим тегом «&lt;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&gt;» и закрывающим «&lt;/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&gt;». Чтобы добавить имя, наберите открывающий тег 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&gt;, затем введите текст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собствнно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имя) и сразу за ним добавьте закрывающий тег 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&gt;. Например, если именем вашей страницы будет «Мой сайт», введите следующее: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3571876"/>
            <a:ext cx="9144000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Примечание: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Каждый HTML-элемент должен находиться между двумя тегами. Когда мы добавляем новый элемент, например тег «&lt;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&gt;», открывающий соответствующий раздел, нам нужно добавить и закрывающий тег. В данном случае это «&lt;/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&gt;».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6000768"/>
            <a:ext cx="3307418" cy="690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143116"/>
            <a:ext cx="1359288" cy="423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928670"/>
            <a:ext cx="58578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5)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 теги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Все, что будет отображаться на вашей странице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веб-браузере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должно находиться между этими тегами.</a:t>
            </a: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6)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Закройте тег языка HTML.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Последним тегом документа будет закрывающий тег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 чтобы обозначить конец страницы. Введите 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 под тегом 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&gt;, чтобы закрыть тег HTML.</a:t>
            </a:r>
          </a:p>
        </p:txBody>
      </p:sp>
      <p:cxnSp>
        <p:nvCxnSpPr>
          <p:cNvPr id="12" name="Shape 11"/>
          <p:cNvCxnSpPr>
            <a:stCxn id="6" idx="2"/>
            <a:endCxn id="19462" idx="1"/>
          </p:cNvCxnSpPr>
          <p:nvPr/>
        </p:nvCxnSpPr>
        <p:spPr>
          <a:xfrm rot="5400000" flipH="1" flipV="1">
            <a:off x="4250251" y="709421"/>
            <a:ext cx="929265" cy="3571884"/>
          </a:xfrm>
          <a:prstGeom prst="bentConnector4">
            <a:avLst>
              <a:gd name="adj1" fmla="val -12632"/>
              <a:gd name="adj2" fmla="val 91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0" y="3143248"/>
            <a:ext cx="6072198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Запомните, что все элементы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должны находиться между тегами «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».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Любой элемент — будь то заголовок или абзац — нужно вводить после тега 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 и перед тегом &lt;/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43702" y="3357562"/>
            <a:ext cx="2071670" cy="33191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9" name="Прямоугольник 28"/>
          <p:cNvSpPr/>
          <p:nvPr/>
        </p:nvSpPr>
        <p:spPr>
          <a:xfrm>
            <a:off x="0" y="4500570"/>
            <a:ext cx="60721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7)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ключевые разделы между тегами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Добавьте меню навигации, основной блок, боковую панель и подвал сайта. Добавьте характеризующую информацию между этими тегами</a:t>
            </a:r>
          </a:p>
        </p:txBody>
      </p:sp>
      <p:cxnSp>
        <p:nvCxnSpPr>
          <p:cNvPr id="30" name="Shape 29"/>
          <p:cNvCxnSpPr>
            <a:stCxn id="29" idx="2"/>
            <a:endCxn id="19461" idx="1"/>
          </p:cNvCxnSpPr>
          <p:nvPr/>
        </p:nvCxnSpPr>
        <p:spPr>
          <a:xfrm rot="5400000" flipH="1" flipV="1">
            <a:off x="4498013" y="3555211"/>
            <a:ext cx="683773" cy="3607603"/>
          </a:xfrm>
          <a:prstGeom prst="bentConnector4">
            <a:avLst>
              <a:gd name="adj1" fmla="val -33432"/>
              <a:gd name="adj2" fmla="val 92079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26" y="857232"/>
            <a:ext cx="2233615" cy="23469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6211669"/>
            <a:ext cx="607219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342900"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Примечание: изображение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должно храниться в той же папке, что и файл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index.html</a:t>
            </a:r>
            <a:endParaRPr lang="ru-RU" b="1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71480"/>
            <a:ext cx="592932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блоке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&lt;head&gt;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задайте стили сайта.</a:t>
            </a: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8.1) Задайте цвет сайта, прописав его в теге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Уберите отступы от границ сайта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8.3) Создайте стиль для общего содержимого, установив ширину и высоту суммарного блока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8.4) Настройте стили всех блоков, задав ширину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высоту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min-height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позиционирование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left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или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right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цвет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background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 внешний отступ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margin:1%;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9) После тега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&lt;body&gt;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укажите стилизованный блок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wrapper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&lt;div class="wrapper"&gt;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блока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&lt;/footer&gt;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закройте его </a:t>
            </a: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&lt;/div&gt;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00050" y="1142984"/>
            <a:ext cx="228600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body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background:…;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00034" y="2285992"/>
            <a:ext cx="2286000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*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margin: 0;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padding:0;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3923418"/>
            <a:ext cx="2286000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.wrapper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width:100%;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height:100%;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9322" y="590550"/>
            <a:ext cx="2076450" cy="626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15" idx="2"/>
          </p:cNvCxnSpPr>
          <p:nvPr/>
        </p:nvCxnSpPr>
        <p:spPr>
          <a:xfrm rot="5400000">
            <a:off x="6830056" y="2115171"/>
            <a:ext cx="1270353" cy="19288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715272" y="1428736"/>
            <a:ext cx="1428728" cy="101566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После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всех двоеточий необходимо написать свои значения</a:t>
            </a:r>
            <a:endParaRPr lang="ru-RU" sz="12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6" name="Прямая со стрелкой 15"/>
          <p:cNvCxnSpPr>
            <a:stCxn id="15" idx="2"/>
          </p:cNvCxnSpPr>
          <p:nvPr/>
        </p:nvCxnSpPr>
        <p:spPr>
          <a:xfrm rot="5400000">
            <a:off x="6258551" y="2686676"/>
            <a:ext cx="2413362" cy="19288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857232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10) Сохраните результат и запустите его в браузере или воспользуйтесь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онлайн-средами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которые можно найти на сайтах для тестирования своего макета (например,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https://hcdev.ru/learn/html5/headings-and-sections/#headings-lessh1greater-lessh6greater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2214578"/>
            <a:ext cx="6764330" cy="4500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718</Words>
  <Application>Microsoft Office PowerPoint</Application>
  <PresentationFormat>Экран (4:3)</PresentationFormat>
  <Paragraphs>74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Разработка одностраничного сайта </vt:lpstr>
      <vt:lpstr>Дополнительные материалы</vt:lpstr>
      <vt:lpstr>Основные разделы сайта</vt:lpstr>
      <vt:lpstr>Основные разделы классического сайта</vt:lpstr>
      <vt:lpstr>Разработка одностраничного сайта</vt:lpstr>
      <vt:lpstr>Разработка одностраничного сайта</vt:lpstr>
      <vt:lpstr>Разработка одностраничного сайта</vt:lpstr>
      <vt:lpstr>Разработка одностраничного сайта</vt:lpstr>
      <vt:lpstr>Разработка одностраничного сайта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Создание сайта</dc:title>
  <dc:creator>user</dc:creator>
  <cp:lastModifiedBy>user</cp:lastModifiedBy>
  <cp:revision>64</cp:revision>
  <dcterms:created xsi:type="dcterms:W3CDTF">2024-02-01T09:49:19Z</dcterms:created>
  <dcterms:modified xsi:type="dcterms:W3CDTF">2025-09-22T03:46:30Z</dcterms:modified>
</cp:coreProperties>
</file>
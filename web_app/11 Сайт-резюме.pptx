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5" r:id="rId3"/>
    <p:sldId id="269" r:id="rId4"/>
    <p:sldId id="274" r:id="rId5"/>
    <p:sldId id="276" r:id="rId6"/>
    <p:sldId id="277" r:id="rId7"/>
    <p:sldId id="278" r:id="rId8"/>
    <p:sldId id="279" r:id="rId9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>
        <p:scale>
          <a:sx n="75" d="100"/>
          <a:sy n="75" d="100"/>
        </p:scale>
        <p:origin x="-2664" y="-8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04.10.2025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04.10.2025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04.10.2025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04.10.2025</a:t>
            </a:fld>
            <a:endParaRPr lang="ru-RU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04.10.2025</a:t>
            </a:fld>
            <a:endParaRPr lang="ru-RU" dirty="0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04.10.2025</a:t>
            </a:fld>
            <a:endParaRPr lang="ru-RU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04.10.2025</a:t>
            </a:fld>
            <a:endParaRPr lang="ru-RU" dirty="0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04.10.2025</a:t>
            </a:fld>
            <a:endParaRPr lang="ru-RU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04.10.2025</a:t>
            </a:fld>
            <a:endParaRPr lang="ru-RU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04.10.2025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04.10.2025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F7147C-2AAC-473E-AD87-1A0FFEE67DAA}" type="datetimeFigureOut">
              <a:rPr lang="ru-RU" smtClean="0"/>
              <a:pPr/>
              <a:t>04.10.2025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freefrontend.com/html-resume-templates/" TargetMode="External"/><Relationship Id="rId2" Type="http://schemas.openxmlformats.org/officeDocument/2006/relationships/hyperlink" Target="https://lifehacker.ru/sajt-rezyume/" TargetMode="External"/><Relationship Id="rId1" Type="http://schemas.openxmlformats.org/officeDocument/2006/relationships/slideLayout" Target="../slideLayouts/slideLayout6.xml"/><Relationship Id="rId4" Type="http://schemas.openxmlformats.org/officeDocument/2006/relationships/hyperlink" Target="https://www.geeksforgeeks.org/how-to-deploy-website-on-netlify/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ru-RU" b="1" dirty="0" smtClean="0"/>
              <a:t>Сайт-резюме</a:t>
            </a:r>
            <a:endParaRPr lang="ru-R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1143000"/>
          </a:xfrm>
        </p:spPr>
        <p:txBody>
          <a:bodyPr/>
          <a:lstStyle/>
          <a:p>
            <a:r>
              <a:rPr lang="ru-RU" b="1" dirty="0" smtClean="0"/>
              <a:t>Дополнительные материалы</a:t>
            </a:r>
            <a:endParaRPr lang="ru-RU" b="1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0" y="1428736"/>
            <a:ext cx="9144000" cy="452431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algn="just"/>
            <a:endParaRPr lang="ru-RU" sz="2400" b="1" dirty="0" smtClean="0">
              <a:latin typeface="Cambria" pitchFamily="18" charset="0"/>
            </a:endParaRPr>
          </a:p>
          <a:p>
            <a:pPr algn="just"/>
            <a:r>
              <a:rPr lang="ru-RU" sz="2400" i="1" dirty="0" smtClean="0">
                <a:latin typeface="Cambria" pitchFamily="18" charset="0"/>
              </a:rPr>
              <a:t>Каким должен быть сайт-резюме</a:t>
            </a:r>
          </a:p>
          <a:p>
            <a:pPr algn="just"/>
            <a:r>
              <a:rPr lang="en-US" sz="2400" b="1" dirty="0" smtClean="0">
                <a:latin typeface="Cambria" pitchFamily="18" charset="0"/>
                <a:hlinkClick r:id="rId2"/>
              </a:rPr>
              <a:t>https://lifehacker.ru/sajt-rezyume/</a:t>
            </a:r>
            <a:endParaRPr lang="en-US" sz="2400" b="1" dirty="0" smtClean="0">
              <a:latin typeface="Cambria" pitchFamily="18" charset="0"/>
            </a:endParaRPr>
          </a:p>
          <a:p>
            <a:pPr algn="just"/>
            <a:endParaRPr lang="ru-RU" sz="2400" b="1" dirty="0" smtClean="0">
              <a:latin typeface="Cambria" pitchFamily="18" charset="0"/>
            </a:endParaRPr>
          </a:p>
          <a:p>
            <a:pPr algn="just"/>
            <a:r>
              <a:rPr lang="en-US" sz="2400" i="1" dirty="0" smtClean="0">
                <a:latin typeface="Cambria" pitchFamily="18" charset="0"/>
              </a:rPr>
              <a:t>14 HTML Resume Templates</a:t>
            </a:r>
          </a:p>
          <a:p>
            <a:pPr algn="just"/>
            <a:r>
              <a:rPr lang="en-US" sz="2400" b="1" dirty="0" smtClean="0">
                <a:hlinkClick r:id="rId3"/>
              </a:rPr>
              <a:t>https://freefrontend.com/html-resume-templates/</a:t>
            </a:r>
            <a:endParaRPr lang="en-US" sz="2400" b="1" dirty="0" smtClean="0"/>
          </a:p>
          <a:p>
            <a:pPr algn="just"/>
            <a:endParaRPr lang="en-US" sz="2400" b="1" dirty="0" smtClean="0"/>
          </a:p>
          <a:p>
            <a:pPr algn="just"/>
            <a:r>
              <a:rPr lang="en-US" sz="2400" i="1" dirty="0" smtClean="0">
                <a:latin typeface="Cambria" pitchFamily="18" charset="0"/>
              </a:rPr>
              <a:t>How to Deploy website on </a:t>
            </a:r>
            <a:r>
              <a:rPr lang="en-US" sz="2400" i="1" dirty="0" err="1" smtClean="0">
                <a:latin typeface="Cambria" pitchFamily="18" charset="0"/>
              </a:rPr>
              <a:t>Netlify</a:t>
            </a:r>
            <a:r>
              <a:rPr lang="en-US" sz="2400" i="1" dirty="0" smtClean="0">
                <a:latin typeface="Cambria" pitchFamily="18" charset="0"/>
              </a:rPr>
              <a:t> ?</a:t>
            </a:r>
          </a:p>
          <a:p>
            <a:pPr algn="just"/>
            <a:r>
              <a:rPr lang="en-US" sz="2400" b="1" dirty="0" smtClean="0">
                <a:hlinkClick r:id="rId4"/>
              </a:rPr>
              <a:t>https://www.geeksforgeeks.org/how-to-deploy-website-on-netlify/</a:t>
            </a:r>
            <a:endParaRPr lang="en-US" sz="2400" b="1" dirty="0" smtClean="0">
              <a:hlinkClick r:id="rId3"/>
            </a:endParaRPr>
          </a:p>
          <a:p>
            <a:pPr algn="just"/>
            <a:endParaRPr lang="en-US" sz="2400" i="1" dirty="0" smtClean="0">
              <a:latin typeface="Cambria" pitchFamily="18" charset="0"/>
            </a:endParaRPr>
          </a:p>
          <a:p>
            <a:pPr algn="just"/>
            <a:endParaRPr lang="ru-RU" sz="2400" b="1" dirty="0" smtClean="0"/>
          </a:p>
          <a:p>
            <a:pPr algn="just"/>
            <a:endParaRPr lang="en-US" sz="2400" dirty="0" smtClean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1143000"/>
          </a:xfrm>
        </p:spPr>
        <p:txBody>
          <a:bodyPr>
            <a:normAutofit/>
          </a:bodyPr>
          <a:lstStyle/>
          <a:p>
            <a:r>
              <a:rPr lang="ru-RU" b="1" dirty="0" smtClean="0"/>
              <a:t>Что такое сайт резюме?</a:t>
            </a:r>
            <a:endParaRPr lang="ru-RU" b="1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0" y="1000108"/>
            <a:ext cx="9144000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Это современный формат оформления </a:t>
            </a:r>
            <a:r>
              <a:rPr lang="ru-RU" sz="2200" dirty="0" err="1" smtClean="0">
                <a:latin typeface="Times New Roman" pitchFamily="18" charset="0"/>
                <a:cs typeface="Times New Roman" pitchFamily="18" charset="0"/>
              </a:rPr>
              <a:t>онлайн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 резюме на </a:t>
            </a:r>
            <a:r>
              <a:rPr lang="ru-RU" sz="2200" dirty="0" err="1" smtClean="0">
                <a:latin typeface="Times New Roman" pitchFamily="18" charset="0"/>
                <a:cs typeface="Times New Roman" pitchFamily="18" charset="0"/>
              </a:rPr>
              <a:t>веб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 странице. Иными словами, это персональный сайт в формате резюме или </a:t>
            </a:r>
            <a:r>
              <a:rPr lang="ru-RU" sz="2200" dirty="0" err="1" smtClean="0">
                <a:latin typeface="Times New Roman" pitchFamily="18" charset="0"/>
                <a:cs typeface="Times New Roman" pitchFamily="18" charset="0"/>
              </a:rPr>
              <a:t>портфолио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, на котором размещается опыт работы, образование, навыки, языки, достижения, возможно, примеры работ и даже рекомендации.</a:t>
            </a:r>
            <a:endParaRPr lang="ru-RU" sz="22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124" name="Picture 4" descr="https://cdn.lifehacker.ru/wp-content/uploads/2015/08/aktrisa_1439882910-630x335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143250" y="3357562"/>
            <a:ext cx="6000750" cy="3190876"/>
          </a:xfrm>
          <a:prstGeom prst="rect">
            <a:avLst/>
          </a:prstGeom>
          <a:noFill/>
        </p:spPr>
      </p:pic>
      <p:pic>
        <p:nvPicPr>
          <p:cNvPr id="5122" name="Picture 2" descr="https://cdn.lifehacker.ru/wp-content/uploads/2015/08/marketing_1439883045-630x336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2714620"/>
            <a:ext cx="6000750" cy="320040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1143000"/>
          </a:xfrm>
        </p:spPr>
        <p:txBody>
          <a:bodyPr>
            <a:normAutofit/>
          </a:bodyPr>
          <a:lstStyle/>
          <a:p>
            <a:r>
              <a:rPr lang="ru-RU" b="1" dirty="0" smtClean="0"/>
              <a:t>Возможная структура резюме</a:t>
            </a:r>
            <a:endParaRPr lang="ru-RU" b="1" dirty="0"/>
          </a:p>
        </p:txBody>
      </p:sp>
      <p:pic>
        <p:nvPicPr>
          <p:cNvPr id="20483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357298"/>
            <a:ext cx="4335786" cy="42862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484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445058" y="1785926"/>
            <a:ext cx="4698942" cy="3571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1143000"/>
          </a:xfrm>
        </p:spPr>
        <p:txBody>
          <a:bodyPr>
            <a:normAutofit/>
          </a:bodyPr>
          <a:lstStyle/>
          <a:p>
            <a:r>
              <a:rPr lang="ru-RU" b="1" dirty="0" smtClean="0"/>
              <a:t>Преимущества сайта резюме</a:t>
            </a:r>
            <a:endParaRPr lang="ru-RU" b="1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0" y="928670"/>
            <a:ext cx="9144000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На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веб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странице можно чётко структурировать всю информацию, которую вы хотите сообщить о себе работодателю. Есть готовые шаблоны резюме, которые существенно упростят процесс форматирования (самые яркие примеры мы покажем ниже). Ведь все, что вам нужно — просто наполнить готовую структуру информацией о себе.</a:t>
            </a:r>
          </a:p>
        </p:txBody>
      </p:sp>
      <p:pic>
        <p:nvPicPr>
          <p:cNvPr id="2150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580797" y="2714620"/>
            <a:ext cx="5563203" cy="31527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Прямоугольник 6"/>
          <p:cNvSpPr/>
          <p:nvPr/>
        </p:nvSpPr>
        <p:spPr>
          <a:xfrm>
            <a:off x="0" y="2456795"/>
            <a:ext cx="3643306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Кроме того, с помощью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онлайн-резюме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можно легко произвести впечатление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креативного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и технически подкованного кандидата! </a:t>
            </a:r>
          </a:p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Наконец, с помощью персонального сайта резюме можно построить свой личный бренд в интернете. Работодатели или заказчики смогут сами находить ваше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онлайн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резюме или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портфолио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при поиске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специста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вашего профиля.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-357214"/>
            <a:ext cx="8229600" cy="1143000"/>
          </a:xfrm>
        </p:spPr>
        <p:txBody>
          <a:bodyPr/>
          <a:lstStyle/>
          <a:p>
            <a:r>
              <a:rPr lang="ru-RU" dirty="0" smtClean="0"/>
              <a:t>Работа с файлом </a:t>
            </a:r>
            <a:r>
              <a:rPr lang="en-US" dirty="0" smtClean="0"/>
              <a:t>HTML</a:t>
            </a:r>
            <a:endParaRPr lang="ru-RU" dirty="0"/>
          </a:p>
        </p:txBody>
      </p:sp>
      <p:pic>
        <p:nvPicPr>
          <p:cNvPr id="2253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2000240"/>
            <a:ext cx="4572000" cy="21812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</p:pic>
      <p:pic>
        <p:nvPicPr>
          <p:cNvPr id="2253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638675" y="1500174"/>
            <a:ext cx="4505325" cy="28765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-357214"/>
            <a:ext cx="8229600" cy="1143000"/>
          </a:xfrm>
        </p:spPr>
        <p:txBody>
          <a:bodyPr/>
          <a:lstStyle/>
          <a:p>
            <a:r>
              <a:rPr lang="en-US" dirty="0" smtClean="0"/>
              <a:t>HTML/CSS</a:t>
            </a:r>
            <a:endParaRPr lang="ru-RU" dirty="0"/>
          </a:p>
        </p:txBody>
      </p:sp>
      <p:pic>
        <p:nvPicPr>
          <p:cNvPr id="2355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562350" y="1000108"/>
            <a:ext cx="5581650" cy="1123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355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2266950"/>
            <a:ext cx="3314700" cy="4591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3929058" y="3571876"/>
            <a:ext cx="5214942" cy="2308324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just" fontAlgn="base">
              <a:spcBef>
                <a:spcPct val="0"/>
              </a:spcBef>
              <a:spcAft>
                <a:spcPct val="0"/>
              </a:spcAft>
            </a:pP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Ищите соответствия заголовков в файле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HTML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и стиля в файле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CSS.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Измените цвета, размеры шрифтов, отступы и положение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0" algn="just" fontAlgn="base">
              <a:spcBef>
                <a:spcPct val="0"/>
              </a:spcBef>
              <a:spcAft>
                <a:spcPct val="0"/>
              </a:spcAft>
            </a:pP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Возможные значения параметров посмотрите в </a:t>
            </a: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сети Интернет</a:t>
            </a:r>
          </a:p>
        </p:txBody>
      </p:sp>
      <p:cxnSp>
        <p:nvCxnSpPr>
          <p:cNvPr id="8" name="Прямая со стрелкой 7"/>
          <p:cNvCxnSpPr/>
          <p:nvPr/>
        </p:nvCxnSpPr>
        <p:spPr>
          <a:xfrm rot="5400000">
            <a:off x="1893075" y="1964521"/>
            <a:ext cx="3857652" cy="3357586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 стрелкой 10"/>
          <p:cNvCxnSpPr/>
          <p:nvPr/>
        </p:nvCxnSpPr>
        <p:spPr>
          <a:xfrm rot="10800000" flipV="1">
            <a:off x="571472" y="1357298"/>
            <a:ext cx="5143536" cy="1000132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Прямая со стрелкой 15"/>
          <p:cNvCxnSpPr/>
          <p:nvPr/>
        </p:nvCxnSpPr>
        <p:spPr>
          <a:xfrm rot="5400000">
            <a:off x="2250265" y="3321843"/>
            <a:ext cx="571504" cy="357190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3"/>
          <p:cNvSpPr>
            <a:spLocks noChangeArrowheads="1"/>
          </p:cNvSpPr>
          <p:nvPr/>
        </p:nvSpPr>
        <p:spPr bwMode="auto">
          <a:xfrm>
            <a:off x="1714480" y="2500306"/>
            <a:ext cx="2143140" cy="954107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Альфа канал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для всплывающего окна. Будет ли виден задний фон</a:t>
            </a:r>
            <a:endParaRPr kumimoji="0" lang="ru-RU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00034" y="-285776"/>
            <a:ext cx="8229600" cy="1143000"/>
          </a:xfrm>
        </p:spPr>
        <p:txBody>
          <a:bodyPr/>
          <a:lstStyle/>
          <a:p>
            <a:r>
              <a:rPr lang="ru-RU" b="1" dirty="0" smtClean="0"/>
              <a:t>Интерактивные сайты</a:t>
            </a:r>
            <a:endParaRPr lang="ru-RU" b="1" dirty="0"/>
          </a:p>
        </p:txBody>
      </p:sp>
      <p:sp>
        <p:nvSpPr>
          <p:cNvPr id="14" name="Прямоугольник 13"/>
          <p:cNvSpPr/>
          <p:nvPr/>
        </p:nvSpPr>
        <p:spPr>
          <a:xfrm>
            <a:off x="0" y="857232"/>
            <a:ext cx="9144000" cy="221457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Прямоугольник 14"/>
          <p:cNvSpPr/>
          <p:nvPr/>
        </p:nvSpPr>
        <p:spPr>
          <a:xfrm>
            <a:off x="0" y="857232"/>
            <a:ext cx="91440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В </a:t>
            </a:r>
            <a:r>
              <a:rPr lang="ru-RU" sz="2400" b="1" dirty="0" err="1" smtClean="0">
                <a:latin typeface="Times New Roman" pitchFamily="18" charset="0"/>
                <a:cs typeface="Times New Roman" pitchFamily="18" charset="0"/>
              </a:rPr>
              <a:t>сайтостроении</a:t>
            </a: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существуют </a:t>
            </a:r>
            <a:r>
              <a:rPr lang="ru-RU" sz="2400" b="1" dirty="0" err="1" smtClean="0">
                <a:latin typeface="Times New Roman" pitchFamily="18" charset="0"/>
                <a:cs typeface="Times New Roman" pitchFamily="18" charset="0"/>
              </a:rPr>
              <a:t>плагины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(инструменты) для разных задач: вёрстки, работы с формами, анимации и тестирования. Они могут быть разработаны для разных библиотек, например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jQuery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, и встраиваться в основное приложение без изменения исходного кода.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b="1" dirty="0" err="1" smtClean="0">
                <a:latin typeface="Times New Roman" pitchFamily="18" charset="0"/>
                <a:cs typeface="Times New Roman" pitchFamily="18" charset="0"/>
              </a:rPr>
              <a:t>Плагины</a:t>
            </a: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 — это дополнение к программе, которое добавляет новые функции или улучшает уже существующие. </a:t>
            </a:r>
            <a:endParaRPr lang="ru-RU" sz="2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8" name="Прямоугольник 17"/>
          <p:cNvSpPr/>
          <p:nvPr/>
        </p:nvSpPr>
        <p:spPr>
          <a:xfrm>
            <a:off x="0" y="3429000"/>
            <a:ext cx="9144000" cy="304698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just"/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Плагины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обычно предоставляются в виде одного или нескольких JavaScript-файлов. Чтобы использовать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плагин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в проекте, необходимо:</a:t>
            </a:r>
          </a:p>
          <a:p>
            <a:pPr algn="just">
              <a:buFont typeface="Arial" pitchFamily="34" charset="0"/>
              <a:buChar char="•"/>
            </a:pP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Скачать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плагин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 и подключить его к проекту.</a:t>
            </a:r>
          </a:p>
          <a:p>
            <a:pPr algn="just">
              <a:buFont typeface="Arial" pitchFamily="34" charset="0"/>
              <a:buChar char="•"/>
            </a:pP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Подключить CSS-стили (если необходимо) — многие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плагины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требуют этого для корректного отображения.</a:t>
            </a:r>
          </a:p>
          <a:p>
            <a:pPr algn="just">
              <a:buFont typeface="Arial" pitchFamily="34" charset="0"/>
              <a:buChar char="•"/>
            </a:pP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Инициализировать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плагин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 — после подключения необходимо его правильно вызвать, чтобы он начал работать.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452</TotalTime>
  <Words>157</Words>
  <Application>Microsoft Office PowerPoint</Application>
  <PresentationFormat>Экран (4:3)</PresentationFormat>
  <Paragraphs>30</Paragraphs>
  <Slides>8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9" baseType="lpstr">
      <vt:lpstr>Тема Office</vt:lpstr>
      <vt:lpstr>Сайт-резюме</vt:lpstr>
      <vt:lpstr>Дополнительные материалы</vt:lpstr>
      <vt:lpstr>Что такое сайт резюме?</vt:lpstr>
      <vt:lpstr>Возможная структура резюме</vt:lpstr>
      <vt:lpstr>Преимущества сайта резюме</vt:lpstr>
      <vt:lpstr>Работа с файлом HTML</vt:lpstr>
      <vt:lpstr>HTML/CSS</vt:lpstr>
      <vt:lpstr>Интерактивные сайты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 Сайт-резюме</dc:title>
  <dc:creator>user</dc:creator>
  <cp:lastModifiedBy>user</cp:lastModifiedBy>
  <cp:revision>66</cp:revision>
  <dcterms:created xsi:type="dcterms:W3CDTF">2024-02-01T09:49:19Z</dcterms:created>
  <dcterms:modified xsi:type="dcterms:W3CDTF">2025-10-04T19:54:36Z</dcterms:modified>
</cp:coreProperties>
</file>
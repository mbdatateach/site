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74" r:id="rId5"/>
    <p:sldId id="275" r:id="rId6"/>
    <p:sldId id="276" r:id="rId7"/>
    <p:sldId id="277" r:id="rId8"/>
    <p:sldId id="278" r:id="rId9"/>
    <p:sldId id="279" r:id="rId10"/>
    <p:sldId id="280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664" y="-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04.11.2025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04.11.2025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04.11.2025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04.11.2025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nton.shevchuk.name/javascript/jquery-for-beginners-write-plugins/" TargetMode="External"/><Relationship Id="rId2" Type="http://schemas.openxmlformats.org/officeDocument/2006/relationships/hyperlink" Target="https://xtalk.pro/articles/153/urok-11-jquery-plaginy-i-rasshireniya-kak-ispolzovat-i-sozdavat-svoi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codepen.io/tag/jquery-plugin?cursor=ZD0xJm89MCZwPTE" TargetMode="External"/><Relationship Id="rId4" Type="http://schemas.openxmlformats.org/officeDocument/2006/relationships/hyperlink" Target="https://www.jqueryscript.net/blog/best-pagination-plugins.htm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err="1" smtClean="0"/>
              <a:t>Плагины</a:t>
            </a:r>
            <a:r>
              <a:rPr lang="ru-RU" b="1" dirty="0" smtClean="0"/>
              <a:t> в </a:t>
            </a:r>
            <a:r>
              <a:rPr lang="en-US" b="1" dirty="0" smtClean="0"/>
              <a:t>JavaScript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285860"/>
            <a:ext cx="9144000" cy="452431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400" b="1" i="1" dirty="0" err="1" smtClean="0">
                <a:latin typeface="Cambria" pitchFamily="18" charset="0"/>
              </a:rPr>
              <a:t>jQuery</a:t>
            </a:r>
            <a:r>
              <a:rPr lang="ru-RU" sz="2400" b="1" i="1" dirty="0" smtClean="0">
                <a:latin typeface="Cambria" pitchFamily="18" charset="0"/>
              </a:rPr>
              <a:t> </a:t>
            </a:r>
            <a:r>
              <a:rPr lang="ru-RU" sz="2400" b="1" i="1" dirty="0" err="1" smtClean="0">
                <a:latin typeface="Cambria" pitchFamily="18" charset="0"/>
              </a:rPr>
              <a:t>плагины</a:t>
            </a:r>
            <a:r>
              <a:rPr lang="ru-RU" sz="2400" b="1" i="1" dirty="0" smtClean="0">
                <a:latin typeface="Cambria" pitchFamily="18" charset="0"/>
              </a:rPr>
              <a:t> и расширения — как использовать и создавать свои</a:t>
            </a:r>
          </a:p>
          <a:p>
            <a:pPr algn="just"/>
            <a:r>
              <a:rPr lang="en-US" sz="2400" dirty="0" smtClean="0">
                <a:latin typeface="Cambria" pitchFamily="18" charset="0"/>
                <a:hlinkClick r:id="rId2"/>
              </a:rPr>
              <a:t>https://xtalk.pro/articles/153/urok-11-jquery-plaginy-i-rasshireniya-kak-ispolzovat-i-sozdavat-svoi</a:t>
            </a:r>
            <a:endParaRPr lang="ru-RU" sz="2400" dirty="0" smtClean="0">
              <a:latin typeface="Cambria" pitchFamily="18" charset="0"/>
            </a:endParaRPr>
          </a:p>
          <a:p>
            <a:pPr algn="just"/>
            <a:r>
              <a:rPr lang="en-US" sz="2400" dirty="0" smtClean="0">
                <a:latin typeface="Cambria" pitchFamily="18" charset="0"/>
                <a:hlinkClick r:id="rId3"/>
              </a:rPr>
              <a:t>https://anton.shevchuk.name/javascript/jquery-for-beginners-write-plugins/</a:t>
            </a:r>
            <a:endParaRPr lang="ru-RU" sz="2400" dirty="0" smtClean="0">
              <a:latin typeface="Cambria" pitchFamily="18" charset="0"/>
            </a:endParaRPr>
          </a:p>
          <a:p>
            <a:pPr algn="just"/>
            <a:endParaRPr lang="ru-RU" sz="2400" dirty="0" smtClean="0">
              <a:latin typeface="Cambria" pitchFamily="18" charset="0"/>
            </a:endParaRPr>
          </a:p>
          <a:p>
            <a:pPr algn="just"/>
            <a:r>
              <a:rPr lang="en-US" sz="2400" b="1" i="1" dirty="0" smtClean="0">
                <a:latin typeface="Cambria" pitchFamily="18" charset="0"/>
              </a:rPr>
              <a:t>10 Best Pagination Components In JavaScript (2025 Update)</a:t>
            </a:r>
          </a:p>
          <a:p>
            <a:pPr algn="just"/>
            <a:r>
              <a:rPr lang="en-US" sz="2400" i="1" dirty="0" smtClean="0">
                <a:latin typeface="Cambria" pitchFamily="18" charset="0"/>
                <a:hlinkClick r:id="rId4"/>
              </a:rPr>
              <a:t>https://www.jqueryscript.net/blog/best-pagination-plugins.html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en-US" sz="2400" b="1" i="1" dirty="0" err="1" smtClean="0">
                <a:latin typeface="Cambria" pitchFamily="18" charset="0"/>
              </a:rPr>
              <a:t>jquery-plugin</a:t>
            </a:r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en-US" sz="2400" i="1" dirty="0" smtClean="0">
                <a:latin typeface="Cambria" pitchFamily="18" charset="0"/>
                <a:hlinkClick r:id="rId5"/>
              </a:rPr>
              <a:t>https://codepen.io/tag/jquery-plugin?cursor=ZD0xJm89MCZwPTE</a:t>
            </a:r>
            <a:r>
              <a:rPr lang="en-US" sz="2400" i="1" dirty="0" smtClean="0">
                <a:latin typeface="Cambria" pitchFamily="18" charset="0"/>
              </a:rPr>
              <a:t>=</a:t>
            </a:r>
            <a:endParaRPr lang="ru-RU" sz="2400" i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err="1" smtClean="0"/>
              <a:t>Плагины</a:t>
            </a:r>
            <a:endParaRPr lang="ru-RU" b="1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857232"/>
            <a:ext cx="9144000" cy="22145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857232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существуют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(инструменты) для разных задач: вёрстки, работы с формами, анимации и тестирования. Они могут быть разработаны для разных библиотек, например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jQuery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и встраиваться в основное приложение без изменения исходного кода.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 — это дополнение к программе, которое добавляет новые функции или улучшает уже существующие. 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0" y="3429000"/>
            <a:ext cx="9144000" cy="30469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обычно предоставляются в виде одного или нескольких JavaScript-файлов. Чтобы использовать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 проекте, необходимо: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Скачать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и подключить его к проекту.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Подключить CSS-стили (если необходимо) — многие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требуют этого для корректного отображения.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Инициализировать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после подключения необходимо его правильно вызвать, чтобы он начал работать.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err="1" smtClean="0"/>
              <a:t>Плагин</a:t>
            </a:r>
            <a:r>
              <a:rPr lang="ru-RU" b="1" dirty="0" smtClean="0"/>
              <a:t>: пагинация</a:t>
            </a:r>
            <a:endParaRPr lang="ru-RU" b="1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857232"/>
            <a:ext cx="9144000" cy="34163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для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пагинации (постраничной навигации)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— это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которые позволяют разделить большой объём данных (например, длинные списки или большие HTML-таблицы) на несколько отдельных страниц. 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сети Интернет можно найти примеры большого количества готовых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позволяющих делить данные на несколько блоков. Как правило, при их кодировании применяются объекты классов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4448717"/>
            <a:ext cx="7392026" cy="2409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4422"/>
            <a:ext cx="4229325" cy="450059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err="1" smtClean="0"/>
              <a:t>Плагин</a:t>
            </a:r>
            <a:r>
              <a:rPr lang="ru-RU" b="1" dirty="0" smtClean="0"/>
              <a:t>: пагинация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572000" y="1000108"/>
            <a:ext cx="4572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Параметры по умолчанию для созданных объектов (при их наличии) задаются внизу кода. Многие из них будут непонятны без предварительного разбора и погружения в созданный код. 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Некоторые из них можно установить экспериментальным путем (изменяя значения и просматривая результат).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Некоторые могут не работать вовсе (так как все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также создаются людьми)</a:t>
            </a:r>
            <a:endParaRPr lang="ru-RU" sz="2400" dirty="0"/>
          </a:p>
        </p:txBody>
      </p:sp>
      <p:cxnSp>
        <p:nvCxnSpPr>
          <p:cNvPr id="8" name="Прямая со стрелкой 7"/>
          <p:cNvCxnSpPr>
            <a:endCxn id="9" idx="3"/>
          </p:cNvCxnSpPr>
          <p:nvPr/>
        </p:nvCxnSpPr>
        <p:spPr>
          <a:xfrm rot="10800000">
            <a:off x="2786050" y="2428868"/>
            <a:ext cx="1857388" cy="15002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500034" y="1500174"/>
            <a:ext cx="2286016" cy="1857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6211669"/>
            <a:ext cx="9144000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Для выполнения задания Вам необходимо изменять значения в выделенном красной рамкой блоке</a:t>
            </a:r>
            <a:endParaRPr lang="ru-RU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0" y="785794"/>
            <a:ext cx="9144000" cy="478634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0" y="5857892"/>
            <a:ext cx="9144000" cy="10001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err="1" smtClean="0"/>
              <a:t>Плагин</a:t>
            </a:r>
            <a:r>
              <a:rPr lang="ru-RU" b="1" dirty="0" smtClean="0"/>
              <a:t>: пагинация</a:t>
            </a:r>
            <a:endParaRPr lang="ru-RU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-32" y="714356"/>
            <a:ext cx="9144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JavaScript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предоставляет большой набор библиотек, в которых достаточно с большой вероятностью уже будет то, что Вам нужно.</a:t>
            </a:r>
          </a:p>
          <a:p>
            <a:pPr algn="just"/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Конкретно сейчас для работы с пагинацией необходима библиотека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jQuery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jQuery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— это библиотека для языка программирования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, набор инструментов для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веб-разработки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 её помощью разработчик обращается к разным элементам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интернет-страницы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управляет её содержимым. Так можно изменять страницу в зависимости от настроек и действий пользователя.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Поэтому в файл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HTML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(в блок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&lt;head&gt;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 необходимо добавить строку</a:t>
            </a:r>
          </a:p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&lt;script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src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="https://code.jquery.com/jquery-1.12.4.min.js"&gt;&lt;/script&gt;</a:t>
            </a: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2285992"/>
            <a:ext cx="9144000" cy="15001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3571868" y="1000108"/>
            <a:ext cx="5572132" cy="2500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0" y="4286256"/>
            <a:ext cx="9144000" cy="25717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err="1" smtClean="0"/>
              <a:t>Плагин</a:t>
            </a:r>
            <a:r>
              <a:rPr lang="ru-RU" b="1" dirty="0" smtClean="0"/>
              <a:t>: пагинация</a:t>
            </a:r>
            <a:endParaRPr lang="ru-RU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571900" y="1000108"/>
            <a:ext cx="55721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Вызов функционала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плагина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должен осуществляться в файле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HTML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В данном случае необходимо добавить нужные элементы в объект пагинации. 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00108"/>
            <a:ext cx="3527937" cy="121444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2285992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jQuery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document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).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ready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function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($))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 это метод в библиотеке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jQuery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который гарантирует, что код будет выполнен только после полной загрузки DOM 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Document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Object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Model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 Это важно, так как элементы страницы, с которыми представлено взаимодействие, могут быть ещё не доступны из-за отложенной загрузки ресурсов, например изображений или стилей.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593467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Кроме того, можно заранее создать и оформить необходимый блок, с которым будет работать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плагин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(как правило, этот блок можно найти либо в примере к этому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плагину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(включая его оформление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CSS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), либо его можно найти в сети Интернет)</a:t>
            </a:r>
            <a:endParaRPr lang="ru-RU" dirty="0"/>
          </a:p>
        </p:txBody>
      </p:sp>
      <p:cxnSp>
        <p:nvCxnSpPr>
          <p:cNvPr id="14" name="Прямая со стрелкой 13"/>
          <p:cNvCxnSpPr/>
          <p:nvPr/>
        </p:nvCxnSpPr>
        <p:spPr>
          <a:xfrm rot="10800000">
            <a:off x="1142976" y="1643052"/>
            <a:ext cx="2071702" cy="1428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000636"/>
            <a:ext cx="9144000" cy="5476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0" y="4274114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Плагин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позволяет добавить в документ текст с определенным настроенным стилем. </a:t>
            </a:r>
            <a:endParaRPr lang="ru-RU" dirty="0"/>
          </a:p>
        </p:txBody>
      </p:sp>
      <p:cxnSp>
        <p:nvCxnSpPr>
          <p:cNvPr id="17" name="Прямая со стрелкой 16"/>
          <p:cNvCxnSpPr>
            <a:stCxn id="16" idx="2"/>
          </p:cNvCxnSpPr>
          <p:nvPr/>
        </p:nvCxnSpPr>
        <p:spPr>
          <a:xfrm rot="16200000" flipH="1">
            <a:off x="4643438" y="4572008"/>
            <a:ext cx="428628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11" idx="0"/>
          </p:cNvCxnSpPr>
          <p:nvPr/>
        </p:nvCxnSpPr>
        <p:spPr>
          <a:xfrm rot="16200000" flipV="1">
            <a:off x="2533347" y="3896017"/>
            <a:ext cx="576844" cy="350046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642918"/>
            <a:ext cx="9144000" cy="34290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err="1" smtClean="0"/>
              <a:t>Плагины</a:t>
            </a:r>
            <a:r>
              <a:rPr lang="ru-RU" b="1" dirty="0" smtClean="0"/>
              <a:t> в сети Интернет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571480"/>
            <a:ext cx="9144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 текущий момент в сети Интернет можно найти множество ресурсов, посвященных демонстрации работы бесплатных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плагинов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Одним из популярных ресурсов является</a:t>
            </a: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CodePen.io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— 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онлайн-платформа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для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фронтенд-разработчиков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где можно создавать и тестировать HTML, CSS 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прямо в браузере. Это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онлайн-редактор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кода, а также интернет-сообщество, где пользователи могут делиться своими разработками.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на этом сайте будет найден интересующий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плагин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всегда можно найти больше примеров и теоретической информации, если искать его название (или части кода). Иногда можно выйти на страницу проекта самого разработчика (например, в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14818"/>
            <a:ext cx="6215074" cy="1757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81640" y="4214818"/>
            <a:ext cx="3562360" cy="264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4214818"/>
            <a:ext cx="2286016" cy="12858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единительная линия 7"/>
          <p:cNvCxnSpPr>
            <a:stCxn id="6" idx="2"/>
          </p:cNvCxnSpPr>
          <p:nvPr/>
        </p:nvCxnSpPr>
        <p:spPr>
          <a:xfrm rot="5400000">
            <a:off x="821521" y="5822157"/>
            <a:ext cx="642942" cy="3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>
            <a:off x="1142976" y="6143644"/>
            <a:ext cx="4714908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642918"/>
            <a:ext cx="9144000" cy="17145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err="1" smtClean="0"/>
              <a:t>Плагин</a:t>
            </a:r>
            <a:r>
              <a:rPr lang="ru-RU" b="1" dirty="0" smtClean="0"/>
              <a:t>: тестирование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500042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качестве примера рассмотрим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плагин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создания тестирования на стороне пользователя. На странице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CodePen.io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можно найти код разметки, стиля и непосредственный код подключения самого тестирования (с помощью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JQuery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 Но на этой странице не приведены дополнительные библиотека, которые нужны для корректной работы. Как раз в этом случае может помочь страница проекта автора.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500306"/>
            <a:ext cx="2643174" cy="4357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/>
          <p:nvPr/>
        </p:nvCxnSpPr>
        <p:spPr>
          <a:xfrm rot="10800000" flipV="1">
            <a:off x="1428728" y="3143248"/>
            <a:ext cx="2500330" cy="85725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3857620" y="2357430"/>
            <a:ext cx="5286380" cy="31700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создания документа в едином файле необходимо:</a:t>
            </a:r>
          </a:p>
          <a:p>
            <a:pPr marL="457200" indent="-457200" algn="just">
              <a:buAutoNum type="arabicParenR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Вставить после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&lt;title&gt;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ссылки на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стили</a:t>
            </a:r>
          </a:p>
          <a:p>
            <a:pPr marL="457200" indent="-457200" algn="just">
              <a:buAutoNum type="arabicParenR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Добавить блок с тегами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&lt;style&gt;&lt;/style&gt;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вставки кода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CSS</a:t>
            </a:r>
          </a:p>
          <a:p>
            <a:pPr marL="457200" indent="-457200" algn="just">
              <a:buAutoNum type="arabicParenR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Вставить код непосредственно самого блока тестирования внутри тега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&lt;body&gt;</a:t>
            </a:r>
          </a:p>
          <a:p>
            <a:pPr marL="457200" indent="-457200" algn="just">
              <a:buAutoNum type="arabicParenR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Добавить блок кода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между тегами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&lt;script&gt;&lt;/script&gt;</a:t>
            </a:r>
          </a:p>
        </p:txBody>
      </p:sp>
      <p:cxnSp>
        <p:nvCxnSpPr>
          <p:cNvPr id="15" name="Прямая со стрелкой 14"/>
          <p:cNvCxnSpPr/>
          <p:nvPr/>
        </p:nvCxnSpPr>
        <p:spPr>
          <a:xfrm rot="10800000" flipV="1">
            <a:off x="1214414" y="3786190"/>
            <a:ext cx="2714644" cy="4286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rot="10800000" flipV="1">
            <a:off x="1214414" y="4357694"/>
            <a:ext cx="2786082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rot="10800000" flipV="1">
            <a:off x="857224" y="5000636"/>
            <a:ext cx="3071834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err="1" smtClean="0"/>
              <a:t>Плагины</a:t>
            </a:r>
            <a:endParaRPr lang="ru-RU" b="1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642918"/>
            <a:ext cx="9144000" cy="600164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могут значительно улучшить твою работу с программами, но как и любое другое расширение, они имеют свои плюсы и минусы.</a:t>
            </a:r>
          </a:p>
          <a:p>
            <a:pPr algn="just"/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Преимущества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Экономия времени и усилий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автоматизация рутинных задач.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Гибкость и индивидуализация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настройка программ под личные нужды.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Легкость и быстрота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программы остаются легкими и быстрыми, так как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можно устанавливать и удалять по необходимости.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Недостатки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Возможные проблемы с совместимостью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особенно при обновлениях основной программы или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Риск безопасности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при скачивании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из ненадежных источников.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523</Words>
  <Application>Microsoft Office PowerPoint</Application>
  <PresentationFormat>Экран (4:3)</PresentationFormat>
  <Paragraphs>63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Плагины в JavaScript </vt:lpstr>
      <vt:lpstr>Дополнительные материалы</vt:lpstr>
      <vt:lpstr>Плагины</vt:lpstr>
      <vt:lpstr>Плагин: пагинация</vt:lpstr>
      <vt:lpstr>Плагин: пагинация</vt:lpstr>
      <vt:lpstr>Плагин: пагинация</vt:lpstr>
      <vt:lpstr>Плагин: пагинация</vt:lpstr>
      <vt:lpstr>Плагины в сети Интернет</vt:lpstr>
      <vt:lpstr>Плагин: тестирование</vt:lpstr>
      <vt:lpstr>Плагины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Создание сайта</dc:title>
  <dc:creator>user</dc:creator>
  <cp:lastModifiedBy>user</cp:lastModifiedBy>
  <cp:revision>81</cp:revision>
  <dcterms:created xsi:type="dcterms:W3CDTF">2024-02-01T09:49:19Z</dcterms:created>
  <dcterms:modified xsi:type="dcterms:W3CDTF">2025-11-04T16:56:03Z</dcterms:modified>
</cp:coreProperties>
</file>
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81" r:id="rId4"/>
    <p:sldId id="286" r:id="rId5"/>
    <p:sldId id="282" r:id="rId6"/>
    <p:sldId id="287" r:id="rId7"/>
    <p:sldId id="283" r:id="rId8"/>
    <p:sldId id="284" r:id="rId9"/>
    <p:sldId id="285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ka-guide.vercel.app/js/prompt/" TargetMode="External"/><Relationship Id="rId2" Type="http://schemas.openxmlformats.org/officeDocument/2006/relationships/hyperlink" Target="https://vk.cc/cPCkOo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learn.javascript.ru/array?ysclid=mfp8xfup6263684174" TargetMode="External"/><Relationship Id="rId4" Type="http://schemas.openxmlformats.org/officeDocument/2006/relationships/hyperlink" Target="https://learn.javascript.ru/string?ysclid=mfthrj1lf5772577549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Размещение </a:t>
            </a:r>
            <a:r>
              <a:rPr lang="ru-RU" b="1" dirty="0" err="1" smtClean="0"/>
              <a:t>JavaScript</a:t>
            </a:r>
            <a:r>
              <a:rPr lang="ru-RU" b="1" dirty="0" smtClean="0"/>
              <a:t> на HTML-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 smtClean="0"/>
              <a:t>странице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85860"/>
            <a:ext cx="9144000" cy="489364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smtClean="0">
                <a:latin typeface="Cambria" pitchFamily="18" charset="0"/>
              </a:rPr>
              <a:t>Главный язык программирования для </a:t>
            </a:r>
            <a:r>
              <a:rPr lang="ru-RU" sz="2400" b="1" i="1" dirty="0" err="1" smtClean="0">
                <a:latin typeface="Cambria" pitchFamily="18" charset="0"/>
              </a:rPr>
              <a:t>фронтендера</a:t>
            </a:r>
            <a:r>
              <a:rPr lang="ru-RU" sz="2400" b="1" i="1" dirty="0" smtClean="0">
                <a:latin typeface="Cambria" pitchFamily="18" charset="0"/>
              </a:rPr>
              <a:t>: зачем учить </a:t>
            </a:r>
            <a:r>
              <a:rPr lang="ru-RU" sz="2400" b="1" i="1" dirty="0" err="1" smtClean="0">
                <a:latin typeface="Cambria" pitchFamily="18" charset="0"/>
              </a:rPr>
              <a:t>JavaScript</a:t>
            </a:r>
            <a:endParaRPr lang="ru-RU" sz="2400" b="1" i="1" dirty="0" smtClean="0">
              <a:latin typeface="Cambria" pitchFamily="18" charset="0"/>
            </a:endParaRPr>
          </a:p>
          <a:p>
            <a:pPr algn="just"/>
            <a:r>
              <a:rPr lang="en-US" sz="2400" dirty="0" smtClean="0">
                <a:latin typeface="Cambria" pitchFamily="18" charset="0"/>
                <a:hlinkClick r:id="rId2"/>
              </a:rPr>
              <a:t>https://vk.cc/cPCkOo</a:t>
            </a:r>
            <a:endParaRPr lang="ru-RU" sz="2400" dirty="0" smtClean="0">
              <a:latin typeface="Cambria" pitchFamily="18" charset="0"/>
            </a:endParaRPr>
          </a:p>
          <a:p>
            <a:pPr algn="just"/>
            <a:endParaRPr lang="ru-RU" sz="2400" dirty="0" smtClean="0">
              <a:latin typeface="Cambria" pitchFamily="18" charset="0"/>
            </a:endParaRPr>
          </a:p>
          <a:p>
            <a:pPr algn="just"/>
            <a:r>
              <a:rPr lang="en-US" sz="2400" b="1" i="1" dirty="0" err="1" smtClean="0">
                <a:latin typeface="Cambria" pitchFamily="18" charset="0"/>
              </a:rPr>
              <a:t>Promt</a:t>
            </a:r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en-US" sz="2400" i="1" dirty="0" smtClean="0">
                <a:latin typeface="Cambria" pitchFamily="18" charset="0"/>
                <a:hlinkClick r:id="rId3"/>
              </a:rPr>
              <a:t>https://doka-guide.vercel.app/js/prompt/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ru-RU" sz="2400" b="1" i="1" dirty="0" smtClean="0">
                <a:latin typeface="Cambria" pitchFamily="18" charset="0"/>
              </a:rPr>
              <a:t>Строки</a:t>
            </a:r>
          </a:p>
          <a:p>
            <a:pPr algn="just"/>
            <a:r>
              <a:rPr lang="en-US" sz="2400" i="1" dirty="0" smtClean="0">
                <a:latin typeface="Cambria" pitchFamily="18" charset="0"/>
                <a:hlinkClick r:id="rId4"/>
              </a:rPr>
              <a:t>https://</a:t>
            </a:r>
            <a:r>
              <a:rPr lang="en-US" sz="2400" i="1" dirty="0" smtClean="0">
                <a:latin typeface="Cambria" pitchFamily="18" charset="0"/>
                <a:hlinkClick r:id="rId4"/>
              </a:rPr>
              <a:t>learn.javascript.ru/string?ysclid=mfthrj1lf5772577549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i="1" dirty="0" smtClean="0">
                <a:latin typeface="Cambria" pitchFamily="18" charset="0"/>
              </a:rPr>
              <a:t>JS </a:t>
            </a:r>
            <a:r>
              <a:rPr lang="ru-RU" sz="2400" b="1" i="1" dirty="0" smtClean="0">
                <a:latin typeface="Cambria" pitchFamily="18" charset="0"/>
              </a:rPr>
              <a:t>Массивы</a:t>
            </a:r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en-US" sz="2400" i="1" dirty="0" smtClean="0">
                <a:latin typeface="Cambria" pitchFamily="18" charset="0"/>
                <a:hlinkClick r:id="rId5"/>
              </a:rPr>
              <a:t>https://learn.javascript.ru/array?ysclid=mfp8xfup6263684174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47089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 язык программирования, который используется для создания интерактивных и динамических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веб-сайтов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Он позволяет разработчикам добавлять функциональность к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веб-страницам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делать их более отзывчивыми к действиям пользователя и обеспечивать взаимодействие с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веб-серверами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загрузки или отправки данных без необходимости перезагрузки страницы. 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Некоторые возможности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для сайтов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отображение своевременных и актуальных обновлений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вставка раскрывающихся меню;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воспроизведение аудио и видео;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увеличение и уменьшение изображений;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добавление 2D/3D графики и анимации;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вставка эффектов, которые приходят в действие при наведении курсора;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отображение и скрытие меню;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предупреждение пользователей о недопустимых символах при вводе паролей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5380696"/>
            <a:ext cx="9144000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Добавить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в HTML-документ можно двумя способами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Встроенный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Код встраивается непосредственно в HTML-документ, в тегах 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Внешний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Код размещается в отдельном файле и подключается к HTML-документу.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создания программ 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не требуется никаких дополнительных средств— необходим лишь браузер, поддерживающий язык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соответствующей версии и текстовый редактор, позволяющий создавать HTML-документы. Так как программа 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встраивается непосредственно в текст HTML-документа, вы можете немедленно увидеть результаты своей работы во время просмотра документа браузером и при необходимости внести изменения.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4549676"/>
            <a:ext cx="9144000" cy="23083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обеспечивает взаимодействие с пользователем. Важной особенностью этого языка является реализованная в нем возможность определять обработчики событий — произвольные порции кода, которые выполняются при наступлении конкретных событий (обычно действий пользователя).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позволяет использовать в качестве обработчиков событий любые новые предварительно заданные функции. Например, можно написать программу, которая выведет в строке состояния специальное сообщение, если пользователь установит указатель "мыши" на гипертекстовую ссылку, или выведет на экран диалоговое окно с запросом на подтверждение выполнения некоторого действия.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6298" y="2357430"/>
            <a:ext cx="5734660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JavaScript: </a:t>
            </a:r>
            <a:r>
              <a:rPr lang="ru-RU" sz="4000" b="1" dirty="0" smtClean="0"/>
              <a:t>всплывающие окна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28623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Очень важной частью для программирования на языке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являются события и обработчики событий. События, главным образом, инициируются теми или иными действиями пользователя. Если он щелкает по некоторой кнопке, происходит событие "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Click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". Если указатель мыши пересекает какую-либо ссылку гипертекста - происходит событие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MouseOver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Существует несколько различных типов событий. JavaScript-программа реагирует на них с помощью специальных программ обработки событий. Так, в результате щелчка по кнопке используется программа-обработчик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onClick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Приведенный ниже код представляет простой пример программы обработки события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onClick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643314"/>
            <a:ext cx="50482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14925" y="3500438"/>
            <a:ext cx="4029075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4572008"/>
            <a:ext cx="50720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Это и есть пример кода на языке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(в этом случае даже не используется тэг &lt;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script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&gt;).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000364" y="5780782"/>
            <a:ext cx="6143636" cy="107721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Метод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alert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() отображает окно предупреждения с соответствующим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сообщением. После прочтения сообщения пользователю необходимо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нажать кнопку ОК, чтобы закрыть окно. Аргументом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данного метода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является строка.</a:t>
            </a:r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>
            <a:stCxn id="9" idx="0"/>
          </p:cNvCxnSpPr>
          <p:nvPr/>
        </p:nvCxnSpPr>
        <p:spPr>
          <a:xfrm rot="5400000" flipH="1" flipV="1">
            <a:off x="6289340" y="4854916"/>
            <a:ext cx="708708" cy="114302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Задание1</a:t>
            </a:r>
            <a:endParaRPr lang="ru-RU" sz="4000" b="1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71546"/>
            <a:ext cx="351472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10225" y="785794"/>
            <a:ext cx="3533775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 rot="10800000">
            <a:off x="1357290" y="2071678"/>
            <a:ext cx="4714908" cy="10715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rot="10800000">
            <a:off x="3286116" y="1357298"/>
            <a:ext cx="2786082" cy="178595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0" y="3857628"/>
            <a:ext cx="9144000" cy="138499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Чтобы применять стили, нужно оборачивать код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HTML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в специальные блоки. Вставьте в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-файл блок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style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внутри блока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head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JavaScript: </a:t>
            </a:r>
            <a:r>
              <a:rPr lang="ru-RU" sz="4000" b="1" dirty="0" smtClean="0"/>
              <a:t>всплывающие окна</a:t>
            </a:r>
            <a:endParaRPr lang="ru-RU" sz="4000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14356"/>
            <a:ext cx="9144000" cy="22467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Метод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prompt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()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имеет противоположное назначение. Он служит для получения данных от пользователя. При его вызове отображается окно приглашения с текстовым полем. Метод может содержать два аргумента. Оба этих аргумента должны быть строками. Первый аргумент – сообщение, которое отображается в окне. Второй аргумент – это текст по умолчанию, который должен появиться в соответствующем поле. Кроме того, этот метод, в свою очередь, возвращает значение, которое также является строкой, – это текст, который ввел пользователь.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3071810"/>
            <a:ext cx="75628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1" y="4714884"/>
            <a:ext cx="4477497" cy="461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785794"/>
            <a:ext cx="9144000" cy="52149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JavaScript: </a:t>
            </a:r>
            <a:r>
              <a:rPr lang="ru-RU" sz="4000" b="1" dirty="0" smtClean="0"/>
              <a:t>переменные</a:t>
            </a:r>
            <a:endParaRPr lang="ru-RU" sz="4000" b="1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1928802"/>
            <a:ext cx="9144000" cy="10001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3786190"/>
            <a:ext cx="9144000" cy="10001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0" y="714356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Переменная — это имя, присваиваемое ячейке памяти компьютера, которая хранит определенные данные во время работы сценария. 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Примеры объявления переменных: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myData1;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x,y,z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, msg1, msg2, IM;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процессе объявления переменную можно проинициализировать, то есть задать ей начальное значение:</a:t>
            </a:r>
          </a:p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myStr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= “Здравствуйте, “;</a:t>
            </a:r>
          </a:p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k=1000, х=12, у=-5;</a:t>
            </a:r>
          </a:p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s=1.34e-5, msg11="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Error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",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Flag=false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Пока переменная не получит значение, она не определена -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undefined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Чтобы определить тип переменной, можно использовать операцию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typeof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которая возвращает строку с типом переменной.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JavaScript: </a:t>
            </a:r>
            <a:r>
              <a:rPr lang="ru-RU" sz="4000" b="1" dirty="0" smtClean="0"/>
              <a:t>массив</a:t>
            </a:r>
            <a:endParaRPr lang="ru-RU" sz="40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642918"/>
            <a:ext cx="9144000" cy="83099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Массив - является особой переменной, позволяющей хранить сразу несколько значений.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00174"/>
            <a:ext cx="4105275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4724378"/>
            <a:ext cx="4267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67275" y="2509800"/>
            <a:ext cx="4276725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endCxn id="3076" idx="1"/>
          </p:cNvCxnSpPr>
          <p:nvPr/>
        </p:nvCxnSpPr>
        <p:spPr>
          <a:xfrm flipV="1">
            <a:off x="1428728" y="3167025"/>
            <a:ext cx="3438547" cy="126592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endCxn id="3075" idx="1"/>
          </p:cNvCxnSpPr>
          <p:nvPr/>
        </p:nvCxnSpPr>
        <p:spPr>
          <a:xfrm>
            <a:off x="1285852" y="4867254"/>
            <a:ext cx="3590948" cy="46672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0" y="5929330"/>
            <a:ext cx="914400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 объявлении массива количество элементов указывается в круглых скобках, а при обращении к элементу его индекс указывается в квадратных скобках. Кроме того, в языке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нумерация элементов массива начинается с нуля.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615</Words>
  <Application>Microsoft Office PowerPoint</Application>
  <PresentationFormat>Экран (4:3)</PresentationFormat>
  <Paragraphs>54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Размещение JavaScript на HTML- странице</vt:lpstr>
      <vt:lpstr>Дополнительные материалы</vt:lpstr>
      <vt:lpstr>JavaScript</vt:lpstr>
      <vt:lpstr>JavaScript</vt:lpstr>
      <vt:lpstr>JavaScript: всплывающие окна</vt:lpstr>
      <vt:lpstr>Задание1</vt:lpstr>
      <vt:lpstr>JavaScript: всплывающие окна</vt:lpstr>
      <vt:lpstr>JavaScript: переменные</vt:lpstr>
      <vt:lpstr>JavaScript: массив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Создание сайта</dc:title>
  <dc:creator>user</dc:creator>
  <cp:lastModifiedBy>user</cp:lastModifiedBy>
  <cp:revision>88</cp:revision>
  <dcterms:created xsi:type="dcterms:W3CDTF">2024-02-01T09:49:19Z</dcterms:created>
  <dcterms:modified xsi:type="dcterms:W3CDTF">2025-09-21T09:28:32Z</dcterms:modified>
</cp:coreProperties>
</file>
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81" r:id="rId4"/>
    <p:sldId id="288" r:id="rId5"/>
    <p:sldId id="289" r:id="rId6"/>
    <p:sldId id="290" r:id="rId7"/>
    <p:sldId id="291" r:id="rId8"/>
    <p:sldId id="293" r:id="rId9"/>
    <p:sldId id="292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28.09.2025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javascript.ru/while-for?ysclid=mfy1ik0mjn227814480" TargetMode="External"/><Relationship Id="rId2" Type="http://schemas.openxmlformats.org/officeDocument/2006/relationships/hyperlink" Target="https://learn.javascript.ru/ifelse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geeksforgeeks.org/javascript/how-to-get-value-of-selected-radio-button-using-javascript/?ysclid=mfy39aksy9854362500" TargetMode="External"/><Relationship Id="rId5" Type="http://schemas.openxmlformats.org/officeDocument/2006/relationships/hyperlink" Target="https://developer.mozilla.org/en-US/docs/Web/HTML/Reference/Elements/input/checkbox" TargetMode="External"/><Relationship Id="rId4" Type="http://schemas.openxmlformats.org/officeDocument/2006/relationships/hyperlink" Target="https://learn.javascript.ru/date?ysclid=mfy3kc72v045749676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Размещение </a:t>
            </a:r>
            <a:r>
              <a:rPr lang="ru-RU" b="1" dirty="0" err="1" smtClean="0"/>
              <a:t>JavaScript</a:t>
            </a:r>
            <a:r>
              <a:rPr lang="ru-RU" b="1" dirty="0" smtClean="0"/>
              <a:t> на HTML-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/>
              <a:t>странице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674030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Условное ветвление: </a:t>
            </a:r>
            <a:r>
              <a:rPr lang="en-US" sz="2400" b="1" i="1" dirty="0" smtClean="0">
                <a:latin typeface="Cambria" pitchFamily="18" charset="0"/>
              </a:rPr>
              <a:t>if, '?'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2"/>
              </a:rPr>
              <a:t>https://learn.javascript.ru/ifelse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Циклы </a:t>
            </a:r>
            <a:r>
              <a:rPr lang="en-US" sz="2400" b="1" i="1" dirty="0" smtClean="0">
                <a:latin typeface="Cambria" pitchFamily="18" charset="0"/>
              </a:rPr>
              <a:t>while </a:t>
            </a:r>
            <a:r>
              <a:rPr lang="ru-RU" sz="2400" b="1" i="1" dirty="0" smtClean="0">
                <a:latin typeface="Cambria" pitchFamily="18" charset="0"/>
              </a:rPr>
              <a:t>и </a:t>
            </a:r>
            <a:r>
              <a:rPr lang="en-US" sz="2400" b="1" i="1" dirty="0" smtClean="0">
                <a:latin typeface="Cambria" pitchFamily="18" charset="0"/>
              </a:rPr>
              <a:t>for</a:t>
            </a:r>
          </a:p>
          <a:p>
            <a:pPr algn="just"/>
            <a:r>
              <a:rPr lang="en-US" sz="2400" i="1" dirty="0" smtClean="0">
                <a:latin typeface="Cambria" pitchFamily="18" charset="0"/>
                <a:hlinkClick r:id="rId3"/>
              </a:rPr>
              <a:t>https://learn.javascript.ru/while-for?ysclid=mfy1ik0mjn227814480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Дата и время</a:t>
            </a:r>
          </a:p>
          <a:p>
            <a:pPr algn="just"/>
            <a:r>
              <a:rPr lang="en-US" sz="2400" i="1" dirty="0" smtClean="0">
                <a:latin typeface="Cambria" pitchFamily="18" charset="0"/>
                <a:hlinkClick r:id="rId4"/>
              </a:rPr>
              <a:t>https://learn.javascript.ru/date?ysclid=mfy3kc72v0457496764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ru-RU" sz="2400" b="1" i="1" dirty="0" smtClean="0">
                <a:latin typeface="Cambria" pitchFamily="18" charset="0"/>
              </a:rPr>
              <a:t>Флажки и </a:t>
            </a:r>
            <a:r>
              <a:rPr lang="ru-RU" sz="2400" b="1" i="1" dirty="0" err="1" smtClean="0">
                <a:latin typeface="Cambria" pitchFamily="18" charset="0"/>
              </a:rPr>
              <a:t>радиокнопки</a:t>
            </a:r>
            <a:endParaRPr lang="ru-RU" sz="2400" b="1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5"/>
              </a:rPr>
              <a:t>https://developer.mozilla.org/en-US/docs/Web/HTML/Reference/Elements/input/checkbox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6"/>
              </a:rPr>
              <a:t>https://www.geeksforgeeks.org/javascript/how-to-get-value-of-selected-radio-button-using-javascript/?ysclid=mfy39aksy9854362500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условия и циклы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Редко какая-либо программа или сценарий имеют линейный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алгоритм. Обычно в ходе работы часто проверяются различные условия, и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 зависимости от результата, принимаются какие-то решения. Для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автоматизации работы в коде также используются циклы, которые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позволяют намного снизить трудоемкость разработки.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Иногда в ходе выполнения цикла возникает необходимость прервать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весь цикл или одну его итерацию. Для этой цели служат операторы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полностью прекращает выполнение цикла 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передает управление операторам, следующим за циклом. Оператор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прерывает текущее выполнение цикла и переходит к выполнению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следующего шага цикла.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86190"/>
            <a:ext cx="43719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57145" y="4962525"/>
            <a:ext cx="72294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91100" y="3857628"/>
            <a:ext cx="415290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функции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7078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 — это набор команд, объединенных под общим именем для выполнения некоторой задачи. Синтаксис функции имеет следующий вид: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4572000" cy="1151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4572000" y="1428736"/>
            <a:ext cx="4572000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объявляет функцию с именем Имя Функции. Функции могут передавать (но могут и не передавать) аргументы, которые перечисляются через запятую в скобках рядом с именем функции. В качестве аргументов могут выступать переменные, значения и выражения.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38525"/>
            <a:ext cx="410527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4572000" y="3929066"/>
            <a:ext cx="4572000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Функции могут возвращать значение. Для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этого необходимо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использовать оператор возврата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Вообще этот оператор может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встречаться несколько раз в теле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функции.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дата и время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3234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Объект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предоставляет значительное количество свойств и методов, связанных с датами и временем. В качестве базовой даты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принято 1 января 1970 года. Язык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имеет доступ только ко времени и дате на клиентской машине.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857375"/>
            <a:ext cx="604837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дата и время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3234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Объект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предоставляет значительное количество свойств и методов, связанных с датами и временем. В качестве базовой даты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принято 1 января 1970 года. Язык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имеет доступ только ко времени и дате на клиентской машине.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75"/>
            <a:ext cx="604837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2143116"/>
            <a:ext cx="3324219" cy="187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Группа 11"/>
          <p:cNvGrpSpPr/>
          <p:nvPr/>
        </p:nvGrpSpPr>
        <p:grpSpPr>
          <a:xfrm>
            <a:off x="8429652" y="2499512"/>
            <a:ext cx="573092" cy="2929752"/>
            <a:chOff x="8429652" y="2428868"/>
            <a:chExt cx="573092" cy="2929752"/>
          </a:xfrm>
        </p:grpSpPr>
        <p:cxnSp>
          <p:nvCxnSpPr>
            <p:cNvPr id="8" name="Прямая соединительная линия 7"/>
            <p:cNvCxnSpPr/>
            <p:nvPr/>
          </p:nvCxnSpPr>
          <p:spPr>
            <a:xfrm rot="5400000">
              <a:off x="7537471" y="3893347"/>
              <a:ext cx="2928958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/>
            <p:nvPr/>
          </p:nvCxnSpPr>
          <p:spPr>
            <a:xfrm rot="10800000">
              <a:off x="8429652" y="2428868"/>
              <a:ext cx="571472" cy="79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Прямоугольник 13"/>
          <p:cNvSpPr/>
          <p:nvPr/>
        </p:nvSpPr>
        <p:spPr>
          <a:xfrm>
            <a:off x="6357950" y="4857760"/>
            <a:ext cx="278605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Таким способом можно узнать текущее время в часах и минутах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smtClean="0"/>
              <a:t>дата и время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25545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Очень часто язык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используется для реагирования на события, которые могут быть вызваны пользователем или браузером. К событиям относятся открытие новой страницы, перемещение указателя мыши, щелчок кнопкой мыши и т. д. Каждое событие имеет соответствующий обработчик, который автоматически реагирует на возникшее событие.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Так, событие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onLoad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происходит после загрузки какого-либо элемента, например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Использование обработчика этого события позволяет выполнять JavaScript-код сразу после полной загрузки документа.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876"/>
            <a:ext cx="5326335" cy="1033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4714884"/>
            <a:ext cx="535781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Таким способом можно вызвать функцию таймера при загрузке страницы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000232" y="6211669"/>
            <a:ext cx="707233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 так можно получить доступ к блоку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 встроить туда код с помощью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JS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500694" y="3286124"/>
            <a:ext cx="3643306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написать таймер в реальном времени, нужно получить часы, минуты и секунды;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сформировать из них строку;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вызывать таймер рекурсивно с задержкой в секунду или чаще</a:t>
            </a:r>
            <a:endParaRPr lang="ru-RU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5500702"/>
            <a:ext cx="7300134" cy="72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Radio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6312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Переключатели применяются в том случае, когда необходимо предоставить пользователю возможность выбора одного параметра из группы. В связи с этим переключатели всегда используются в группе. Вся группа должна иметь одно и то же название. Если же назначить переключателям различные имена, то они превращаются во флажки.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00306"/>
            <a:ext cx="53054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69539" y="4071942"/>
            <a:ext cx="6674461" cy="234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3143248"/>
            <a:ext cx="535781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переключателя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14414" y="6286520"/>
            <a:ext cx="792958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для получения значения переключателя и вывода на экран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5800725"/>
            <a:ext cx="671512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JavaScript: </a:t>
            </a:r>
            <a:r>
              <a:rPr lang="ru-RU" sz="4000" b="1" dirty="0" err="1" smtClean="0"/>
              <a:t>Checkbox</a:t>
            </a:r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9389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Объект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Checkbox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представляет собой флажок, который можно установить или снять. Этот объект применяется для обозначения логических данных, принимающих значения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Флажки с одинаковыми именами объединяются в группу. В рамках группы доступ к отдельным флажкам осуществляется как к элементам массива, то есть с помощью квадратных скобок. Наиболее важное свойство флажка-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checked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27" y="2643182"/>
            <a:ext cx="77057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1643074" y="3571876"/>
            <a:ext cx="535781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Добавление в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флажка</a:t>
            </a:r>
            <a:endParaRPr lang="ru-RU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4857760"/>
            <a:ext cx="57816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1500166" y="4488428"/>
            <a:ext cx="535781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 вызов кнопки можно привязать функцию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10800000" flipV="1">
            <a:off x="4224312" y="5143513"/>
            <a:ext cx="1776449" cy="69531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606</Words>
  <Application>Microsoft Office PowerPoint</Application>
  <PresentationFormat>Экран (4:3)</PresentationFormat>
  <Paragraphs>43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Размещение JavaScript на HTML- странице</vt:lpstr>
      <vt:lpstr>Дополнительные материалы</vt:lpstr>
      <vt:lpstr>JavaScript: условия и циклы</vt:lpstr>
      <vt:lpstr>JavaScript: функции</vt:lpstr>
      <vt:lpstr>JavaScript: дата и время</vt:lpstr>
      <vt:lpstr>JavaScript: дата и время</vt:lpstr>
      <vt:lpstr>JavaScript: дата и время</vt:lpstr>
      <vt:lpstr>JavaScript: Radio</vt:lpstr>
      <vt:lpstr>JavaScript: Checkbox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100</cp:revision>
  <dcterms:created xsi:type="dcterms:W3CDTF">2024-02-01T09:49:19Z</dcterms:created>
  <dcterms:modified xsi:type="dcterms:W3CDTF">2025-09-28T11:57:42Z</dcterms:modified>
</cp:coreProperties>
</file>
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9" r:id="rId4"/>
    <p:sldId id="274" r:id="rId5"/>
    <p:sldId id="28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no.ru/spravka/hosting/articles/flask_templ.html" TargetMode="External"/><Relationship Id="rId2" Type="http://schemas.openxmlformats.org/officeDocument/2006/relationships/hyperlink" Target="https://pythonru.com/uroki/1-vvedenie-vo-flask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habr.com/ru/articles/804887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ru.com/uroki/6-shablony-vo-flask" TargetMode="External"/><Relationship Id="rId2" Type="http://schemas.openxmlformats.org/officeDocument/2006/relationships/hyperlink" Target="https://pythonru.com/uroki/3-osnovy-flask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во </a:t>
            </a:r>
            <a:r>
              <a:rPr lang="en-US" b="1" dirty="0" smtClean="0"/>
              <a:t>Flask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489364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#</a:t>
            </a:r>
            <a:r>
              <a:rPr lang="ru-RU" sz="2400" i="1" dirty="0" smtClean="0">
                <a:latin typeface="Cambria" pitchFamily="18" charset="0"/>
              </a:rPr>
              <a:t>1 Введение во </a:t>
            </a:r>
            <a:r>
              <a:rPr lang="en-US" sz="2400" i="1" dirty="0" smtClean="0">
                <a:latin typeface="Cambria" pitchFamily="18" charset="0"/>
              </a:rPr>
              <a:t>Flask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</a:t>
            </a:r>
            <a:r>
              <a:rPr lang="en-US" sz="2400" b="1" dirty="0" smtClean="0">
                <a:latin typeface="Cambria" pitchFamily="18" charset="0"/>
                <a:hlinkClick r:id="rId2"/>
              </a:rPr>
              <a:t>://</a:t>
            </a:r>
            <a:r>
              <a:rPr lang="en-US" sz="2400" b="1" dirty="0" smtClean="0">
                <a:latin typeface="Cambria" pitchFamily="18" charset="0"/>
                <a:hlinkClick r:id="rId2"/>
              </a:rPr>
              <a:t>pythonru.com/uroki/1-vvedenie-vo-flask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Использование шаблонов, циклов и условий при создании сайта на </a:t>
            </a:r>
            <a:r>
              <a:rPr lang="ru-RU" sz="2400" i="1" dirty="0" err="1" smtClean="0">
                <a:latin typeface="Cambria" pitchFamily="18" charset="0"/>
              </a:rPr>
              <a:t>Flask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3"/>
              </a:rPr>
              <a:t>jino.ru/spravka/hosting/articles/flask_templ.html#nachalo-raboty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Мега-Учебник </a:t>
            </a:r>
            <a:r>
              <a:rPr lang="ru-RU" sz="2400" i="1" dirty="0" err="1" smtClean="0">
                <a:latin typeface="Cambria" pitchFamily="18" charset="0"/>
              </a:rPr>
              <a:t>Flask</a:t>
            </a:r>
            <a:r>
              <a:rPr lang="ru-RU" sz="2400" i="1" dirty="0" smtClean="0">
                <a:latin typeface="Cambria" pitchFamily="18" charset="0"/>
              </a:rPr>
              <a:t> Глава 2: Шаблоны (издание 2024)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https://habr.com/ru/articles/804887</a:t>
            </a:r>
            <a:r>
              <a:rPr lang="en-US" sz="2400" b="1" dirty="0" smtClean="0">
                <a:latin typeface="Cambria" pitchFamily="18" charset="0"/>
                <a:hlinkClick r:id="rId4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/>
          </a:p>
          <a:p>
            <a:pPr algn="just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Что такое </a:t>
            </a:r>
            <a:r>
              <a:rPr lang="en-US" b="1" dirty="0" smtClean="0"/>
              <a:t>flask</a:t>
            </a:r>
            <a:r>
              <a:rPr lang="ru-RU" b="1" dirty="0" smtClean="0"/>
              <a:t>?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00042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Flask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микрофреймворк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для создания простого и быстрого проекта на языке программирования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предоставляет минимальный набор функций для создания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веб-приложений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но позволяет получить доступ к дополнительным возможностям, подключив сторонние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библиотеки.</a:t>
            </a:r>
          </a:p>
        </p:txBody>
      </p:sp>
      <p:sp>
        <p:nvSpPr>
          <p:cNvPr id="6146" name="AutoShape 2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2000240"/>
            <a:ext cx="2936895" cy="165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3718679"/>
            <a:ext cx="442912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Преимущества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Flask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Простота: Легкость изучения и использования благодаря минимальной структуре и отсутствию обязательных компонентов.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Гибкость: Возможность свободно выбирать библиотеки и инструменты, подходящие для конкретного проекта.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Быстродействие: Высокая производительность за счёт небольшого размера ядра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фреймворка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54967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Недостатки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Flask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Подходит для малых проектов: Может оказаться недостаточно мощным для больших и сложных приложений.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Требует больше ручной настройки: Необходимость самостоятельно интегрировать сторонние библиотеки и компоненты.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Основы </a:t>
            </a:r>
            <a:r>
              <a:rPr lang="en-US" b="1" dirty="0" smtClean="0"/>
              <a:t>Flask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 базовыми элементами программы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ознакомьтесь самостоятельно по ссылке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pythonru.com/uroki/3-osnovy-flask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Представленный там HTML-код записывается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прямо в функцию представления.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Но большинство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современных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достаточно длинные и состоят из множества динамических элементов. Вместо того чтобы использовать огромные блоки HTML-кода прямо в функциях (с чем еще и неудобно будет работать), применяются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шаблоны: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pythonru.com/uroki/6-shablony-vo-flask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" y="3929066"/>
            <a:ext cx="6567452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0283" y="5286388"/>
            <a:ext cx="8933718" cy="876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Условия и циклы во </a:t>
            </a:r>
            <a:r>
              <a:rPr lang="en-US" b="1" dirty="0" smtClean="0"/>
              <a:t>Flask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Flask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при работе с HTML используются условные операторы и циклы в шаблонах, которые поддерживаются движком шаблонов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Jinja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Эти инструменты позволяют управлять отображением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например, динамически применять CSS-классы к элементам на основе условий, или отображать список элементов в HTML.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233984"/>
            <a:ext cx="5229882" cy="162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2857496"/>
            <a:ext cx="5500693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20291" y="3819509"/>
            <a:ext cx="3723709" cy="3038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243</Words>
  <Application>Microsoft Office PowerPoint</Application>
  <PresentationFormat>Экран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Введение во Flask</vt:lpstr>
      <vt:lpstr>Дополнительные материалы</vt:lpstr>
      <vt:lpstr>Что такое flask?</vt:lpstr>
      <vt:lpstr>Основы Flask</vt:lpstr>
      <vt:lpstr>Условия и циклы во Flask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Сайт-резюме</dc:title>
  <dc:creator>user</dc:creator>
  <cp:lastModifiedBy>user</cp:lastModifiedBy>
  <cp:revision>69</cp:revision>
  <dcterms:created xsi:type="dcterms:W3CDTF">2024-02-01T09:49:19Z</dcterms:created>
  <dcterms:modified xsi:type="dcterms:W3CDTF">2025-12-05T20:28:39Z</dcterms:modified>
</cp:coreProperties>
</file>
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62" r:id="rId4"/>
    <p:sldId id="257" r:id="rId5"/>
    <p:sldId id="258" r:id="rId6"/>
    <p:sldId id="259" r:id="rId7"/>
    <p:sldId id="260" r:id="rId8"/>
    <p:sldId id="261" r:id="rId9"/>
    <p:sldId id="263" r:id="rId10"/>
    <p:sldId id="268" r:id="rId11"/>
    <p:sldId id="265" r:id="rId12"/>
    <p:sldId id="266" r:id="rId13"/>
    <p:sldId id="267" r:id="rId14"/>
    <p:sldId id="272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 horzBarState="maximized">
    <p:restoredLeft sz="4346" autoAdjust="0"/>
    <p:restoredTop sz="94660"/>
  </p:normalViewPr>
  <p:slideViewPr>
    <p:cSldViewPr>
      <p:cViewPr>
        <p:scale>
          <a:sx n="75" d="100"/>
          <a:sy n="75" d="100"/>
        </p:scale>
        <p:origin x="-2664" y="-10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E9C84-96A2-4A6D-88E9-2EAE0577E666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EFDE4-AC2E-46FB-B667-7B05F93B8E6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Создание сайта с обратной связью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214290"/>
            <a:ext cx="914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Создание личного сайта для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менеджера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имеет важное значение и может быть полезно по нескольким причинам:</a:t>
            </a: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Личный бренд —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это первое, что вы получаете, создавая собственный сайт. Он становится вашей визитной карточкой в цифровом пространстве, где вы можете представить свои достижения, опыт и компетенции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Онлайн-присутствие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позволяет привлекать новых клиентов 24/7. Ваш сайт работает на вас даже в ваше отсутствие, предоставляя потенциальным клиентам всю необходимую информацию о ваших услугах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Возможность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обратной связи.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Сайт даёт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людям оставлять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отзывы и предложения. Это важный канал связи, который помогает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бизнесулучше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понимать потребности и проблемы людей. Обратная связь позволяет оперативно реагировать на возникающие вопросы, улучшать качество предоставляемых услуг и внедрять новые инициативы, ориентируясь на реальные потребности общества.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Google Site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144000" cy="1836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3000364" y="428604"/>
            <a:ext cx="2357454" cy="11430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rot="10800000" flipV="1">
            <a:off x="4071934" y="428604"/>
            <a:ext cx="1285884" cy="11430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rot="16200000" flipH="1">
            <a:off x="5036347" y="750075"/>
            <a:ext cx="1214446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5357818" y="428604"/>
            <a:ext cx="114300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43504" y="0"/>
            <a:ext cx="3704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Создание из готового шаблона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214818"/>
            <a:ext cx="9151528" cy="2428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9" name="Прямая со стрелкой 18"/>
          <p:cNvCxnSpPr/>
          <p:nvPr/>
        </p:nvCxnSpPr>
        <p:spPr>
          <a:xfrm rot="16200000" flipH="1">
            <a:off x="7572396" y="3786190"/>
            <a:ext cx="785818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643702" y="3571876"/>
            <a:ext cx="1143008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00760" y="2925545"/>
            <a:ext cx="2786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Просмотр готового сайта на разных устройствах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4929190" y="3786190"/>
            <a:ext cx="3714776" cy="264320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57488" y="2928934"/>
            <a:ext cx="2143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Настройки темы и внешнего вида конкретного блока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6" name="Прямая со стрелкой 25"/>
          <p:cNvCxnSpPr/>
          <p:nvPr/>
        </p:nvCxnSpPr>
        <p:spPr>
          <a:xfrm rot="10800000" flipV="1">
            <a:off x="1142976" y="3786190"/>
            <a:ext cx="3786214" cy="250033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0"/>
            <a:ext cx="1912981" cy="6429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0" y="6396335"/>
            <a:ext cx="3249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Правая панель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Google Site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3786182" y="357166"/>
            <a:ext cx="5357818" cy="22467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Вкладка «Вставка»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содержит инструменты 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виджеты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которые помогают создать сайт. Среди них: кнопки, изображения, видео, оглавление и текстовое поле для ручного ввода содержимого. Также есть кнопки для добавления слайдов, листов, форм, диаграмм и других документов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Google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Диска.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857620" y="2857496"/>
            <a:ext cx="5286380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Во вкладке «Страницы»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можно создавать новые страницы и управлять ими.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3857620" y="4000504"/>
            <a:ext cx="5286380" cy="101566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Вкладка «Темы»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предлагает на выбор несколько тем для оформления сайта. Можно изменить цвета существующих тем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Прямая со стрелкой 19"/>
          <p:cNvCxnSpPr/>
          <p:nvPr/>
        </p:nvCxnSpPr>
        <p:spPr>
          <a:xfrm rot="16200000" flipH="1">
            <a:off x="1250133" y="750075"/>
            <a:ext cx="2857520" cy="19288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Скругленный прямоугольник 22"/>
          <p:cNvSpPr/>
          <p:nvPr/>
        </p:nvSpPr>
        <p:spPr>
          <a:xfrm>
            <a:off x="642910" y="0"/>
            <a:ext cx="2071702" cy="2857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3714744" y="285728"/>
            <a:ext cx="5429256" cy="4786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43248"/>
            <a:ext cx="9055255" cy="2119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 rot="16200000" flipH="1">
            <a:off x="7500958" y="2428868"/>
            <a:ext cx="1143008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6929454" y="150017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29520" y="1428736"/>
            <a:ext cx="2143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Выбрать интересующий блок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rot="5400000">
            <a:off x="1464447" y="2464587"/>
            <a:ext cx="2286016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rot="16200000" flipH="1">
            <a:off x="2893207" y="2536025"/>
            <a:ext cx="1785950" cy="85725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Прямоугольник 27"/>
          <p:cNvSpPr/>
          <p:nvPr/>
        </p:nvSpPr>
        <p:spPr>
          <a:xfrm>
            <a:off x="1928794" y="128586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860" y="1500174"/>
            <a:ext cx="2143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Наполнить его информацией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2910" y="0"/>
            <a:ext cx="8076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3600" b="1" dirty="0" smtClean="0"/>
              <a:t>Алгоритм добавления элементов сайта</a:t>
            </a:r>
            <a:endParaRPr lang="ru-RU" sz="3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1357290" y="0"/>
            <a:ext cx="6351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3600" b="1" dirty="0" smtClean="0"/>
              <a:t>Публикация сайта в Интернете</a:t>
            </a:r>
            <a:endParaRPr lang="ru-RU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876"/>
            <a:ext cx="5315591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8275" y="785794"/>
            <a:ext cx="770572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>
            <a:endCxn id="32" idx="2"/>
          </p:cNvCxnSpPr>
          <p:nvPr/>
        </p:nvCxnSpPr>
        <p:spPr>
          <a:xfrm flipV="1">
            <a:off x="6715140" y="1285860"/>
            <a:ext cx="1071570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rot="10800000" flipV="1">
            <a:off x="285720" y="5214950"/>
            <a:ext cx="5715040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rot="10800000" flipV="1">
            <a:off x="857224" y="3500438"/>
            <a:ext cx="2143140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6000760" y="4549676"/>
            <a:ext cx="31432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работа над сайтом будет продолжаться или сайт предназначен для определенного круга лиц, можете активировать эту настройку.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2928926" y="3000372"/>
            <a:ext cx="31432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Нужно придумать уникальное название сайта в сети Интернет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7215206" y="1000108"/>
            <a:ext cx="1143008" cy="2857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642910" y="0"/>
            <a:ext cx="793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3600" b="1" dirty="0" smtClean="0"/>
              <a:t>Добавление формы с опросом на сайт</a:t>
            </a:r>
            <a:endParaRPr lang="ru-RU" sz="36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85794"/>
            <a:ext cx="1520277" cy="5748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1071546"/>
            <a:ext cx="3990975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/>
          <p:nvPr/>
        </p:nvCxnSpPr>
        <p:spPr>
          <a:xfrm rot="10800000" flipV="1">
            <a:off x="857224" y="4714884"/>
            <a:ext cx="1643074" cy="14287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V="1">
            <a:off x="2500298" y="4143380"/>
            <a:ext cx="1571636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Tilda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357214"/>
            <a:ext cx="8229600" cy="1143000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Алгоритм создания</a:t>
            </a:r>
            <a:endParaRPr lang="ru-RU" sz="4000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571480"/>
            <a:ext cx="9144000" cy="59400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Для создания сайта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Tilda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рекомендуется следующее пошаговое руководство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Зарегистрироваться на платформе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Перейдите в раздел «Тарифы» и выберите тариф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Personal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— для новых пользователей действует бесплатный пробный период. 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Создайте новый сайт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в разделе «Мои сайты». Там же укажите название проекта.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Перейдите в панель управления сайта и нажмите кнопку «Создать страницу»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На этом этапе можно выбрать готовый шаблон или создать пустую страницу.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Выберите подходящий шаблон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Для этого можно посмотреть рубрики, которые предлагает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Tilda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или поискать нужный шаблон по ключевому слову.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Выбрав шаблон, можно заменить на нём изображения и текст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сохранив порядок и количество блоков. Для этого лучше использовать вкладку «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Контент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 в левом верхнем углу.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Если нужно добавить новый блок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нужно нажать на знак «плюс» на границе блоков, затем выбрать в библиотеке блоков нужный раздел и кликнуть на понравившийся блок.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Когда редактирование страницы завершено, нужно задать название и адрес страницы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в разделе «Настройки» в верхнем меню страницы.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7166"/>
            <a:ext cx="9144000" cy="2815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flipV="1">
            <a:off x="6072198" y="1214422"/>
            <a:ext cx="1571636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 стрелкой 5"/>
          <p:cNvCxnSpPr/>
          <p:nvPr/>
        </p:nvCxnSpPr>
        <p:spPr>
          <a:xfrm rot="10800000" flipV="1">
            <a:off x="2928926" y="1785926"/>
            <a:ext cx="3143272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3714752"/>
            <a:ext cx="7215206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>
            <a:off x="6143636" y="3214686"/>
            <a:ext cx="157163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0" y="4429132"/>
            <a:ext cx="18573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Можете создать универсальный шаблон после нажатия на эту кнопку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endCxn id="7" idx="0"/>
          </p:cNvCxnSpPr>
          <p:nvPr/>
        </p:nvCxnSpPr>
        <p:spPr>
          <a:xfrm rot="10800000" flipV="1">
            <a:off x="928678" y="3214686"/>
            <a:ext cx="5214958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71575" y="3781425"/>
            <a:ext cx="7972425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5457825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Прямая со стрелкой 12"/>
          <p:cNvCxnSpPr/>
          <p:nvPr/>
        </p:nvCxnSpPr>
        <p:spPr>
          <a:xfrm rot="5400000">
            <a:off x="5393537" y="3178967"/>
            <a:ext cx="1785950" cy="14287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 rot="10800000">
            <a:off x="1643042" y="2071678"/>
            <a:ext cx="5357850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6572264" y="2071678"/>
            <a:ext cx="18573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Вот так добавляются блоки на сайт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642910" y="0"/>
            <a:ext cx="79343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3600" b="1" dirty="0" smtClean="0"/>
              <a:t>Добавление формы с опросом на сайт</a:t>
            </a:r>
            <a:endParaRPr lang="ru-RU" sz="36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2984"/>
            <a:ext cx="5705475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0275" y="3152775"/>
            <a:ext cx="313372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rot="10800000">
            <a:off x="4286248" y="1928802"/>
            <a:ext cx="2000264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6200000" flipH="1">
            <a:off x="6107917" y="2321711"/>
            <a:ext cx="1643074" cy="128588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6000760" y="1000108"/>
            <a:ext cx="18573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 кнопку на сайт и разместите по ней опрос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Обратная связь на сайтах</a:t>
            </a: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3929066"/>
            <a:ext cx="9144000" cy="29289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0"/>
            <a:ext cx="9144000" cy="37861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41821" y="0"/>
            <a:ext cx="3602179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00034" y="785794"/>
            <a:ext cx="4500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 выглядит новая форма: Настройки, ответы, вопросы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3857628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" lv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Каждый из вариантов ответа по-своему интересен и обладает своими возможностями:</a:t>
            </a:r>
          </a:p>
          <a:p>
            <a:pPr lvl="0"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Teкст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(строка): короткий текстовый ответ, который поместится в одну строчку. Удобно использовать для ФИО ученика, указания школы и класса,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e-mail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Текст (абзац): длинный текстовый ответ, может состоять из нескольких предложений. 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Один из списка: выбор одного правильного ответа из нескольких вариантов.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Несколько из списка: выбор  нескольких правильных ответов, которые нужно отметить галочкой.</a:t>
            </a:r>
          </a:p>
          <a:p>
            <a:pPr lvl="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Раскрывающийся список: выбор одного правильного ответа из раскрывающегося списка.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Шкала: позволяет определить, насколько ученик согласен или не согласен с текстом или для оценки чего-то (выставления оценки по заданной шкале, например от 1 до 5)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2143116"/>
            <a:ext cx="5072066" cy="126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0" y="1928802"/>
            <a:ext cx="4000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Начинаем с вопроса: можно изменить шрифт, жирность, наклон и даже отметить ссылку в вопросе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0496" y="1285860"/>
            <a:ext cx="5143504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0" y="857232"/>
            <a:ext cx="38576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 передвинуть ползунок, вопрос станет обязательным: без ответа на него нельзя будет отправить форму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2714620"/>
            <a:ext cx="2314575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0" y="3786190"/>
            <a:ext cx="385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Здесь можно добавить новые вопросы, присоединить видео и картинки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52"/>
            <a:ext cx="8372475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5400000" flipH="1" flipV="1">
            <a:off x="4321967" y="964389"/>
            <a:ext cx="2000264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 rot="16200000" flipV="1">
            <a:off x="3107521" y="1250141"/>
            <a:ext cx="2143140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43174" y="2643182"/>
            <a:ext cx="4572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заполнения необходимо опубликовать опрос и получить ссылку для отправки респондентам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361</Words>
  <Application>Microsoft Office PowerPoint</Application>
  <PresentationFormat>Экран (4:3)</PresentationFormat>
  <Paragraphs>50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Тема Office</vt:lpstr>
      <vt:lpstr>Создание сайта с обратной связью</vt:lpstr>
      <vt:lpstr>Слайд 2</vt:lpstr>
      <vt:lpstr>Google Site</vt:lpstr>
      <vt:lpstr>Слайд 4</vt:lpstr>
      <vt:lpstr>Слайд 5</vt:lpstr>
      <vt:lpstr>Слайд 6</vt:lpstr>
      <vt:lpstr>Слайд 7</vt:lpstr>
      <vt:lpstr>Слайд 8</vt:lpstr>
      <vt:lpstr>Tilda</vt:lpstr>
      <vt:lpstr>Алгоритм создания</vt:lpstr>
      <vt:lpstr>Слайд 11</vt:lpstr>
      <vt:lpstr>Слайд 12</vt:lpstr>
      <vt:lpstr>Слайд 13</vt:lpstr>
      <vt:lpstr>Обратная связь на сайтах</vt:lpstr>
      <vt:lpstr>Слайд 15</vt:lpstr>
      <vt:lpstr>Слайд 16</vt:lpstr>
      <vt:lpstr>Слайд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Создание сайта на tilda</dc:title>
  <dc:creator>user</dc:creator>
  <cp:lastModifiedBy>user</cp:lastModifiedBy>
  <cp:revision>57</cp:revision>
  <dcterms:created xsi:type="dcterms:W3CDTF">2024-02-01T09:49:19Z</dcterms:created>
  <dcterms:modified xsi:type="dcterms:W3CDTF">2025-10-09T18:55:41Z</dcterms:modified>
</cp:coreProperties>
</file>
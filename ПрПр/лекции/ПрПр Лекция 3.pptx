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E5E9F-6435-468C-AACA-B4A3169E85E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7A7BB-1345-464C-A75C-08AFE7C3C35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Начало проектирования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4714875" cy="3527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9525" y="3495675"/>
            <a:ext cx="53244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714876" y="857232"/>
            <a:ext cx="442912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Таблица сравнения аналогов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структурированный инструмент, который позволяет наглядно сопоставить несколько вариантов (товаров, услуг, объектов) по ключевым параметрам. Она помогает быстро выявить сходства и различия, оценить преимущества и недостатки каждого варианта и принять обоснованное решение.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718679"/>
            <a:ext cx="38576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Чтобы таблица была полезной, советую: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Не перегружать её — выберите 5–7 самых важных для вас критериев.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Для каждого аналога честно проставьте плюсы и минусы в соответствующих ячейках.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После заполнения сделайте краткий вывод: какая альтернатива лучше закрывает вашу главную задачу и почему.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714876" y="0"/>
            <a:ext cx="442912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Сравнение аналогов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92867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По результатам обследования деятельности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были выявлены следующие основные недостатки существующей системы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Как показано в разделе 1.3, существующие системы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не приспособлены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Ключевыми преимуществами предлагаемого нами решения перед существующими аналогами являются: …</a:t>
            </a:r>
          </a:p>
          <a:p>
            <a:pPr algn="just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Фразы для начала первой главы</a:t>
            </a:r>
            <a:endParaRPr lang="ru-RU" sz="4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71691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Функциональные требования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описывают, что именно система должна делать: конкретные действия, операции, сценарии взаимодействия с пользователем или другими системами, реакции на входные данные. Они фиксируют возможности продукта и отвечают на вопрос «что должна делать система?». 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функциональных требований: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Пользователь должен иметь возможность зарегистрироваться по номеру телефона.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отправлять код подтверждения при входе в личный кабинет.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Клиент должен иметь возможность добавить товар в корзину.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рассчитывать итоговую стоимость заказа с учётом скидки.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Администратор должен иметь возможность изменить статус заявки.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Нефункциональные требования описывают, как система должна работать: задают критерии качества, производительности, надёжности, безопасности, удобства использования,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масштабируемости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другие ограничения. Они отвечают на вопросы «как?», «когда?», «где?» и «сколько?».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нефункциональных требований: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Страница авторизации должна загружаться не дольше 2 секунд при нормальной нагрузке.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быть доступна не менее 99,5% времени в месяц.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Пароли пользователей должны храниться только в зашифрованном виде.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API должен возвращать ответ не дольше 500 мс для 95% запросов.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поддерживать одновременную работу не менее 10 000 пользователей.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Функциональные и нефункциональные требования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71691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Функциональные требования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описывают, что именно система должна делать: конкретные действия, операции, сценарии взаимодействия с пользователем или другими системами, реакции на входные данные. Они фиксируют возможности продукта и отвечают на вопрос «что должна делать система?». 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функциональных требований: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Пользователь должен иметь возможность зарегистрироваться по номеру телефона.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отправлять код подтверждения при входе в личный кабинет.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Клиент должен иметь возможность добавить товар в корзину.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рассчитывать итоговую стоимость заказа с учётом скидки.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Администратор должен иметь возможность изменить статус заявки.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Нефункциональные требования описывают, как система должна работать: задают критерии качества, производительности, надёжности, безопасности, удобства использования,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масштабируемости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другие ограничения. Они отвечают на вопросы «как?», «когда?», «где?» и «сколько?».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 нефункциональных требований: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Страница авторизации должна загружаться не дольше 2 секунд при нормальной нагрузке.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быть доступна не менее 99,5% времени в месяц.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Пароли пользователей должны храниться только в зашифрованном виде.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API должен возвращать ответ не дольше 500 мс для 95% запросов.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должна поддерживать одновременную работу не менее 10 000 пользователей.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Функциональные и нефункциональные требования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00858"/>
            <a:ext cx="5500694" cy="4357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4810" y="1284265"/>
            <a:ext cx="4929190" cy="3359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Функциональные требования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175046"/>
            <a:ext cx="6819938" cy="2682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642918"/>
            <a:ext cx="6572296" cy="342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Нефункциональные требования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Архитектура системы (как мы мыслим логике)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2860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На основе проведенного в п. 2.1 анализа требований пользователей и обоснованного в п. 2.2 выбора технологического стека в данном подразделе выполняется непосредственное проектирование ключевых компонентов системы.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1325134"/>
            <a:ext cx="5336612" cy="5532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8200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32" y="923352"/>
            <a:ext cx="6143668" cy="5934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485775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Объектно-ориентированный подход (ООП)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архитектуре программного обеспечения строится на идее, что вся система состоит из объектов, которые объединяют данные и методы их обработки. Диаграмма классов — это ключевой инструмент в нотации UML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Unified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), который позволяет визуализировать статическую структуру такой системы: набор классов, их атрибуты, методы и связи между ними.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7" y="272373"/>
            <a:ext cx="8286808" cy="631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529268"/>
            <a:ext cx="7715306" cy="6328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Уровень архитектуры и развертывания системы</a:t>
            </a:r>
            <a:endParaRPr lang="ru-RU" sz="2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38" y="571456"/>
            <a:ext cx="9075562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217</Words>
  <Application>Microsoft Office PowerPoint</Application>
  <PresentationFormat>Экран (4:3)</PresentationFormat>
  <Paragraphs>51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Начало проектирования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18</cp:revision>
  <dcterms:created xsi:type="dcterms:W3CDTF">2026-09-13T14:08:28Z</dcterms:created>
  <dcterms:modified xsi:type="dcterms:W3CDTF">2026-09-13T17:11:04Z</dcterms:modified>
</cp:coreProperties>
</file>
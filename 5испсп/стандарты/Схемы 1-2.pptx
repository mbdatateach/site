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3" r:id="rId10"/>
    <p:sldId id="265" r:id="rId1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D1B-36C4-492E-B227-431BFED83D39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67BB-1BB4-4E13-BABE-27F2977FFC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D1B-36C4-492E-B227-431BFED83D39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67BB-1BB4-4E13-BABE-27F2977FFC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D1B-36C4-492E-B227-431BFED83D39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67BB-1BB4-4E13-BABE-27F2977FFC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D1B-36C4-492E-B227-431BFED83D39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67BB-1BB4-4E13-BABE-27F2977FFC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D1B-36C4-492E-B227-431BFED83D39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67BB-1BB4-4E13-BABE-27F2977FFC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D1B-36C4-492E-B227-431BFED83D39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67BB-1BB4-4E13-BABE-27F2977FFC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D1B-36C4-492E-B227-431BFED83D39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67BB-1BB4-4E13-BABE-27F2977FFC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D1B-36C4-492E-B227-431BFED83D39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67BB-1BB4-4E13-BABE-27F2977FFC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D1B-36C4-492E-B227-431BFED83D39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67BB-1BB4-4E13-BABE-27F2977FFC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D1B-36C4-492E-B227-431BFED83D39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67BB-1BB4-4E13-BABE-27F2977FFC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8ED1B-36C4-492E-B227-431BFED83D39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D67BB-1BB4-4E13-BABE-27F2977FFCA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D8ED1B-36C4-492E-B227-431BFED83D39}" type="datetimeFigureOut">
              <a:rPr lang="ru-RU" smtClean="0"/>
              <a:pPr/>
              <a:t>06.10.2025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D67BB-1BB4-4E13-BABE-27F2977FFCA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 smtClean="0"/>
              <a:t>Научно-технические основы стандартизации 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159338"/>
            <a:ext cx="8858312" cy="6388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5678" y="642920"/>
            <a:ext cx="8912646" cy="557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1085896"/>
            <a:ext cx="8286808" cy="46862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Сущность процесса стандартизации, ее роль и значение в информационной деятельности</a:t>
            </a:r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9464" y="428604"/>
            <a:ext cx="8965074" cy="571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32" y="931060"/>
            <a:ext cx="9155110" cy="442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18696"/>
            <a:ext cx="9144002" cy="6020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63788"/>
            <a:ext cx="6938986" cy="67942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5720" y="500042"/>
            <a:ext cx="8510916" cy="63579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4" name="Прямоугольник 3"/>
          <p:cNvSpPr/>
          <p:nvPr/>
        </p:nvSpPr>
        <p:spPr>
          <a:xfrm>
            <a:off x="0" y="-142900"/>
            <a:ext cx="921543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800" b="1" dirty="0" smtClean="0">
                <a:latin typeface="Times New Roman" pitchFamily="18" charset="0"/>
                <a:cs typeface="Times New Roman" pitchFamily="18" charset="0"/>
              </a:rPr>
              <a:t>Органы стандартизации информационных технологий</a:t>
            </a:r>
            <a:endParaRPr lang="ru-RU" sz="28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18</Words>
  <Application>Microsoft Office PowerPoint</Application>
  <PresentationFormat>Экран (4:3)</PresentationFormat>
  <Paragraphs>3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Тема Office</vt:lpstr>
      <vt:lpstr>Научно-технические основы стандартизации </vt:lpstr>
      <vt:lpstr>Слайд 2</vt:lpstr>
      <vt:lpstr>Слайд 3</vt:lpstr>
      <vt:lpstr>Слайд 4</vt:lpstr>
      <vt:lpstr>Сущность процесса стандартизации, ее роль и значение в информационной деятельности</vt:lpstr>
      <vt:lpstr>Слайд 6</vt:lpstr>
      <vt:lpstr>Слайд 7</vt:lpstr>
      <vt:lpstr>Слайд 8</vt:lpstr>
      <vt:lpstr>Слайд 9</vt:lpstr>
      <vt:lpstr>Слайд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Научно-технические основы стандартизации</dc:title>
  <dc:creator>user</dc:creator>
  <cp:lastModifiedBy>user</cp:lastModifiedBy>
  <cp:revision>6</cp:revision>
  <dcterms:created xsi:type="dcterms:W3CDTF">2025-10-06T17:02:55Z</dcterms:created>
  <dcterms:modified xsi:type="dcterms:W3CDTF">2025-10-06T19:46:19Z</dcterms:modified>
</cp:coreProperties>
</file>
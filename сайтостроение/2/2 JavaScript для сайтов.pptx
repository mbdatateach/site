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73" r:id="rId5"/>
    <p:sldId id="266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15.09.2025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yrusakov.ru/javascript-skripty.html?ysclid=m4ole06cpf178961639" TargetMode="External"/><Relationship Id="rId2" Type="http://schemas.openxmlformats.org/officeDocument/2006/relationships/hyperlink" Target="https://colorscheme.ru/html-colors.html?ysclid=m6j4ulvj4i130544151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skillbox.ru/media/code/chto-takoe-modalnye-okna-i-kak-ikh-effektivno-ispolzovat/?ysclid=mfcbq3sn72390337338" TargetMode="External"/><Relationship Id="rId4" Type="http://schemas.openxmlformats.org/officeDocument/2006/relationships/hyperlink" Target="https://thecode.media/count-timer/?ysclid=mfcbdmbebw425730494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Базовый </a:t>
            </a:r>
            <a:r>
              <a:rPr lang="en-US" b="1" dirty="0" smtClean="0"/>
              <a:t>JavaScript </a:t>
            </a:r>
            <a:r>
              <a:rPr lang="ru-RU" b="1" dirty="0" smtClean="0"/>
              <a:t>для сайтов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71546"/>
            <a:ext cx="9144000" cy="526297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Таблица цветов </a:t>
            </a:r>
            <a:r>
              <a:rPr lang="en-US" sz="2400" i="1" dirty="0" smtClean="0">
                <a:latin typeface="Cambria" pitchFamily="18" charset="0"/>
              </a:rPr>
              <a:t>HTML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https://colorscheme.ru/html-colors.html?ysclid=m6j4ulvj4i130544151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</a:rPr>
              <a:t>JavaScript </a:t>
            </a:r>
            <a:r>
              <a:rPr lang="ru-RU" sz="2400" i="1" dirty="0" err="1" smtClean="0">
                <a:latin typeface="Cambria" pitchFamily="18" charset="0"/>
              </a:rPr>
              <a:t>Скрипты</a:t>
            </a:r>
            <a:endParaRPr lang="ru-RU" sz="2400" i="1" dirty="0" smtClean="0">
              <a:latin typeface="Cambria" pitchFamily="18" charset="0"/>
            </a:endParaRPr>
          </a:p>
          <a:p>
            <a:r>
              <a:rPr lang="ru-RU" sz="2400" b="1" u="sng" dirty="0" smtClean="0">
                <a:hlinkClick r:id="rId3"/>
              </a:rPr>
              <a:t>https://myrusakov.ru/javascript-skripty.html?ysclid=m4ole06cpf178961639</a:t>
            </a:r>
            <a:endParaRPr lang="ru-RU" sz="2400" b="1" u="sng" dirty="0" smtClean="0"/>
          </a:p>
          <a:p>
            <a:endParaRPr lang="ru-RU" sz="2400" b="1" u="sng" dirty="0" smtClean="0"/>
          </a:p>
          <a:p>
            <a:pPr algn="just"/>
            <a:r>
              <a:rPr lang="ru-RU" sz="2400" i="1" dirty="0" smtClean="0">
                <a:latin typeface="Cambria" pitchFamily="18" charset="0"/>
              </a:rPr>
              <a:t>Встраиваем таймер обратного отсчёта на страницу</a:t>
            </a:r>
          </a:p>
          <a:p>
            <a:r>
              <a:rPr lang="en-US" sz="2400" b="1" dirty="0" smtClean="0">
                <a:hlinkClick r:id="rId4"/>
              </a:rPr>
              <a:t>https://thecode.media/count-timer/?ysclid=mfcbdmbebw425730494</a:t>
            </a:r>
            <a:endParaRPr lang="en-US" sz="2400" b="1" dirty="0" smtClean="0"/>
          </a:p>
          <a:p>
            <a:endParaRPr lang="en-US" sz="2400" b="1" dirty="0" smtClean="0"/>
          </a:p>
          <a:p>
            <a:pPr algn="just"/>
            <a:r>
              <a:rPr lang="ru-RU" sz="2400" i="1" dirty="0" smtClean="0">
                <a:latin typeface="Cambria" pitchFamily="18" charset="0"/>
              </a:rPr>
              <a:t>Что такое модальные окна и как их эффективно использовать</a:t>
            </a:r>
            <a:endParaRPr lang="en-US" sz="2400" i="1" dirty="0" smtClean="0">
              <a:latin typeface="Cambria" pitchFamily="18" charset="0"/>
            </a:endParaRPr>
          </a:p>
          <a:p>
            <a:r>
              <a:rPr lang="en-US" sz="2400" b="1" dirty="0" smtClean="0">
                <a:hlinkClick r:id="rId5"/>
              </a:rPr>
              <a:t>https://skillbox.ru/media/code/chto-takoe-modalnye-okna-i-kak-ikh-effektivno-ispolzovat/?ysclid=mfcbq3sn72390337338</a:t>
            </a:r>
            <a:endParaRPr 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47089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язык программирования, который используется для создания интерактивных и динамических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 позволяет разработчикам добавлять функциональность 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веб-страницам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делать их более отзывчивыми к действиям пользователя и обеспечивать взаимодействие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веб-серверами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загрузки или отправки данных без необходимости перезагрузки страницы. 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Некоторые возможности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для сайтов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отображение своевременных и актуальных обновлений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вставка раскрывающихся меню;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воспроизведение аудио и видео;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увеличение и уменьшение изображений;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добавление 2D/3D графики и анимации;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вставка эффектов, которые приходят в действие при наведении курсора;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отображение и скрытие меню;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предупреждение пользователей о недопустимых символах при вводе паролей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5380696"/>
            <a:ext cx="9144000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Добавить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HTML-документ можно двумя способами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Встроенный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Код встраивается непосредственно в HTML-документ, в тегах 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Внешний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Код размещается в отдельном файле и подключается к HTML-документу.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1631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сайтостроении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используется для создания таймеров обратного отсчёта — виртуальных часов, которые ведут обратный отсчёт от определённой даты (времени) до нуля. Такие таймеры помогают указать начало (или конец) события, например, на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веб-сайтах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электронной коммерции — отобразить начало (или конец) предложения.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отдельных случаях можно указывать текущее время.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4143381"/>
            <a:ext cx="5685796" cy="271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2285992"/>
            <a:ext cx="9144000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Таймеры (функции, позволяющие запускать код с задержкой во времени) нужны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сайтостроении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для управления потоком приложения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позволяют: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Запланировать выполнение функции через заданное время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(в миллисекундах).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Запустить функцию не сразу, а через определённый промежуток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(асинхронно).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Контролировать поведение приложения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на основе времени: добавлять отложенные действия, анимации, периодические обновления.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/>
          <p:cNvGrpSpPr/>
          <p:nvPr/>
        </p:nvGrpSpPr>
        <p:grpSpPr>
          <a:xfrm>
            <a:off x="1" y="642919"/>
            <a:ext cx="5286380" cy="6215082"/>
            <a:chOff x="1" y="642919"/>
            <a:chExt cx="5286380" cy="6215082"/>
          </a:xfrm>
        </p:grpSpPr>
        <p:pic>
          <p:nvPicPr>
            <p:cNvPr id="3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" y="642919"/>
              <a:ext cx="5286380" cy="62150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36" name="Прямоугольник 35"/>
            <p:cNvSpPr/>
            <p:nvPr/>
          </p:nvSpPr>
          <p:spPr>
            <a:xfrm>
              <a:off x="571472" y="5072074"/>
              <a:ext cx="2286016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файлом </a:t>
            </a:r>
            <a:r>
              <a:rPr lang="en-US" dirty="0" smtClean="0"/>
              <a:t>JS</a:t>
            </a:r>
            <a:endParaRPr lang="ru-RU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5643570" y="571480"/>
            <a:ext cx="3500430" cy="116955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Инициализация переменных: создаются переменные для хранения времени (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timer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days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hours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minutes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seconds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). Дата окончания преобразуется в миллисекунды с помощью метода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getTime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cxnSp>
        <p:nvCxnSpPr>
          <p:cNvPr id="7" name="Прямая со стрелкой 6"/>
          <p:cNvCxnSpPr>
            <a:stCxn id="1027" idx="1"/>
          </p:cNvCxnSpPr>
          <p:nvPr/>
        </p:nvCxnSpPr>
        <p:spPr>
          <a:xfrm rot="10800000">
            <a:off x="2928926" y="1142984"/>
            <a:ext cx="2714644" cy="1327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28596" y="785794"/>
            <a:ext cx="2571768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643570" y="1785926"/>
            <a:ext cx="3500430" cy="16004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если дата окончания не является допустимой (возвращается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), функция завершает работу.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Интервал таймера: устанавливается интервал выполнения функции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calculate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каждые 1000 мс (1 секунду) с использованием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setInterval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1" name="Прямая со стрелкой 10"/>
          <p:cNvCxnSpPr>
            <a:stCxn id="10" idx="1"/>
            <a:endCxn id="19" idx="3"/>
          </p:cNvCxnSpPr>
          <p:nvPr/>
        </p:nvCxnSpPr>
        <p:spPr>
          <a:xfrm rot="10800000">
            <a:off x="2928926" y="1821645"/>
            <a:ext cx="2714644" cy="7645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17" idx="1"/>
          </p:cNvCxnSpPr>
          <p:nvPr/>
        </p:nvCxnSpPr>
        <p:spPr>
          <a:xfrm rot="10800000">
            <a:off x="3428992" y="3143250"/>
            <a:ext cx="2214578" cy="6902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5643570" y="3571876"/>
            <a:ext cx="3500430" cy="5232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Создает объект текущей даты. Вычисляет оставшееся время в секундах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357158" y="1500174"/>
            <a:ext cx="2571768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5643570" y="4286256"/>
            <a:ext cx="3500430" cy="5232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Разделяет оставшееся время на дни, часы, минуты и секунды.</a:t>
            </a:r>
          </a:p>
        </p:txBody>
      </p:sp>
      <p:cxnSp>
        <p:nvCxnSpPr>
          <p:cNvPr id="22" name="Прямая со стрелкой 21"/>
          <p:cNvCxnSpPr>
            <a:stCxn id="21" idx="1"/>
          </p:cNvCxnSpPr>
          <p:nvPr/>
        </p:nvCxnSpPr>
        <p:spPr>
          <a:xfrm rot="10800000" flipV="1">
            <a:off x="3500430" y="4547866"/>
            <a:ext cx="2143140" cy="241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5643570" y="5143512"/>
            <a:ext cx="3500430" cy="138499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Отображение результата: значения дней, часов, минут и секунд обновляются на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веб-странице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 использованием метода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innerHTML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для соответствующих элементов HTML с идентификаторами #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days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#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hours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#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minutes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#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seconds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27" name="Прямая со стрелкой 26"/>
          <p:cNvCxnSpPr>
            <a:stCxn id="26" idx="1"/>
          </p:cNvCxnSpPr>
          <p:nvPr/>
        </p:nvCxnSpPr>
        <p:spPr>
          <a:xfrm rot="10800000">
            <a:off x="5214942" y="5643578"/>
            <a:ext cx="428628" cy="1924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Группа 30"/>
          <p:cNvGrpSpPr/>
          <p:nvPr/>
        </p:nvGrpSpPr>
        <p:grpSpPr>
          <a:xfrm>
            <a:off x="1" y="571480"/>
            <a:ext cx="5286380" cy="6215082"/>
            <a:chOff x="1" y="642919"/>
            <a:chExt cx="5286380" cy="6215082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" y="642919"/>
              <a:ext cx="5286380" cy="62150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30" name="Прямоугольник 29"/>
            <p:cNvSpPr/>
            <p:nvPr/>
          </p:nvSpPr>
          <p:spPr>
            <a:xfrm>
              <a:off x="571472" y="5072074"/>
              <a:ext cx="2286016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357214"/>
            <a:ext cx="9086792" cy="1143000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Работа с файлом </a:t>
            </a:r>
            <a:r>
              <a:rPr lang="en-US" sz="3600" dirty="0" smtClean="0"/>
              <a:t>JS: </a:t>
            </a:r>
            <a:r>
              <a:rPr lang="ru-RU" sz="3600" dirty="0" smtClean="0"/>
              <a:t>исправление ошибок</a:t>
            </a:r>
            <a:endParaRPr lang="ru-RU" sz="3600" dirty="0"/>
          </a:p>
        </p:txBody>
      </p:sp>
      <p:cxnSp>
        <p:nvCxnSpPr>
          <p:cNvPr id="16" name="Прямая со стрелкой 15"/>
          <p:cNvCxnSpPr>
            <a:stCxn id="17" idx="1"/>
          </p:cNvCxnSpPr>
          <p:nvPr/>
        </p:nvCxnSpPr>
        <p:spPr>
          <a:xfrm rot="10800000" flipV="1">
            <a:off x="3071802" y="4048930"/>
            <a:ext cx="2571768" cy="109458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5643570" y="3571876"/>
            <a:ext cx="3500430" cy="9541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Добавьте строчку вычисления переменной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seconds.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Передайте в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parseInt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значение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timeRemaining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seconds=</a:t>
            </a:r>
            <a:r>
              <a:rPr lang="en-US" sz="1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parseInt</a:t>
            </a: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timeRemaining</a:t>
            </a: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endParaRPr lang="ru-RU" sz="1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5643570" y="4500570"/>
            <a:ext cx="3500430" cy="9541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Добавьте разделите после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days, hours,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minutese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Для этого после скобки допишите</a:t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+"</a:t>
            </a:r>
            <a:r>
              <a:rPr lang="en-US" sz="1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где вместе / может быть любой разделитель</a:t>
            </a:r>
          </a:p>
        </p:txBody>
      </p:sp>
      <p:cxnSp>
        <p:nvCxnSpPr>
          <p:cNvPr id="22" name="Прямая со стрелкой 21"/>
          <p:cNvCxnSpPr>
            <a:stCxn id="21" idx="1"/>
          </p:cNvCxnSpPr>
          <p:nvPr/>
        </p:nvCxnSpPr>
        <p:spPr>
          <a:xfrm rot="10800000" flipV="1">
            <a:off x="5072066" y="4977624"/>
            <a:ext cx="571504" cy="52307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5429256" y="5500702"/>
            <a:ext cx="3714744" cy="138499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 строчке ниже вызовите функцию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countdown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укажите конечную дату в формате :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месяц/день/год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часы:минуты:секунды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AM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countdown('12/31/2025 12:00:00 AM');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31 </a:t>
            </a:r>
            <a:r>
              <a:rPr lang="ru-RU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декабря 2025</a:t>
            </a:r>
          </a:p>
        </p:txBody>
      </p:sp>
      <p:cxnSp>
        <p:nvCxnSpPr>
          <p:cNvPr id="27" name="Прямая со стрелкой 26"/>
          <p:cNvCxnSpPr>
            <a:stCxn id="26" idx="1"/>
          </p:cNvCxnSpPr>
          <p:nvPr/>
        </p:nvCxnSpPr>
        <p:spPr>
          <a:xfrm rot="10800000" flipV="1">
            <a:off x="71406" y="6193200"/>
            <a:ext cx="5357850" cy="5219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692595"/>
            <a:ext cx="8267700" cy="2943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файлом </a:t>
            </a:r>
            <a:r>
              <a:rPr lang="en-US" dirty="0" smtClean="0"/>
              <a:t>HTML</a:t>
            </a:r>
            <a:endParaRPr lang="ru-RU" dirty="0"/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5357818" y="6264495"/>
            <a:ext cx="3500430" cy="30777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Текст, который нужно изменить</a:t>
            </a:r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>
            <a:off x="3428992" y="3835605"/>
            <a:ext cx="2714644" cy="24288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16200000" flipV="1">
            <a:off x="2928926" y="3049785"/>
            <a:ext cx="3214710" cy="321471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rot="10800000">
            <a:off x="4071934" y="5121487"/>
            <a:ext cx="2071702" cy="11430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500042"/>
            <a:ext cx="91440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Модальное окно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сайтостроении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элемент интерфейса, который отображается поверх основного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страницы и требует от пользователя какого-либо действия перед тем, как продолжить работу с сайтом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Оно блокирует взаимодействие с остальной частью страницы до тех пор, пока пользователь не завершит действие в окне.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файлом </a:t>
            </a:r>
            <a:r>
              <a:rPr lang="en-US" dirty="0" smtClean="0"/>
              <a:t>HTML</a:t>
            </a:r>
            <a:endParaRPr lang="ru-RU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429132"/>
            <a:ext cx="4572000" cy="2181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38675" y="3981450"/>
            <a:ext cx="4505325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571480"/>
            <a:ext cx="9144000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сайтостроении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можно реализовать взаимодействие с модальным окном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поп-апом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которое блокирует работу родительского сайта, пока пользователь не закроет окно. Для этого используются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обработчики событий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Структура модального окна обычно включает: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заголовок, который объясняет назначение окна;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кнопки для взаимодействия, например, крестик для закрытия окна или кнопки действия;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тень или затемнение фона, создающие контраст и акцентирующие внимание на окне.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en-US" dirty="0" smtClean="0"/>
              <a:t>HTML/CSS</a:t>
            </a:r>
            <a:endParaRPr lang="ru-RU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62350" y="1000108"/>
            <a:ext cx="55816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66950"/>
            <a:ext cx="331470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929058" y="3571876"/>
            <a:ext cx="5214942" cy="267765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Ищите соответствия заголовков в файле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стиля в файле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CSS.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Измените цвета, размеры шрифтов, отступы и положение на свое усмотрение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Возможные значения параметров посмотрите в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сети Интернет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>
            <a:off x="1893075" y="1964521"/>
            <a:ext cx="3857652" cy="335758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0800000" flipV="1">
            <a:off x="571472" y="1357298"/>
            <a:ext cx="5143536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5400000">
            <a:off x="2250265" y="3321843"/>
            <a:ext cx="571504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714480" y="2500306"/>
            <a:ext cx="2143140" cy="9541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Альфа канал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для всплывающего окна. Будет ли виден задний фон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354</Words>
  <Application>Microsoft Office PowerPoint</Application>
  <PresentationFormat>Экран (4:3)</PresentationFormat>
  <Paragraphs>63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Базовый JavaScript для сайтов</vt:lpstr>
      <vt:lpstr>Дополнительные материалы</vt:lpstr>
      <vt:lpstr>JavaScript</vt:lpstr>
      <vt:lpstr>JavaScript</vt:lpstr>
      <vt:lpstr>Работа с файлом JS</vt:lpstr>
      <vt:lpstr>Работа с файлом JS: исправление ошибок</vt:lpstr>
      <vt:lpstr>Работа с файлом HTML</vt:lpstr>
      <vt:lpstr>Работа с файлом HTML</vt:lpstr>
      <vt:lpstr>HTML/CSS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JavaScript для сайтов</dc:title>
  <dc:creator>user</dc:creator>
  <cp:lastModifiedBy>user</cp:lastModifiedBy>
  <cp:revision>58</cp:revision>
  <dcterms:created xsi:type="dcterms:W3CDTF">2024-02-01T09:49:19Z</dcterms:created>
  <dcterms:modified xsi:type="dcterms:W3CDTF">2025-09-15T13:24:01Z</dcterms:modified>
</cp:coreProperties>
</file>
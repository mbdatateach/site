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82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14620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488668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585323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143</Words>
  <PresentationFormat>Экран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Принятие решений</vt:lpstr>
      <vt:lpstr>Слайд 2</vt:lpstr>
      <vt:lpstr>Слайд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18</cp:revision>
  <dcterms:created xsi:type="dcterms:W3CDTF">2025-03-09T10:19:56Z</dcterms:created>
  <dcterms:modified xsi:type="dcterms:W3CDTF">2025-11-22T14:52:01Z</dcterms:modified>
</cp:coreProperties>
</file>
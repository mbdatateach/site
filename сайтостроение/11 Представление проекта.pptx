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56" r:id="rId4"/>
    <p:sldId id="264" r:id="rId5"/>
    <p:sldId id="265" r:id="rId6"/>
    <p:sldId id="266" r:id="rId7"/>
    <p:sldId id="267" r:id="rId8"/>
    <p:sldId id="268" r:id="rId9"/>
    <p:sldId id="270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EE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yandex.ru/i/jclJih_lGwhclg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Представление проекта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ru-RU" sz="4000" dirty="0" smtClean="0"/>
              <a:t>Базовые способы представления проекта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1285860"/>
            <a:ext cx="9144000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современном мире успешного запуска любого проекта невозможно представить без тщательного планирования и привлечения финансирования. Бизнес-план и презентация для инвесторов являются ключевыми инструментами, которые помогают менеджеру не только структурировать свои идеи, но и убедительно представить их потенциальным инвесторам. Бизнес-план и презентация инвесторам в управлении проектами связаны через цель — убедить инвестора вложить деньги в проект. Бизнес-план — документ, который подробно описывает бизнес: его цели, стратегию, ресурсы, финансовые показатели и прогнозы, а презентация — способ рассказать о проекте потенциальным инвесторам.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Бизнес-план и презентация дополняют друг друга: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Детализация: бизнес-план содержит всю необходимую информацию, а презентация фокусируется на ключевых моментах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Форматы представления: текстовый документ для детального изучения и визуальная презентация для публичных выступлений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Целевая аудитория: бизнес-план для внутреннего использования и глубокого анализа, презентация для внешних заинтересованных сторон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Бизнес-план проекта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369331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Бизнес-план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чёткая программа действий предприятия, рассчитанная на определённый срок. Такой документ нужен не только чтобы впечатлить инвесторов, но и придумать стратегии развития, предусмотреть рыночные риски и лучше понять собственный бизнес. Единая структура бизнес-плана позволит обнаружить недоработки в планировании, которые по отдельности легко упустить. Предлагаем инструкцию, как составить документ самостоятельно, и с его помощью закрепиться на рынке.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 может быть составлен для разных целей, например: 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собственного планирования — помогает оценить работу предприятия, сформулировать стратегию. 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расширения текущего бизнеса — разработка бизнес-плана может помочь обозначить новые возможности роста и развития. 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привлечения инвестиций — бизнес-план служит основой для убеждения партнёров в целесообразности проекта.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https://avatars.mds.yandex.net/get-entity_search/5505928/1189720501/S600xU_2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4250528"/>
            <a:ext cx="5214942" cy="26074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Бизнес-план проекта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Бизнес-план состоит из разделов, посвящённых разным аспектам планирования. В готовом варианте в начале документа будут титульный лист, содержание и резюме. Однако пишут и оформляют их обычно последними.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Резюме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обычно представляет собой краткий обзор ключевых моментов бизнес-плана. Здесь изложены цели проекта, направление деятельности организации, целевые группы потребителей и концепция бизнеса.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408157"/>
            <a:ext cx="7478673" cy="4449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Бизнес-план проекта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428604"/>
            <a:ext cx="9144000" cy="642939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введении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объясняется цель разработки бизнес-плана и методы сбора данных. Представлена общая структура документа и указаны ограничения и предположения, использованные при подготовке материала.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Общее описание.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Здесь подробно описано назначение проекта. Приводятся его преимущества перед существующими аналогами, а также его особенности. Указаны ключевые составляющие проекта, а также планы расширения в будущем.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экспресс исследовании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рынка отмечаются препятствия и перспективы развития отрасли, в которой собирается выпускаться проект. Производится сравнительный анализ существующих решений на российском рынке, выделяются сильные и слабые стороны аналогичных проектов. Определяются сегменты рынка, влияющие на распространение и использование результатов проекта. Рассматриваются демографические и поведенческие характеристики пользователей. Если результаты проекта будут продаваться, изучается ценообразование рынка. Осуществляется комплексный анализ сильных и слабых сторон проекта, выявляются внешние угрозы и возможности для дальнейшего развития.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маркетинге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формулируются стратегии, направленные на вывод результатов проекта на рынок и привлечение пользователей. Обычно определяются этапы раскрутки проекта, включая создание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веб-сайтов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участие в социальных сетях и сотрудничество с партнерами, перечисляются конкретные шаги и инструменты, необходимые для продвижения продукта. Также указываются предпочтительные каналы коммуникации и рекламные площадки.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Бизнес-план проекта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535531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техническом плане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проекта приводится детализированный бюджет проекта, включающий собственные и привлеченные средства. Также детализируется стоимость отдельных этапов и рассчитываются временные рамки проекта.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организационной структуре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рассматривается минимальный состав команды, необходимой для успешной реализации проекта. Составлено штатное расписание и указаны должностные обязанности членов команды.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плане реализации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разрабатывается детальный календарный план, содержащий задачи, ответственных исполнителей и контрольные сроки завершения каждого этапа. При необходимости создается прогнозная таблица планируемых доходов от продажи результатов проекта.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финансовой модели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рассчитываются экономические показатели, подтверждающие финансовую привлекательность проекта, представляются прогнозы прибыли и убытков.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анализе рисков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рассматриваются общие риски, возникающие при старте нового бизнеса, и предлагаются меры по их снижению. Приводятся таблицы, содержащие карты рисков и описания самых значительных угроз для проекта.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заключении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обычно подводятся итоги проведенного исследования, отмечаются перспективы и финансовая устойчивость проекта. Делается вывод о положительной динамике развития проекта и отсутствии серьезных препятствий для успешного осуществления замысла.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Презентация инвесторам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3286124"/>
            <a:ext cx="9144000" cy="35718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Чаще всего инвестиционная презентация состоит из 15–20 слайдов. Важно уместить ключевую информацию на этих слайдах, так как у инвесторов мало времени.</a:t>
            </a:r>
          </a:p>
          <a:p>
            <a:pPr algn="just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Некоторые элементы структуры:</a:t>
            </a:r>
          </a:p>
          <a:p>
            <a:pPr algn="just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Титульный слайд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указание названия компании, краткое описание проекта и ссылка на сайт.</a:t>
            </a:r>
          </a:p>
          <a:p>
            <a:pPr algn="just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Проблема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погружение инвестора в проблему, которую решает продукт. Важно рассказывать не про </a:t>
            </a:r>
            <a:r>
              <a:rPr lang="ru-RU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фичи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а про боли клиента, которые решает проект.</a:t>
            </a:r>
          </a:p>
          <a:p>
            <a:pPr algn="just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Решение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объяснение, как работает продукт, решается проблема.</a:t>
            </a:r>
          </a:p>
          <a:p>
            <a:pPr algn="just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Инвестиции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формулировка инвестиционного запроса: для каких целей нужно финансирование, что изменится после получения инвестиций, и что инвестор получит взамен.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258532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разработки бизнес-плана можно понять, какие аспекты можно вынести для презентации инвесторам. Презентация для инвесторов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бизнес-проекта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документ (возможно, в виде реальной презентации), который рассказывает о проекте потенциальным инвесторам, спонсорам или партнёрам. Цель — привлечь денежные средства и убедить в выгоде предложения.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Презентация может быть в двух вариантах: коротком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elevator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pitch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тизер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из нескольких слайдов, которые инвестор, скорее всего, будет смотреть меньше минуты, или полноценной — из которой инвестор узнаёт идею бизнеса, его аудиторию, ключевые показатели и особенности рынка.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Презентация инвесторам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00042"/>
            <a:ext cx="9144000" cy="27860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Некоторые ошибки, которых следует избегать:</a:t>
            </a:r>
          </a:p>
          <a:p>
            <a:pPr algn="just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Информационная перегрузка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слайды с более чем 40 словами снижают вовлечённость. Нужно ограничить каждый слайд 3–5 ключевыми пунктами.</a:t>
            </a:r>
          </a:p>
          <a:p>
            <a:pPr algn="just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Нереалистичные финансовые прогнозы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например, экспоненциальный рост без чёткого обоснования. Нужно подкрепить каждое финансовое предположение рыночными данными и чёткой логикой.</a:t>
            </a:r>
          </a:p>
          <a:p>
            <a:pPr algn="just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Непонятная бизнес-модель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нужно представить бизнес-модель визуально, используя простые схемы потоков доходов, включить конкретные цифры: средний чек, частоту покупок, CAC, LTV и </a:t>
            </a:r>
            <a:r>
              <a:rPr lang="ru-RU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маржинальность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avatars.mds.yandex.net/i?id=93d33170d720e250c8a9e68308ea0e21_l-5185762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57562"/>
            <a:ext cx="4643390" cy="3482544"/>
          </a:xfrm>
          <a:prstGeom prst="rect">
            <a:avLst/>
          </a:prstGeom>
          <a:noFill/>
        </p:spPr>
      </p:pic>
      <p:pic>
        <p:nvPicPr>
          <p:cNvPr id="1028" name="Picture 4" descr="https://avatars.mds.yandex.net/i?id=484cb912644cd6f944f9fd04c429bf6f_l-4080206-images-thumbs&amp;n=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3357562"/>
            <a:ext cx="4643438" cy="34825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Презентация инвесторам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42918"/>
            <a:ext cx="9144000" cy="45858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Грамотно составленные документы помогают менеджеру: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Объективно оценить проект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выявить сильные и слабые стороны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Привлечь финансирование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убедить инвесторов в перспективности проекта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Сформировать команду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привлечь квалифицированных специалистов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Контролировать реализацию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отслеживать выполнение намеченных планов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 презентации инвесторам для предпринимательской деятельности одной компании, которая занимается извлечением максимальной прибыли из проекта за счет удовлетворения пользовательских потребностей, связанных с получением информации о необходимых лекарствах для поддержания здоровья и показателях собственного здоровья, приведены по ссылке</a:t>
            </a: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https://disk.yandex.ru/i/jclJih_lGwhclg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583</Words>
  <PresentationFormat>Экран (4:3)</PresentationFormat>
  <Paragraphs>54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Представление проекта</vt:lpstr>
      <vt:lpstr>Базовые способы представления проекта</vt:lpstr>
      <vt:lpstr>Бизнес-план проекта</vt:lpstr>
      <vt:lpstr>Бизнес-план проекта</vt:lpstr>
      <vt:lpstr>Бизнес-план проекта</vt:lpstr>
      <vt:lpstr>Бизнес-план проекта</vt:lpstr>
      <vt:lpstr>Презентация инвесторам</vt:lpstr>
      <vt:lpstr>Презентация инвесторам</vt:lpstr>
      <vt:lpstr>Презентация инвесторам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62</cp:revision>
  <dcterms:created xsi:type="dcterms:W3CDTF">2025-08-19T16:09:00Z</dcterms:created>
  <dcterms:modified xsi:type="dcterms:W3CDTF">2025-12-02T19:19:26Z</dcterms:modified>
</cp:coreProperties>
</file>
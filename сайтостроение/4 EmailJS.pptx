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85" r:id="rId5"/>
    <p:sldId id="284" r:id="rId6"/>
    <p:sldId id="282" r:id="rId7"/>
    <p:sldId id="28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web.ru/java/forms.php?ysclid=mg3njo7les571227432" TargetMode="External"/><Relationship Id="rId2" Type="http://schemas.openxmlformats.org/officeDocument/2006/relationships/hyperlink" Target="https://www.emailjs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emailjs.com/docs/tutorial/creating-contact-for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mailjs.com/docs/tutorial/creating-contact-form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Плагины</a:t>
            </a:r>
            <a:r>
              <a:rPr lang="ru-RU" b="1" dirty="0" smtClean="0"/>
              <a:t> в </a:t>
            </a:r>
            <a:r>
              <a:rPr lang="en-US" b="1" dirty="0" smtClean="0"/>
              <a:t>JavaScript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41549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b="1" i="1" dirty="0" err="1" smtClean="0">
                <a:latin typeface="Cambria" pitchFamily="18" charset="0"/>
              </a:rPr>
              <a:t>EmailJS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smtClean="0">
                <a:latin typeface="Cambria" pitchFamily="18" charset="0"/>
                <a:hlinkClick r:id="rId2"/>
              </a:rPr>
              <a:t>https://www.emailjs.com</a:t>
            </a:r>
            <a:r>
              <a:rPr lang="en-US" sz="2400" b="1" i="1" dirty="0" smtClean="0">
                <a:latin typeface="Cambria" pitchFamily="18" charset="0"/>
                <a:hlinkClick r:id="rId2"/>
              </a:rPr>
              <a:t>/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Формы и </a:t>
            </a:r>
            <a:r>
              <a:rPr lang="en-US" sz="2400" b="1" i="1" dirty="0" err="1" smtClean="0">
                <a:latin typeface="Cambria" pitchFamily="18" charset="0"/>
              </a:rPr>
              <a:t>javascript</a:t>
            </a:r>
            <a:r>
              <a:rPr lang="en-US" sz="2400" b="1" i="1" dirty="0" smtClean="0">
                <a:latin typeface="Cambria" pitchFamily="18" charset="0"/>
              </a:rPr>
              <a:t>. FORM</a:t>
            </a:r>
          </a:p>
          <a:p>
            <a:pPr algn="just"/>
            <a:r>
              <a:rPr lang="en-US" sz="2400" b="1" i="1" dirty="0" smtClean="0">
                <a:latin typeface="Cambria" pitchFamily="18" charset="0"/>
                <a:hlinkClick r:id="rId3"/>
              </a:rPr>
              <a:t>https://</a:t>
            </a:r>
            <a:r>
              <a:rPr lang="en-US" sz="2400" b="1" i="1" dirty="0" smtClean="0">
                <a:latin typeface="Cambria" pitchFamily="18" charset="0"/>
                <a:hlinkClick r:id="rId3"/>
              </a:rPr>
              <a:t>htmlweb.ru/java/forms.php?ysclid=mg3njo7les571227432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err="1" smtClean="0">
                <a:latin typeface="Cambria" pitchFamily="18" charset="0"/>
              </a:rPr>
              <a:t>EmailJS</a:t>
            </a:r>
            <a:r>
              <a:rPr lang="en-US" sz="2400" b="1" i="1" dirty="0" smtClean="0">
                <a:latin typeface="Cambria" pitchFamily="18" charset="0"/>
              </a:rPr>
              <a:t> </a:t>
            </a:r>
            <a:r>
              <a:rPr lang="en-US" sz="2400" b="1" i="1" dirty="0" smtClean="0">
                <a:latin typeface="Cambria" pitchFamily="18" charset="0"/>
              </a:rPr>
              <a:t>Create a contact </a:t>
            </a:r>
            <a:r>
              <a:rPr lang="en-US" sz="2400" b="1" i="1" dirty="0" smtClean="0">
                <a:latin typeface="Cambria" pitchFamily="18" charset="0"/>
              </a:rPr>
              <a:t>form</a:t>
            </a:r>
            <a:endParaRPr lang="ru-RU" sz="2400" b="1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https://www.emailjs.com/docs/tutorial/creating-contact-form</a:t>
            </a:r>
            <a:r>
              <a:rPr lang="en-US" sz="2400" b="1" dirty="0" smtClean="0">
                <a:latin typeface="Cambria" pitchFamily="18" charset="0"/>
                <a:hlinkClick r:id="rId4"/>
              </a:rPr>
              <a:t>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разделы сайта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2286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65722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сервис на основе облачных технологий, который позволяет отправлять электронные письма напрямую из кода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без использования серверного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Это инструмент для разработчиков, которые хотят интегрировать функциональность отправки писем в свои приложения без необходимости настраивать сервер для обработки писем. 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 descr="EmailJS Guide eM Clien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64" y="1142984"/>
            <a:ext cx="2571736" cy="1381126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3214686"/>
            <a:ext cx="9144000" cy="34778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Функции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Упрощение разработки.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отправлять электронные письма напрямую с клиентской стороны, без необходимости настраивать сервер, что упрощает процесс разработки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Поддержка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сервисов электронной почты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Gmail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Outlook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SendGrid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других. Сервис позволяет использовать функции этих провайдеров, используя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как интерфейс для отправки писем.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Поддержка шаблонов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разработчики могут создавать настраиваемые шаблоны писем, которые могут включать динамический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Встроенная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проверка электронной почты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обеспечивает правильный формат адресов.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формы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43438" y="714356"/>
            <a:ext cx="4500562" cy="11695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Переключатели применяются в том случае, когда необходимо предоставить пользователю возможность выбора одного параметра из группы. В связи с этим переключатели всегда используются в группе. Вся группа должна иметь одно и то же название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9" y="1785926"/>
            <a:ext cx="4500562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11420" y="3000372"/>
            <a:ext cx="4232580" cy="1485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857752" y="2500306"/>
            <a:ext cx="428624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переключателя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857752" y="4429132"/>
            <a:ext cx="4286248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Функция для получения значения переключателя и вывода на экран</a:t>
            </a:r>
            <a:endParaRPr lang="ru-RU" sz="1400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000240"/>
            <a:ext cx="39052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714356"/>
            <a:ext cx="4572000" cy="1169551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Элемент &lt;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&gt; в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компонент форм на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веб-страницах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представляющий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выпадающий список с вариантами выбора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Используется для отображения списка предопределённых значений, где пользователь может выбрать нужное.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448050"/>
            <a:ext cx="47625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786314" y="5929330"/>
            <a:ext cx="435768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Для ввода простейшей текстовой информации предназначены элементы &lt;</a:t>
            </a:r>
            <a:r>
              <a:rPr kumimoji="0" lang="ru-RU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input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type=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"</a:t>
            </a:r>
            <a:r>
              <a:rPr kumimoji="0" lang="ru-RU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text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"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en-US" b="1" dirty="0" smtClean="0"/>
              <a:t>Email Services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303847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9256" y="2660657"/>
            <a:ext cx="3714744" cy="4197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4919008"/>
            <a:ext cx="47863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Можно выбрать любую почту, но для взаимодействия с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Mail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необходимо создать временный пароль для доступа к почте сторонних приложений.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показывает ссылку, где это можно сделать)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раздел настройки сервисов электронной почты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Чтобы настроить сервис, нужно: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Перейти в раздел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на панели управления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Нажать «Добавить новое обслуживание».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Выбрать предпочитаемый сервис электронной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почты.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Следовать инструкциям, чтобы связать учётную запись электронной почты (обычно нужны ключи API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токены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доступа).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en-US" b="1" dirty="0" smtClean="0"/>
              <a:t>Email Templates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1440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 rot="10800000">
            <a:off x="1500166" y="5786454"/>
            <a:ext cx="164307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143240" y="5715016"/>
            <a:ext cx="600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Писать нужно также, какое значение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 поля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6875" y="6372249"/>
            <a:ext cx="74771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>
            <a:stCxn id="14" idx="2"/>
          </p:cNvCxnSpPr>
          <p:nvPr/>
        </p:nvCxnSpPr>
        <p:spPr>
          <a:xfrm rot="16200000" flipH="1">
            <a:off x="6435451" y="5792517"/>
            <a:ext cx="416486" cy="1000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0" y="500042"/>
            <a:ext cx="9144000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Templates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раздел создания шаблонов электронных писем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Создание шаблона позволяет динамически настраивать макет и содержание писем. Чтобы создать шаблон, нужно: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Перейти в раздел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Templates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Нажать «Создать новый шаблон».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Использовать редактор шаблонов для форматирования тела письма и установки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местозаполнителей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динамических данных.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Скрипт</a:t>
            </a:r>
            <a:r>
              <a:rPr lang="ru-RU" b="1" dirty="0" smtClean="0"/>
              <a:t> для взаимодействия</a:t>
            </a:r>
            <a:endParaRPr lang="ru-RU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48320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&lt;script type="text/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="https://cdn.jsdelivr.net/npm/@emailjs/browser@4/dist/email.min.js"&gt;&lt;/script&gt;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&lt;script type="text/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"&gt;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(function()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emailjs.init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publicKey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: “…",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});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})();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&lt;/script&gt;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&lt;script type="text/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"&gt;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window.onload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= function()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('contact-form').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addEventListener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('submit', function(event)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event.preventDefault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// these IDs from the previous steps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emailjs.sendForm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(‘…', ‘…', this)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.then(() =&gt;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    console.log('SUCCESS!');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}, (error) =&gt;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    console.log('FAILED...', error);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});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});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&lt;/script&gt;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2000232" y="1714488"/>
            <a:ext cx="1714512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3286116" y="3643314"/>
            <a:ext cx="1714512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3714745" y="1428736"/>
            <a:ext cx="5429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Можно найти в личном кабинете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https://dashboard.emailjs.com/admin/account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5000628" y="3429000"/>
            <a:ext cx="41433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Нужно создать на вкладках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Email Services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Email Templates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578645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Дополнительную информацию по настройке </a:t>
            </a:r>
            <a:r>
              <a:rPr lang="ru-RU" b="1" dirty="0" err="1" smtClean="0">
                <a:latin typeface="Cambria" pitchFamily="18" charset="0"/>
              </a:rPr>
              <a:t>скрипта</a:t>
            </a:r>
            <a:r>
              <a:rPr lang="ru-RU" b="1" dirty="0" smtClean="0">
                <a:latin typeface="Cambria" pitchFamily="18" charset="0"/>
              </a:rPr>
              <a:t> и формы можно найти по ссылке</a:t>
            </a:r>
            <a:endParaRPr lang="en-US" b="1" dirty="0" smtClean="0">
              <a:latin typeface="Cambria" pitchFamily="18" charset="0"/>
              <a:hlinkClick r:id="rId2"/>
            </a:endParaRPr>
          </a:p>
          <a:p>
            <a:pPr algn="ctr"/>
            <a:r>
              <a:rPr lang="en-US" b="1" dirty="0" smtClean="0">
                <a:latin typeface="Cambria" pitchFamily="18" charset="0"/>
                <a:hlinkClick r:id="rId2"/>
              </a:rPr>
              <a:t>https</a:t>
            </a:r>
            <a:r>
              <a:rPr lang="en-US" b="1" dirty="0" smtClean="0">
                <a:latin typeface="Cambria" pitchFamily="18" charset="0"/>
                <a:hlinkClick r:id="rId2"/>
              </a:rPr>
              <a:t>://www.emailjs.com/docs/tutorial/creating-contact-form/</a:t>
            </a:r>
            <a:endParaRPr lang="en-US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324</Words>
  <Application>Microsoft Office PowerPoint</Application>
  <PresentationFormat>Экран (4:3)</PresentationFormat>
  <Paragraphs>65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Плагины в JavaScript </vt:lpstr>
      <vt:lpstr>Дополнительные материалы</vt:lpstr>
      <vt:lpstr>Основные разделы сайта</vt:lpstr>
      <vt:lpstr>JavaScript: формы</vt:lpstr>
      <vt:lpstr>Email Services</vt:lpstr>
      <vt:lpstr>Email Templates</vt:lpstr>
      <vt:lpstr>Скрипт для взаимодействия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88</cp:revision>
  <dcterms:created xsi:type="dcterms:W3CDTF">2024-02-01T09:49:19Z</dcterms:created>
  <dcterms:modified xsi:type="dcterms:W3CDTF">2025-09-28T12:22:04Z</dcterms:modified>
</cp:coreProperties>
</file>